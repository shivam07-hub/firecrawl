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4" r:id="rId3"/>
    <p:sldId id="329" r:id="rId4"/>
    <p:sldId id="321" r:id="rId5"/>
    <p:sldId id="335" r:id="rId6"/>
    <p:sldId id="318" r:id="rId7"/>
    <p:sldId id="3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47C"/>
    <a:srgbClr val="7D38B4"/>
    <a:srgbClr val="6201CE"/>
    <a:srgbClr val="05B471"/>
    <a:srgbClr val="084AE7"/>
    <a:srgbClr val="B452AC"/>
    <a:srgbClr val="7A7A6B"/>
    <a:srgbClr val="D6BAF5"/>
    <a:srgbClr val="C280DB"/>
    <a:srgbClr val="A84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D1132-8860-829A-10CC-FC60E3D4B263}" v="13" dt="2023-09-01T18:54:21.020"/>
    <p1510:client id="{380C9CF6-CFC3-8DBE-64B6-778D383A46E6}" v="3" dt="2023-09-02T09:01:58.115"/>
    <p1510:client id="{F8B8405B-CA09-FA48-AA14-C32810F61854}" v="11900" dt="2023-08-18T07:49:39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10"/>
  </p:normalViewPr>
  <p:slideViewPr>
    <p:cSldViewPr snapToGrid="0">
      <p:cViewPr>
        <p:scale>
          <a:sx n="84" d="100"/>
          <a:sy n="84" d="100"/>
        </p:scale>
        <p:origin x="144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9e98e086a0c7520a54a891a461b60573440c30f330cdd32231d79f0963b2b042::" providerId="AD" clId="Web-{165470B7-CAAF-592B-EDAB-8D29D6322DC7}"/>
    <pc:docChg chg="modSld">
      <pc:chgData name="Guest User" userId="S::urn:spo:anon#9e98e086a0c7520a54a891a461b60573440c30f330cdd32231d79f0963b2b042::" providerId="AD" clId="Web-{165470B7-CAAF-592B-EDAB-8D29D6322DC7}" dt="2023-08-18T08:18:51.732" v="496" actId="14100"/>
      <pc:docMkLst>
        <pc:docMk/>
      </pc:docMkLst>
      <pc:sldChg chg="modSp">
        <pc:chgData name="Guest User" userId="S::urn:spo:anon#9e98e086a0c7520a54a891a461b60573440c30f330cdd32231d79f0963b2b042::" providerId="AD" clId="Web-{165470B7-CAAF-592B-EDAB-8D29D6322DC7}" dt="2023-08-18T07:25:12.960" v="81" actId="20577"/>
        <pc:sldMkLst>
          <pc:docMk/>
          <pc:sldMk cId="2564456597" sldId="314"/>
        </pc:sldMkLst>
        <pc:spChg chg="mod">
          <ac:chgData name="Guest User" userId="S::urn:spo:anon#9e98e086a0c7520a54a891a461b60573440c30f330cdd32231d79f0963b2b042::" providerId="AD" clId="Web-{165470B7-CAAF-592B-EDAB-8D29D6322DC7}" dt="2023-08-18T07:25:12.960" v="81" actId="20577"/>
          <ac:spMkLst>
            <pc:docMk/>
            <pc:sldMk cId="2564456597" sldId="314"/>
            <ac:spMk id="2" creationId="{A6AA2842-23D1-9D4C-8C34-54F396B0B405}"/>
          </ac:spMkLst>
        </pc:spChg>
      </pc:sldChg>
      <pc:sldChg chg="modSp">
        <pc:chgData name="Guest User" userId="S::urn:spo:anon#9e98e086a0c7520a54a891a461b60573440c30f330cdd32231d79f0963b2b042::" providerId="AD" clId="Web-{165470B7-CAAF-592B-EDAB-8D29D6322DC7}" dt="2023-08-18T08:09:20.979" v="306" actId="20577"/>
        <pc:sldMkLst>
          <pc:docMk/>
          <pc:sldMk cId="1947640091" sldId="321"/>
        </pc:sldMkLst>
        <pc:spChg chg="mod">
          <ac:chgData name="Guest User" userId="S::urn:spo:anon#9e98e086a0c7520a54a891a461b60573440c30f330cdd32231d79f0963b2b042::" providerId="AD" clId="Web-{165470B7-CAAF-592B-EDAB-8D29D6322DC7}" dt="2023-08-18T08:09:20.979" v="306" actId="20577"/>
          <ac:spMkLst>
            <pc:docMk/>
            <pc:sldMk cId="1947640091" sldId="321"/>
            <ac:spMk id="2" creationId="{A6AA2842-23D1-9D4C-8C34-54F396B0B405}"/>
          </ac:spMkLst>
        </pc:spChg>
      </pc:sldChg>
      <pc:sldChg chg="addSp delSp modSp">
        <pc:chgData name="Guest User" userId="S::urn:spo:anon#9e98e086a0c7520a54a891a461b60573440c30f330cdd32231d79f0963b2b042::" providerId="AD" clId="Web-{165470B7-CAAF-592B-EDAB-8D29D6322DC7}" dt="2023-08-18T08:18:51.732" v="496" actId="14100"/>
        <pc:sldMkLst>
          <pc:docMk/>
          <pc:sldMk cId="870226558" sldId="327"/>
        </pc:sldMkLst>
        <pc:spChg chg="mod">
          <ac:chgData name="Guest User" userId="S::urn:spo:anon#9e98e086a0c7520a54a891a461b60573440c30f330cdd32231d79f0963b2b042::" providerId="AD" clId="Web-{165470B7-CAAF-592B-EDAB-8D29D6322DC7}" dt="2023-08-18T07:51:24.277" v="226" actId="20577"/>
          <ac:spMkLst>
            <pc:docMk/>
            <pc:sldMk cId="870226558" sldId="327"/>
            <ac:spMk id="2" creationId="{2C3CE19A-D163-D672-E252-950B007F66D3}"/>
          </ac:spMkLst>
        </pc:spChg>
        <pc:spChg chg="mod">
          <ac:chgData name="Guest User" userId="S::urn:spo:anon#9e98e086a0c7520a54a891a461b60573440c30f330cdd32231d79f0963b2b042::" providerId="AD" clId="Web-{165470B7-CAAF-592B-EDAB-8D29D6322DC7}" dt="2023-08-18T08:15:08.272" v="327" actId="1076"/>
          <ac:spMkLst>
            <pc:docMk/>
            <pc:sldMk cId="870226558" sldId="327"/>
            <ac:spMk id="90" creationId="{116599A6-4C53-B040-8AE5-602DD454D566}"/>
          </ac:spMkLst>
        </pc:spChg>
        <pc:spChg chg="add mod">
          <ac:chgData name="Guest User" userId="S::urn:spo:anon#9e98e086a0c7520a54a891a461b60573440c30f330cdd32231d79f0963b2b042::" providerId="AD" clId="Web-{165470B7-CAAF-592B-EDAB-8D29D6322DC7}" dt="2023-08-18T08:15:38.491" v="330" actId="20577"/>
          <ac:spMkLst>
            <pc:docMk/>
            <pc:sldMk cId="870226558" sldId="327"/>
            <ac:spMk id="5315" creationId="{0DB8AC0B-5BF1-9E2E-E96E-D89205586E08}"/>
          </ac:spMkLst>
        </pc:spChg>
        <pc:spChg chg="add mod">
          <ac:chgData name="Guest User" userId="S::urn:spo:anon#9e98e086a0c7520a54a891a461b60573440c30f330cdd32231d79f0963b2b042::" providerId="AD" clId="Web-{165470B7-CAAF-592B-EDAB-8D29D6322DC7}" dt="2023-08-18T08:18:30.122" v="495" actId="20577"/>
          <ac:spMkLst>
            <pc:docMk/>
            <pc:sldMk cId="870226558" sldId="327"/>
            <ac:spMk id="5342" creationId="{3F3371F2-0152-38E5-142D-C16FD9ADAA08}"/>
          </ac:spMkLst>
        </pc:spChg>
        <pc:picChg chg="mod">
          <ac:chgData name="Guest User" userId="S::urn:spo:anon#9e98e086a0c7520a54a891a461b60573440c30f330cdd32231d79f0963b2b042::" providerId="AD" clId="Web-{165470B7-CAAF-592B-EDAB-8D29D6322DC7}" dt="2023-08-18T08:18:51.732" v="496" actId="14100"/>
          <ac:picMkLst>
            <pc:docMk/>
            <pc:sldMk cId="870226558" sldId="327"/>
            <ac:picMk id="68" creationId="{DAA7CDFB-45A5-CB4D-B55E-047C2D82A531}"/>
          </ac:picMkLst>
        </pc:picChg>
        <pc:picChg chg="add del mod">
          <ac:chgData name="Guest User" userId="S::urn:spo:anon#9e98e086a0c7520a54a891a461b60573440c30f330cdd32231d79f0963b2b042::" providerId="AD" clId="Web-{165470B7-CAAF-592B-EDAB-8D29D6322DC7}" dt="2023-08-18T08:13:26.128" v="315"/>
          <ac:picMkLst>
            <pc:docMk/>
            <pc:sldMk cId="870226558" sldId="327"/>
            <ac:picMk id="5246" creationId="{93A5F11D-B8B2-5B81-F6F3-BA913B58500D}"/>
          </ac:picMkLst>
        </pc:picChg>
        <pc:picChg chg="add mod">
          <ac:chgData name="Guest User" userId="S::urn:spo:anon#9e98e086a0c7520a54a891a461b60573440c30f330cdd32231d79f0963b2b042::" providerId="AD" clId="Web-{165470B7-CAAF-592B-EDAB-8D29D6322DC7}" dt="2023-08-18T08:14:00.301" v="319" actId="1076"/>
          <ac:picMkLst>
            <pc:docMk/>
            <pc:sldMk cId="870226558" sldId="327"/>
            <ac:picMk id="5260" creationId="{505326DD-3030-D6E2-917E-DB25F3D7AD63}"/>
          </ac:picMkLst>
        </pc:picChg>
        <pc:picChg chg="add del mod">
          <ac:chgData name="Guest User" userId="S::urn:spo:anon#9e98e086a0c7520a54a891a461b60573440c30f330cdd32231d79f0963b2b042::" providerId="AD" clId="Web-{165470B7-CAAF-592B-EDAB-8D29D6322DC7}" dt="2023-08-18T08:14:52.818" v="324"/>
          <ac:picMkLst>
            <pc:docMk/>
            <pc:sldMk cId="870226558" sldId="327"/>
            <ac:picMk id="5287" creationId="{72F2E0BF-8F97-FB54-5A3A-562FE1989E3D}"/>
          </ac:picMkLst>
        </pc:picChg>
        <pc:picChg chg="add del mod">
          <ac:chgData name="Guest User" userId="S::urn:spo:anon#9e98e086a0c7520a54a891a461b60573440c30f330cdd32231d79f0963b2b042::" providerId="AD" clId="Web-{165470B7-CAAF-592B-EDAB-8D29D6322DC7}" dt="2023-08-18T08:15:02.787" v="326"/>
          <ac:picMkLst>
            <pc:docMk/>
            <pc:sldMk cId="870226558" sldId="327"/>
            <ac:picMk id="5288" creationId="{83957DC1-9A30-1268-276F-F65E371FA592}"/>
          </ac:picMkLst>
        </pc:picChg>
      </pc:sldChg>
      <pc:sldChg chg="modSp">
        <pc:chgData name="Guest User" userId="S::urn:spo:anon#9e98e086a0c7520a54a891a461b60573440c30f330cdd32231d79f0963b2b042::" providerId="AD" clId="Web-{165470B7-CAAF-592B-EDAB-8D29D6322DC7}" dt="2023-08-18T07:37:56.399" v="136" actId="20577"/>
        <pc:sldMkLst>
          <pc:docMk/>
          <pc:sldMk cId="3883581720" sldId="329"/>
        </pc:sldMkLst>
        <pc:spChg chg="mod">
          <ac:chgData name="Guest User" userId="S::urn:spo:anon#9e98e086a0c7520a54a891a461b60573440c30f330cdd32231d79f0963b2b042::" providerId="AD" clId="Web-{165470B7-CAAF-592B-EDAB-8D29D6322DC7}" dt="2023-08-18T07:37:56.399" v="136" actId="20577"/>
          <ac:spMkLst>
            <pc:docMk/>
            <pc:sldMk cId="3883581720" sldId="329"/>
            <ac:spMk id="2" creationId="{A6AA2842-23D1-9D4C-8C34-54F396B0B405}"/>
          </ac:spMkLst>
        </pc:spChg>
      </pc:sldChg>
    </pc:docChg>
  </pc:docChgLst>
  <pc:docChgLst>
    <pc:chgData name="KRIPI BADONIA" userId="5875e0c1-f727-471f-be94-0832844896ec" providerId="ADAL" clId="{F8B8405B-CA09-FA48-AA14-C32810F61854}"/>
    <pc:docChg chg="undo custSel delSld modSld sldOrd">
      <pc:chgData name="KRIPI BADONIA" userId="5875e0c1-f727-471f-be94-0832844896ec" providerId="ADAL" clId="{F8B8405B-CA09-FA48-AA14-C32810F61854}" dt="2023-08-23T10:56:08.908" v="11868" actId="1076"/>
      <pc:docMkLst>
        <pc:docMk/>
      </pc:docMkLst>
      <pc:sldChg chg="del">
        <pc:chgData name="KRIPI BADONIA" userId="5875e0c1-f727-471f-be94-0832844896ec" providerId="ADAL" clId="{F8B8405B-CA09-FA48-AA14-C32810F61854}" dt="2023-08-18T07:22:01.555" v="11482" actId="2696"/>
        <pc:sldMkLst>
          <pc:docMk/>
          <pc:sldMk cId="4039034052" sldId="285"/>
        </pc:sldMkLst>
      </pc:sldChg>
      <pc:sldChg chg="del">
        <pc:chgData name="KRIPI BADONIA" userId="5875e0c1-f727-471f-be94-0832844896ec" providerId="ADAL" clId="{F8B8405B-CA09-FA48-AA14-C32810F61854}" dt="2023-08-18T07:22:01.618" v="11484" actId="2696"/>
        <pc:sldMkLst>
          <pc:docMk/>
          <pc:sldMk cId="2468944735" sldId="286"/>
        </pc:sldMkLst>
      </pc:sldChg>
      <pc:sldChg chg="del">
        <pc:chgData name="KRIPI BADONIA" userId="5875e0c1-f727-471f-be94-0832844896ec" providerId="ADAL" clId="{F8B8405B-CA09-FA48-AA14-C32810F61854}" dt="2023-08-18T07:22:01.682" v="11486" actId="2696"/>
        <pc:sldMkLst>
          <pc:docMk/>
          <pc:sldMk cId="3833387637" sldId="287"/>
        </pc:sldMkLst>
      </pc:sldChg>
      <pc:sldChg chg="del">
        <pc:chgData name="KRIPI BADONIA" userId="5875e0c1-f727-471f-be94-0832844896ec" providerId="ADAL" clId="{F8B8405B-CA09-FA48-AA14-C32810F61854}" dt="2023-08-18T07:22:01.724" v="11487" actId="2696"/>
        <pc:sldMkLst>
          <pc:docMk/>
          <pc:sldMk cId="487851571" sldId="288"/>
        </pc:sldMkLst>
      </pc:sldChg>
      <pc:sldChg chg="del">
        <pc:chgData name="KRIPI BADONIA" userId="5875e0c1-f727-471f-be94-0832844896ec" providerId="ADAL" clId="{F8B8405B-CA09-FA48-AA14-C32810F61854}" dt="2023-08-18T07:22:01.757" v="11489" actId="2696"/>
        <pc:sldMkLst>
          <pc:docMk/>
          <pc:sldMk cId="3718629917" sldId="289"/>
        </pc:sldMkLst>
      </pc:sldChg>
      <pc:sldChg chg="del">
        <pc:chgData name="KRIPI BADONIA" userId="5875e0c1-f727-471f-be94-0832844896ec" providerId="ADAL" clId="{F8B8405B-CA09-FA48-AA14-C32810F61854}" dt="2023-08-18T07:22:01.776" v="11491" actId="2696"/>
        <pc:sldMkLst>
          <pc:docMk/>
          <pc:sldMk cId="3035738944" sldId="290"/>
        </pc:sldMkLst>
      </pc:sldChg>
      <pc:sldChg chg="del">
        <pc:chgData name="KRIPI BADONIA" userId="5875e0c1-f727-471f-be94-0832844896ec" providerId="ADAL" clId="{F8B8405B-CA09-FA48-AA14-C32810F61854}" dt="2023-08-18T07:22:01.798" v="11493" actId="2696"/>
        <pc:sldMkLst>
          <pc:docMk/>
          <pc:sldMk cId="4275045768" sldId="291"/>
        </pc:sldMkLst>
      </pc:sldChg>
      <pc:sldChg chg="del">
        <pc:chgData name="KRIPI BADONIA" userId="5875e0c1-f727-471f-be94-0832844896ec" providerId="ADAL" clId="{F8B8405B-CA09-FA48-AA14-C32810F61854}" dt="2023-08-18T07:22:01.861" v="11497" actId="2696"/>
        <pc:sldMkLst>
          <pc:docMk/>
          <pc:sldMk cId="1499918846" sldId="292"/>
        </pc:sldMkLst>
      </pc:sldChg>
      <pc:sldChg chg="del">
        <pc:chgData name="KRIPI BADONIA" userId="5875e0c1-f727-471f-be94-0832844896ec" providerId="ADAL" clId="{F8B8405B-CA09-FA48-AA14-C32810F61854}" dt="2023-08-18T07:22:01.889" v="11499" actId="2696"/>
        <pc:sldMkLst>
          <pc:docMk/>
          <pc:sldMk cId="1827210336" sldId="293"/>
        </pc:sldMkLst>
      </pc:sldChg>
      <pc:sldChg chg="del">
        <pc:chgData name="KRIPI BADONIA" userId="5875e0c1-f727-471f-be94-0832844896ec" providerId="ADAL" clId="{F8B8405B-CA09-FA48-AA14-C32810F61854}" dt="2023-08-18T07:22:01.923" v="11501" actId="2696"/>
        <pc:sldMkLst>
          <pc:docMk/>
          <pc:sldMk cId="3437457005" sldId="294"/>
        </pc:sldMkLst>
      </pc:sldChg>
      <pc:sldChg chg="del">
        <pc:chgData name="KRIPI BADONIA" userId="5875e0c1-f727-471f-be94-0832844896ec" providerId="ADAL" clId="{F8B8405B-CA09-FA48-AA14-C32810F61854}" dt="2023-08-18T07:22:01.945" v="11503" actId="2696"/>
        <pc:sldMkLst>
          <pc:docMk/>
          <pc:sldMk cId="2508151470" sldId="295"/>
        </pc:sldMkLst>
      </pc:sldChg>
      <pc:sldChg chg="del">
        <pc:chgData name="KRIPI BADONIA" userId="5875e0c1-f727-471f-be94-0832844896ec" providerId="ADAL" clId="{F8B8405B-CA09-FA48-AA14-C32810F61854}" dt="2023-08-18T07:22:01.964" v="11505" actId="2696"/>
        <pc:sldMkLst>
          <pc:docMk/>
          <pc:sldMk cId="545027786" sldId="296"/>
        </pc:sldMkLst>
      </pc:sldChg>
      <pc:sldChg chg="del">
        <pc:chgData name="KRIPI BADONIA" userId="5875e0c1-f727-471f-be94-0832844896ec" providerId="ADAL" clId="{F8B8405B-CA09-FA48-AA14-C32810F61854}" dt="2023-08-18T07:22:01.830" v="11495" actId="2696"/>
        <pc:sldMkLst>
          <pc:docMk/>
          <pc:sldMk cId="78149745" sldId="298"/>
        </pc:sldMkLst>
      </pc:sldChg>
      <pc:sldChg chg="del">
        <pc:chgData name="KRIPI BADONIA" userId="5875e0c1-f727-471f-be94-0832844896ec" providerId="ADAL" clId="{F8B8405B-CA09-FA48-AA14-C32810F61854}" dt="2023-08-18T07:22:02.012" v="11508" actId="2696"/>
        <pc:sldMkLst>
          <pc:docMk/>
          <pc:sldMk cId="2250773579" sldId="301"/>
        </pc:sldMkLst>
      </pc:sldChg>
      <pc:sldChg chg="del">
        <pc:chgData name="KRIPI BADONIA" userId="5875e0c1-f727-471f-be94-0832844896ec" providerId="ADAL" clId="{F8B8405B-CA09-FA48-AA14-C32810F61854}" dt="2023-08-18T07:22:02.110" v="11510" actId="2696"/>
        <pc:sldMkLst>
          <pc:docMk/>
          <pc:sldMk cId="3126492716" sldId="302"/>
        </pc:sldMkLst>
      </pc:sldChg>
      <pc:sldChg chg="modSp mod">
        <pc:chgData name="KRIPI BADONIA" userId="5875e0c1-f727-471f-be94-0832844896ec" providerId="ADAL" clId="{F8B8405B-CA09-FA48-AA14-C32810F61854}" dt="2023-08-18T01:55:45.476" v="3826" actId="1076"/>
        <pc:sldMkLst>
          <pc:docMk/>
          <pc:sldMk cId="1058593630" sldId="305"/>
        </pc:sldMkLst>
        <pc:spChg chg="mod">
          <ac:chgData name="KRIPI BADONIA" userId="5875e0c1-f727-471f-be94-0832844896ec" providerId="ADAL" clId="{F8B8405B-CA09-FA48-AA14-C32810F61854}" dt="2023-08-18T01:55:45.476" v="3826" actId="1076"/>
          <ac:spMkLst>
            <pc:docMk/>
            <pc:sldMk cId="1058593630" sldId="305"/>
            <ac:spMk id="3" creationId="{0E31B211-C27B-EA5D-38B4-63621D240110}"/>
          </ac:spMkLst>
        </pc:spChg>
        <pc:spChg chg="mod">
          <ac:chgData name="KRIPI BADONIA" userId="5875e0c1-f727-471f-be94-0832844896ec" providerId="ADAL" clId="{F8B8405B-CA09-FA48-AA14-C32810F61854}" dt="2023-08-18T01:55:40.077" v="3822" actId="14100"/>
          <ac:spMkLst>
            <pc:docMk/>
            <pc:sldMk cId="1058593630" sldId="305"/>
            <ac:spMk id="9" creationId="{3030E68A-B4BB-6C72-94B6-3B0BF76AD7A1}"/>
          </ac:spMkLst>
        </pc:spChg>
      </pc:sldChg>
      <pc:sldChg chg="del">
        <pc:chgData name="KRIPI BADONIA" userId="5875e0c1-f727-471f-be94-0832844896ec" providerId="ADAL" clId="{F8B8405B-CA09-FA48-AA14-C32810F61854}" dt="2023-08-18T07:22:01.989" v="11506" actId="2696"/>
        <pc:sldMkLst>
          <pc:docMk/>
          <pc:sldMk cId="1809637412" sldId="306"/>
        </pc:sldMkLst>
      </pc:sldChg>
      <pc:sldChg chg="del">
        <pc:chgData name="KRIPI BADONIA" userId="5875e0c1-f727-471f-be94-0832844896ec" providerId="ADAL" clId="{F8B8405B-CA09-FA48-AA14-C32810F61854}" dt="2023-08-18T07:22:01.455" v="11478" actId="2696"/>
        <pc:sldMkLst>
          <pc:docMk/>
          <pc:sldMk cId="2685883932" sldId="310"/>
        </pc:sldMkLst>
      </pc:sldChg>
      <pc:sldChg chg="del">
        <pc:chgData name="KRIPI BADONIA" userId="5875e0c1-f727-471f-be94-0832844896ec" providerId="ADAL" clId="{F8B8405B-CA09-FA48-AA14-C32810F61854}" dt="2023-08-18T07:22:01.478" v="11479" actId="2696"/>
        <pc:sldMkLst>
          <pc:docMk/>
          <pc:sldMk cId="1168004033" sldId="311"/>
        </pc:sldMkLst>
      </pc:sldChg>
      <pc:sldChg chg="del">
        <pc:chgData name="KRIPI BADONIA" userId="5875e0c1-f727-471f-be94-0832844896ec" providerId="ADAL" clId="{F8B8405B-CA09-FA48-AA14-C32810F61854}" dt="2023-08-18T07:22:01.495" v="11480" actId="2696"/>
        <pc:sldMkLst>
          <pc:docMk/>
          <pc:sldMk cId="2072548348" sldId="312"/>
        </pc:sldMkLst>
      </pc:sldChg>
      <pc:sldChg chg="del">
        <pc:chgData name="KRIPI BADONIA" userId="5875e0c1-f727-471f-be94-0832844896ec" providerId="ADAL" clId="{F8B8405B-CA09-FA48-AA14-C32810F61854}" dt="2023-08-18T07:22:01.525" v="11481" actId="2696"/>
        <pc:sldMkLst>
          <pc:docMk/>
          <pc:sldMk cId="2938042429" sldId="313"/>
        </pc:sldMkLst>
      </pc:sldChg>
      <pc:sldChg chg="addSp delSp modSp mod">
        <pc:chgData name="KRIPI BADONIA" userId="5875e0c1-f727-471f-be94-0832844896ec" providerId="ADAL" clId="{F8B8405B-CA09-FA48-AA14-C32810F61854}" dt="2023-08-23T10:56:08.908" v="11868" actId="1076"/>
        <pc:sldMkLst>
          <pc:docMk/>
          <pc:sldMk cId="2564456597" sldId="314"/>
        </pc:sldMkLst>
        <pc:spChg chg="mod">
          <ac:chgData name="KRIPI BADONIA" userId="5875e0c1-f727-471f-be94-0832844896ec" providerId="ADAL" clId="{F8B8405B-CA09-FA48-AA14-C32810F61854}" dt="2023-08-17T22:21:35.232" v="129" actId="20577"/>
          <ac:spMkLst>
            <pc:docMk/>
            <pc:sldMk cId="2564456597" sldId="314"/>
            <ac:spMk id="2" creationId="{A6AA2842-23D1-9D4C-8C34-54F396B0B405}"/>
          </ac:spMkLst>
        </pc:spChg>
        <pc:spChg chg="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3" creationId="{6320B5A0-D203-E84F-A2D0-8DA8E903C9E9}"/>
          </ac:spMkLst>
        </pc:spChg>
        <pc:spChg chg="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4" creationId="{E2DE7244-BDFD-A648-BB48-70D2A942EDDF}"/>
          </ac:spMkLst>
        </pc:spChg>
        <pc:spChg chg="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5" creationId="{8A8E7DB8-964B-8B43-A9BC-D9B82DA166CF}"/>
          </ac:spMkLst>
        </pc:spChg>
        <pc:spChg chg="mod">
          <ac:chgData name="KRIPI BADONIA" userId="5875e0c1-f727-471f-be94-0832844896ec" providerId="ADAL" clId="{F8B8405B-CA09-FA48-AA14-C32810F61854}" dt="2023-08-18T05:55:52.509" v="9204" actId="207"/>
          <ac:spMkLst>
            <pc:docMk/>
            <pc:sldMk cId="2564456597" sldId="314"/>
            <ac:spMk id="6" creationId="{ED41B5A2-3DDB-0244-96D4-644FA9C3CE28}"/>
          </ac:spMkLst>
        </pc:spChg>
        <pc:spChg chg="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7" creationId="{A9762378-766F-4941-B4FE-9D288D6E4E80}"/>
          </ac:spMkLst>
        </pc:spChg>
        <pc:spChg chg="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8" creationId="{890747FC-6584-EA47-B969-6F3BC58AFF79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9" creationId="{1D495F5F-47E0-8A35-27C1-69E4AB18AD75}"/>
          </ac:spMkLst>
        </pc:spChg>
        <pc:spChg chg="add mod">
          <ac:chgData name="KRIPI BADONIA" userId="5875e0c1-f727-471f-be94-0832844896ec" providerId="ADAL" clId="{F8B8405B-CA09-FA48-AA14-C32810F61854}" dt="2023-08-18T07:40:18.173" v="11606" actId="767"/>
          <ac:spMkLst>
            <pc:docMk/>
            <pc:sldMk cId="2564456597" sldId="314"/>
            <ac:spMk id="10" creationId="{3BD4C357-DDBA-E54E-B9B7-335A015F84CF}"/>
          </ac:spMkLst>
        </pc:spChg>
        <pc:spChg chg="del mod">
          <ac:chgData name="KRIPI BADONIA" userId="5875e0c1-f727-471f-be94-0832844896ec" providerId="ADAL" clId="{F8B8405B-CA09-FA48-AA14-C32810F61854}" dt="2023-08-18T02:48:02.814" v="4928" actId="21"/>
          <ac:spMkLst>
            <pc:docMk/>
            <pc:sldMk cId="2564456597" sldId="314"/>
            <ac:spMk id="10" creationId="{FB8620D9-DC6F-4DD7-C170-8D8C69F15AB2}"/>
          </ac:spMkLst>
        </pc:spChg>
        <pc:spChg chg="add del mod">
          <ac:chgData name="KRIPI BADONIA" userId="5875e0c1-f727-471f-be94-0832844896ec" providerId="ADAL" clId="{F8B8405B-CA09-FA48-AA14-C32810F61854}" dt="2023-08-18T02:53:14.030" v="5077" actId="478"/>
          <ac:spMkLst>
            <pc:docMk/>
            <pc:sldMk cId="2564456597" sldId="314"/>
            <ac:spMk id="18" creationId="{43FE3272-7E9E-014D-AF9B-56CE73760ECF}"/>
          </ac:spMkLst>
        </pc:spChg>
        <pc:spChg chg="add del mod">
          <ac:chgData name="KRIPI BADONIA" userId="5875e0c1-f727-471f-be94-0832844896ec" providerId="ADAL" clId="{F8B8405B-CA09-FA48-AA14-C32810F61854}" dt="2023-08-18T02:40:16.381" v="4911" actId="478"/>
          <ac:spMkLst>
            <pc:docMk/>
            <pc:sldMk cId="2564456597" sldId="314"/>
            <ac:spMk id="19" creationId="{02FA21F2-BA11-B547-80F0-BFA58AE23118}"/>
          </ac:spMkLst>
        </pc:spChg>
        <pc:spChg chg="del mod">
          <ac:chgData name="KRIPI BADONIA" userId="5875e0c1-f727-471f-be94-0832844896ec" providerId="ADAL" clId="{F8B8405B-CA09-FA48-AA14-C32810F61854}" dt="2023-08-18T06:17:51.046" v="9930" actId="478"/>
          <ac:spMkLst>
            <pc:docMk/>
            <pc:sldMk cId="2564456597" sldId="314"/>
            <ac:spMk id="19" creationId="{08186A15-D7FC-F725-B543-DB062D8BBEB2}"/>
          </ac:spMkLst>
        </pc:spChg>
        <pc:spChg chg="add mod">
          <ac:chgData name="KRIPI BADONIA" userId="5875e0c1-f727-471f-be94-0832844896ec" providerId="ADAL" clId="{F8B8405B-CA09-FA48-AA14-C32810F61854}" dt="2023-08-18T07:43:30.709" v="11855" actId="1076"/>
          <ac:spMkLst>
            <pc:docMk/>
            <pc:sldMk cId="2564456597" sldId="314"/>
            <ac:spMk id="19" creationId="{C2BE72EE-1CA3-E843-94A8-6B4278AA3DA2}"/>
          </ac:spMkLst>
        </pc:spChg>
        <pc:spChg chg="add 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20" creationId="{C4D8DEFE-00D6-1740-AD63-5081CA18A83F}"/>
          </ac:spMkLst>
        </pc:spChg>
        <pc:spChg chg="add 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21" creationId="{B0C69509-2568-CE4A-8D3C-270C7A959E57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24" creationId="{CE7EE84B-D9F4-1F49-9A2A-7834E11E3CC5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25" creationId="{8D1503FD-B5A5-3545-9F29-C90D8E950FDF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29" creationId="{371375A3-651D-C243-8D55-5DF661AE5038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0" creationId="{8D2FB2EF-E9DB-DB4C-83A2-AC47B07EDEBE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3" creationId="{69AA5D39-578B-3740-9FA3-CA82C3CA899F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4" creationId="{B8DA00C1-D2E7-B94B-875F-2DD7CCF941C2}"/>
          </ac:spMkLst>
        </pc:spChg>
        <pc:spChg chg="add 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5" creationId="{A9218D0D-7898-F44C-B819-60695033AE91}"/>
          </ac:spMkLst>
        </pc:spChg>
        <pc:spChg chg="add del mod">
          <ac:chgData name="KRIPI BADONIA" userId="5875e0c1-f727-471f-be94-0832844896ec" providerId="ADAL" clId="{F8B8405B-CA09-FA48-AA14-C32810F61854}" dt="2023-08-18T03:28:57.360" v="5834" actId="478"/>
          <ac:spMkLst>
            <pc:docMk/>
            <pc:sldMk cId="2564456597" sldId="314"/>
            <ac:spMk id="36" creationId="{43EB4FC1-647A-4845-8175-DC1089C69911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8" creationId="{11FED670-214A-3742-A389-0977A7AB3978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39" creationId="{A064CC2C-8DDF-8E48-9A4E-1291EC35DD27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41" creationId="{BD8C0A23-A86D-E647-9450-950454EA7F06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42" creationId="{C9B86F67-EE7D-6040-B576-8D8A0362834F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44" creationId="{767435D5-6D82-9B4B-8093-BCE9DA1602F4}"/>
          </ac:spMkLst>
        </pc:spChg>
        <pc:spChg chg="mod">
          <ac:chgData name="KRIPI BADONIA" userId="5875e0c1-f727-471f-be94-0832844896ec" providerId="ADAL" clId="{F8B8405B-CA09-FA48-AA14-C32810F61854}" dt="2023-08-18T03:37:54.854" v="6254" actId="1035"/>
          <ac:spMkLst>
            <pc:docMk/>
            <pc:sldMk cId="2564456597" sldId="314"/>
            <ac:spMk id="45" creationId="{4E0975C0-C7FD-BE44-A6E0-FDF4CC6E3D73}"/>
          </ac:spMkLst>
        </pc:spChg>
        <pc:spChg chg="add 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46" creationId="{0F71C39C-889C-E34F-A3E1-690B5934668A}"/>
          </ac:spMkLst>
        </pc:spChg>
        <pc:spChg chg="add 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47" creationId="{A3B1172E-360B-A44F-A942-E51408878A62}"/>
          </ac:spMkLst>
        </pc:spChg>
        <pc:spChg chg="add mod">
          <ac:chgData name="KRIPI BADONIA" userId="5875e0c1-f727-471f-be94-0832844896ec" providerId="ADAL" clId="{F8B8405B-CA09-FA48-AA14-C32810F61854}" dt="2023-08-18T04:02:44.836" v="7060" actId="12789"/>
          <ac:spMkLst>
            <pc:docMk/>
            <pc:sldMk cId="2564456597" sldId="314"/>
            <ac:spMk id="48" creationId="{60EC83EA-EC10-BB42-A875-D7BE1516DD06}"/>
          </ac:spMkLst>
        </pc:spChg>
        <pc:spChg chg="add mod">
          <ac:chgData name="KRIPI BADONIA" userId="5875e0c1-f727-471f-be94-0832844896ec" providerId="ADAL" clId="{F8B8405B-CA09-FA48-AA14-C32810F61854}" dt="2023-08-18T04:01:34.976" v="6994" actId="1076"/>
          <ac:spMkLst>
            <pc:docMk/>
            <pc:sldMk cId="2564456597" sldId="314"/>
            <ac:spMk id="49" creationId="{571F49C1-3BD0-8B48-A1EF-4CF82848A384}"/>
          </ac:spMkLst>
        </pc:spChg>
        <pc:spChg chg="add mod">
          <ac:chgData name="KRIPI BADONIA" userId="5875e0c1-f727-471f-be94-0832844896ec" providerId="ADAL" clId="{F8B8405B-CA09-FA48-AA14-C32810F61854}" dt="2023-08-18T04:02:44.836" v="7060" actId="12789"/>
          <ac:spMkLst>
            <pc:docMk/>
            <pc:sldMk cId="2564456597" sldId="314"/>
            <ac:spMk id="50" creationId="{EE458D68-4E74-9A41-9C40-1011D5C804C7}"/>
          </ac:spMkLst>
        </pc:spChg>
        <pc:spChg chg="add mod">
          <ac:chgData name="KRIPI BADONIA" userId="5875e0c1-f727-471f-be94-0832844896ec" providerId="ADAL" clId="{F8B8405B-CA09-FA48-AA14-C32810F61854}" dt="2023-08-18T03:59:00.837" v="6797" actId="1037"/>
          <ac:spMkLst>
            <pc:docMk/>
            <pc:sldMk cId="2564456597" sldId="314"/>
            <ac:spMk id="51" creationId="{51D6C2F2-5593-0244-ACF1-72CEB1AD170C}"/>
          </ac:spMkLst>
        </pc:spChg>
        <pc:spChg chg="add mod">
          <ac:chgData name="KRIPI BADONIA" userId="5875e0c1-f727-471f-be94-0832844896ec" providerId="ADAL" clId="{F8B8405B-CA09-FA48-AA14-C32810F61854}" dt="2023-08-18T04:02:44.836" v="7060" actId="12789"/>
          <ac:spMkLst>
            <pc:docMk/>
            <pc:sldMk cId="2564456597" sldId="314"/>
            <ac:spMk id="52" creationId="{0B58B28A-A89F-904C-B8CC-C9566BD2549C}"/>
          </ac:spMkLst>
        </pc:spChg>
        <pc:spChg chg="add del mod">
          <ac:chgData name="KRIPI BADONIA" userId="5875e0c1-f727-471f-be94-0832844896ec" providerId="ADAL" clId="{F8B8405B-CA09-FA48-AA14-C32810F61854}" dt="2023-08-18T03:58:40.995" v="6781" actId="478"/>
          <ac:spMkLst>
            <pc:docMk/>
            <pc:sldMk cId="2564456597" sldId="314"/>
            <ac:spMk id="53" creationId="{6C39F071-B5E9-6E46-87F2-7B19254123FC}"/>
          </ac:spMkLst>
        </pc:spChg>
        <pc:spChg chg="add del mod">
          <ac:chgData name="KRIPI BADONIA" userId="5875e0c1-f727-471f-be94-0832844896ec" providerId="ADAL" clId="{F8B8405B-CA09-FA48-AA14-C32810F61854}" dt="2023-08-18T03:58:40.995" v="6781" actId="478"/>
          <ac:spMkLst>
            <pc:docMk/>
            <pc:sldMk cId="2564456597" sldId="314"/>
            <ac:spMk id="54" creationId="{EA7171F9-938E-BD47-85CF-CBCC15F7B2E7}"/>
          </ac:spMkLst>
        </pc:spChg>
        <pc:spChg chg="add 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55" creationId="{DDE5F363-D5B7-5448-A595-AAFD76D27AFC}"/>
          </ac:spMkLst>
        </pc:spChg>
        <pc:spChg chg="add 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56" creationId="{BE43EAE5-862C-A349-B8CF-28055BD23565}"/>
          </ac:spMkLst>
        </pc:spChg>
        <pc:spChg chg="add mod">
          <ac:chgData name="KRIPI BADONIA" userId="5875e0c1-f727-471f-be94-0832844896ec" providerId="ADAL" clId="{F8B8405B-CA09-FA48-AA14-C32810F61854}" dt="2023-08-18T06:00:31.605" v="9270" actId="208"/>
          <ac:spMkLst>
            <pc:docMk/>
            <pc:sldMk cId="2564456597" sldId="314"/>
            <ac:spMk id="57" creationId="{1D125EED-FA79-E645-AB5F-3110A20E2F70}"/>
          </ac:spMkLst>
        </pc:spChg>
        <pc:spChg chg="add mod">
          <ac:chgData name="KRIPI BADONIA" userId="5875e0c1-f727-471f-be94-0832844896ec" providerId="ADAL" clId="{F8B8405B-CA09-FA48-AA14-C32810F61854}" dt="2023-08-18T05:55:37.119" v="9202" actId="207"/>
          <ac:spMkLst>
            <pc:docMk/>
            <pc:sldMk cId="2564456597" sldId="314"/>
            <ac:spMk id="58" creationId="{73220EA7-72C1-8342-B95A-3C7F00B0FC78}"/>
          </ac:spMkLst>
        </pc:spChg>
        <pc:spChg chg="mod">
          <ac:chgData name="KRIPI BADONIA" userId="5875e0c1-f727-471f-be94-0832844896ec" providerId="ADAL" clId="{F8B8405B-CA09-FA48-AA14-C32810F61854}" dt="2023-08-18T03:52:12.026" v="6370" actId="1076"/>
          <ac:spMkLst>
            <pc:docMk/>
            <pc:sldMk cId="2564456597" sldId="314"/>
            <ac:spMk id="61" creationId="{885464A4-8074-FD46-B922-0B72288733A0}"/>
          </ac:spMkLst>
        </pc:spChg>
        <pc:spChg chg="mod">
          <ac:chgData name="KRIPI BADONIA" userId="5875e0c1-f727-471f-be94-0832844896ec" providerId="ADAL" clId="{F8B8405B-CA09-FA48-AA14-C32810F61854}" dt="2023-08-18T03:52:12.026" v="6370" actId="1076"/>
          <ac:spMkLst>
            <pc:docMk/>
            <pc:sldMk cId="2564456597" sldId="314"/>
            <ac:spMk id="62" creationId="{2591B666-53BC-0E4C-AE30-25DFF42D6875}"/>
          </ac:spMkLst>
        </pc:spChg>
        <pc:spChg chg="add mod">
          <ac:chgData name="KRIPI BADONIA" userId="5875e0c1-f727-471f-be94-0832844896ec" providerId="ADAL" clId="{F8B8405B-CA09-FA48-AA14-C32810F61854}" dt="2023-08-18T03:53:42.064" v="6443" actId="20577"/>
          <ac:spMkLst>
            <pc:docMk/>
            <pc:sldMk cId="2564456597" sldId="314"/>
            <ac:spMk id="63" creationId="{BA0B2EA9-FB3C-674A-BCCB-AA0BCF7ECEA3}"/>
          </ac:spMkLst>
        </pc:spChg>
        <pc:spChg chg="mod">
          <ac:chgData name="KRIPI BADONIA" userId="5875e0c1-f727-471f-be94-0832844896ec" providerId="ADAL" clId="{F8B8405B-CA09-FA48-AA14-C32810F61854}" dt="2023-08-18T03:52:16.566" v="6372" actId="1076"/>
          <ac:spMkLst>
            <pc:docMk/>
            <pc:sldMk cId="2564456597" sldId="314"/>
            <ac:spMk id="65" creationId="{A476012F-172B-A34B-B23D-D92EE8288B77}"/>
          </ac:spMkLst>
        </pc:spChg>
        <pc:spChg chg="mod">
          <ac:chgData name="KRIPI BADONIA" userId="5875e0c1-f727-471f-be94-0832844896ec" providerId="ADAL" clId="{F8B8405B-CA09-FA48-AA14-C32810F61854}" dt="2023-08-18T03:52:16.566" v="6372" actId="1076"/>
          <ac:spMkLst>
            <pc:docMk/>
            <pc:sldMk cId="2564456597" sldId="314"/>
            <ac:spMk id="66" creationId="{86EFE5DD-3611-7B4B-9105-227A2B1854A0}"/>
          </ac:spMkLst>
        </pc:spChg>
        <pc:spChg chg="mod">
          <ac:chgData name="KRIPI BADONIA" userId="5875e0c1-f727-471f-be94-0832844896ec" providerId="ADAL" clId="{F8B8405B-CA09-FA48-AA14-C32810F61854}" dt="2023-08-18T03:52:17.088" v="6373"/>
          <ac:spMkLst>
            <pc:docMk/>
            <pc:sldMk cId="2564456597" sldId="314"/>
            <ac:spMk id="68" creationId="{3A53369B-E9CC-3947-B6DB-40CD6F51F091}"/>
          </ac:spMkLst>
        </pc:spChg>
        <pc:spChg chg="mod">
          <ac:chgData name="KRIPI BADONIA" userId="5875e0c1-f727-471f-be94-0832844896ec" providerId="ADAL" clId="{F8B8405B-CA09-FA48-AA14-C32810F61854}" dt="2023-08-18T03:52:17.088" v="6373"/>
          <ac:spMkLst>
            <pc:docMk/>
            <pc:sldMk cId="2564456597" sldId="314"/>
            <ac:spMk id="69" creationId="{ED29364A-CFB0-1541-B174-E359E6ECCC4B}"/>
          </ac:spMkLst>
        </pc:spChg>
        <pc:spChg chg="mod">
          <ac:chgData name="KRIPI BADONIA" userId="5875e0c1-f727-471f-be94-0832844896ec" providerId="ADAL" clId="{F8B8405B-CA09-FA48-AA14-C32810F61854}" dt="2023-08-18T03:52:19.971" v="6374" actId="571"/>
          <ac:spMkLst>
            <pc:docMk/>
            <pc:sldMk cId="2564456597" sldId="314"/>
            <ac:spMk id="71" creationId="{424DCC91-32F8-314B-8121-CD39FC6A6164}"/>
          </ac:spMkLst>
        </pc:spChg>
        <pc:spChg chg="mod">
          <ac:chgData name="KRIPI BADONIA" userId="5875e0c1-f727-471f-be94-0832844896ec" providerId="ADAL" clId="{F8B8405B-CA09-FA48-AA14-C32810F61854}" dt="2023-08-18T03:52:19.971" v="6374" actId="571"/>
          <ac:spMkLst>
            <pc:docMk/>
            <pc:sldMk cId="2564456597" sldId="314"/>
            <ac:spMk id="72" creationId="{895AB021-567B-1A45-ACDA-DBDCE6DB7D04}"/>
          </ac:spMkLst>
        </pc:spChg>
        <pc:spChg chg="add mod">
          <ac:chgData name="KRIPI BADONIA" userId="5875e0c1-f727-471f-be94-0832844896ec" providerId="ADAL" clId="{F8B8405B-CA09-FA48-AA14-C32810F61854}" dt="2023-08-18T03:53:58.050" v="6465" actId="1037"/>
          <ac:spMkLst>
            <pc:docMk/>
            <pc:sldMk cId="2564456597" sldId="314"/>
            <ac:spMk id="73" creationId="{5575AADF-1A55-A74A-B5A8-303F0752EB12}"/>
          </ac:spMkLst>
        </pc:spChg>
        <pc:spChg chg="add mod">
          <ac:chgData name="KRIPI BADONIA" userId="5875e0c1-f727-471f-be94-0832844896ec" providerId="ADAL" clId="{F8B8405B-CA09-FA48-AA14-C32810F61854}" dt="2023-08-18T03:53:52.380" v="6457" actId="1037"/>
          <ac:spMkLst>
            <pc:docMk/>
            <pc:sldMk cId="2564456597" sldId="314"/>
            <ac:spMk id="74" creationId="{2F5B6B49-BC75-D243-AA2C-0C472090A1DB}"/>
          </ac:spMkLst>
        </pc:spChg>
        <pc:spChg chg="add mod">
          <ac:chgData name="KRIPI BADONIA" userId="5875e0c1-f727-471f-be94-0832844896ec" providerId="ADAL" clId="{F8B8405B-CA09-FA48-AA14-C32810F61854}" dt="2023-08-18T03:53:47.850" v="6450" actId="1038"/>
          <ac:spMkLst>
            <pc:docMk/>
            <pc:sldMk cId="2564456597" sldId="314"/>
            <ac:spMk id="75" creationId="{10E9734B-62E2-AF46-96F8-170EA706B997}"/>
          </ac:spMkLst>
        </pc:spChg>
        <pc:spChg chg="mod">
          <ac:chgData name="KRIPI BADONIA" userId="5875e0c1-f727-471f-be94-0832844896ec" providerId="ADAL" clId="{F8B8405B-CA09-FA48-AA14-C32810F61854}" dt="2023-08-18T03:59:09.511" v="6809" actId="1037"/>
          <ac:spMkLst>
            <pc:docMk/>
            <pc:sldMk cId="2564456597" sldId="314"/>
            <ac:spMk id="77" creationId="{70881018-4AE6-B641-A09E-660C55DA8A2E}"/>
          </ac:spMkLst>
        </pc:spChg>
        <pc:spChg chg="mod">
          <ac:chgData name="KRIPI BADONIA" userId="5875e0c1-f727-471f-be94-0832844896ec" providerId="ADAL" clId="{F8B8405B-CA09-FA48-AA14-C32810F61854}" dt="2023-08-18T03:59:09.511" v="6809" actId="1037"/>
          <ac:spMkLst>
            <pc:docMk/>
            <pc:sldMk cId="2564456597" sldId="314"/>
            <ac:spMk id="78" creationId="{3D28C344-2999-C94F-8FCB-665B0917CD54}"/>
          </ac:spMkLst>
        </pc:spChg>
        <pc:spChg chg="add mod">
          <ac:chgData name="KRIPI BADONIA" userId="5875e0c1-f727-471f-be94-0832844896ec" providerId="ADAL" clId="{F8B8405B-CA09-FA48-AA14-C32810F61854}" dt="2023-08-18T04:02:31.735" v="7059" actId="207"/>
          <ac:spMkLst>
            <pc:docMk/>
            <pc:sldMk cId="2564456597" sldId="314"/>
            <ac:spMk id="79" creationId="{C029D0BC-25F6-5249-8F98-08E42B7CFE69}"/>
          </ac:spMkLst>
        </pc:spChg>
        <pc:spChg chg="add mod">
          <ac:chgData name="KRIPI BADONIA" userId="5875e0c1-f727-471f-be94-0832844896ec" providerId="ADAL" clId="{F8B8405B-CA09-FA48-AA14-C32810F61854}" dt="2023-08-18T04:02:31.735" v="7059" actId="207"/>
          <ac:spMkLst>
            <pc:docMk/>
            <pc:sldMk cId="2564456597" sldId="314"/>
            <ac:spMk id="80" creationId="{10EE02E1-3E18-B140-AEEC-8AA49C8320B7}"/>
          </ac:spMkLst>
        </pc:spChg>
        <pc:spChg chg="add mod">
          <ac:chgData name="KRIPI BADONIA" userId="5875e0c1-f727-471f-be94-0832844896ec" providerId="ADAL" clId="{F8B8405B-CA09-FA48-AA14-C32810F61854}" dt="2023-08-18T04:02:31.735" v="7059" actId="207"/>
          <ac:spMkLst>
            <pc:docMk/>
            <pc:sldMk cId="2564456597" sldId="314"/>
            <ac:spMk id="81" creationId="{09500D75-C442-D943-BDF0-492DCA43DC9F}"/>
          </ac:spMkLst>
        </pc:spChg>
        <pc:spChg chg="add mod">
          <ac:chgData name="KRIPI BADONIA" userId="5875e0c1-f727-471f-be94-0832844896ec" providerId="ADAL" clId="{F8B8405B-CA09-FA48-AA14-C32810F61854}" dt="2023-08-18T04:02:16.138" v="7058" actId="1038"/>
          <ac:spMkLst>
            <pc:docMk/>
            <pc:sldMk cId="2564456597" sldId="314"/>
            <ac:spMk id="82" creationId="{C03E6BF2-2BDF-F948-AD95-AB8AEF4A4CA7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84" creationId="{A0D6856E-566D-D940-BA69-04614884CF52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85" creationId="{A0C588B2-9006-A24B-9220-087D93282843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86" creationId="{DF6FA7DD-7AA8-644B-99D6-7610844843B7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87" creationId="{49E30125-2978-5249-8406-DD8CB1EA9F40}"/>
          </ac:spMkLst>
        </pc:spChg>
        <pc:spChg chg="add mod">
          <ac:chgData name="KRIPI BADONIA" userId="5875e0c1-f727-471f-be94-0832844896ec" providerId="ADAL" clId="{F8B8405B-CA09-FA48-AA14-C32810F61854}" dt="2023-08-18T05:02:37.182" v="8002" actId="20577"/>
          <ac:spMkLst>
            <pc:docMk/>
            <pc:sldMk cId="2564456597" sldId="314"/>
            <ac:spMk id="88" creationId="{AB2EC6D2-C1FC-A54A-A1F7-7ADE7FA074D7}"/>
          </ac:spMkLst>
        </pc:spChg>
        <pc:spChg chg="add mod">
          <ac:chgData name="KRIPI BADONIA" userId="5875e0c1-f727-471f-be94-0832844896ec" providerId="ADAL" clId="{F8B8405B-CA09-FA48-AA14-C32810F61854}" dt="2023-08-18T05:03:09.266" v="8009" actId="57"/>
          <ac:spMkLst>
            <pc:docMk/>
            <pc:sldMk cId="2564456597" sldId="314"/>
            <ac:spMk id="89" creationId="{A27E89C9-C246-D743-992B-B9EFA46786E6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90" creationId="{2C2D047E-05AF-D34D-92F7-E9DD58337B94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91" creationId="{C3B57253-208A-9E44-803F-57389DF1BE1F}"/>
          </ac:spMkLst>
        </pc:spChg>
        <pc:spChg chg="add mod">
          <ac:chgData name="KRIPI BADONIA" userId="5875e0c1-f727-471f-be94-0832844896ec" providerId="ADAL" clId="{F8B8405B-CA09-FA48-AA14-C32810F61854}" dt="2023-08-18T04:30:39.306" v="7681" actId="1035"/>
          <ac:spMkLst>
            <pc:docMk/>
            <pc:sldMk cId="2564456597" sldId="314"/>
            <ac:spMk id="92" creationId="{6D01F0BA-004B-0148-9C10-A1065FB55AE7}"/>
          </ac:spMkLst>
        </pc:spChg>
        <pc:spChg chg="add mod">
          <ac:chgData name="KRIPI BADONIA" userId="5875e0c1-f727-471f-be94-0832844896ec" providerId="ADAL" clId="{F8B8405B-CA09-FA48-AA14-C32810F61854}" dt="2023-08-18T05:02:58.137" v="8005" actId="57"/>
          <ac:spMkLst>
            <pc:docMk/>
            <pc:sldMk cId="2564456597" sldId="314"/>
            <ac:spMk id="93" creationId="{C43BA5F4-8A11-0445-9ABF-67B4957BCD60}"/>
          </ac:spMkLst>
        </pc:spChg>
        <pc:spChg chg="add mod">
          <ac:chgData name="KRIPI BADONIA" userId="5875e0c1-f727-471f-be94-0832844896ec" providerId="ADAL" clId="{F8B8405B-CA09-FA48-AA14-C32810F61854}" dt="2023-08-23T10:56:08.908" v="11868" actId="1076"/>
          <ac:spMkLst>
            <pc:docMk/>
            <pc:sldMk cId="2564456597" sldId="314"/>
            <ac:spMk id="94" creationId="{303843DF-C3F6-7C48-985A-918B2A87D688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95" creationId="{26156546-C1AE-7C4C-8D77-8BA5EA5450E4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96" creationId="{8204120B-8608-9946-9847-87239B782D15}"/>
          </ac:spMkLst>
        </pc:spChg>
        <pc:spChg chg="add mod">
          <ac:chgData name="KRIPI BADONIA" userId="5875e0c1-f727-471f-be94-0832844896ec" providerId="ADAL" clId="{F8B8405B-CA09-FA48-AA14-C32810F61854}" dt="2023-08-18T06:17:00.297" v="9909" actId="1076"/>
          <ac:spMkLst>
            <pc:docMk/>
            <pc:sldMk cId="2564456597" sldId="314"/>
            <ac:spMk id="97" creationId="{96D87A35-5B37-FE41-8194-36BC46A6E428}"/>
          </ac:spMkLst>
        </pc:spChg>
        <pc:spChg chg="add del mod">
          <ac:chgData name="KRIPI BADONIA" userId="5875e0c1-f727-471f-be94-0832844896ec" providerId="ADAL" clId="{F8B8405B-CA09-FA48-AA14-C32810F61854}" dt="2023-08-18T06:09:06.921" v="9478" actId="478"/>
          <ac:spMkLst>
            <pc:docMk/>
            <pc:sldMk cId="2564456597" sldId="314"/>
            <ac:spMk id="98" creationId="{B9CCA84E-3A71-1943-976B-01B674D7AA31}"/>
          </ac:spMkLst>
        </pc:spChg>
        <pc:spChg chg="add del mod">
          <ac:chgData name="KRIPI BADONIA" userId="5875e0c1-f727-471f-be94-0832844896ec" providerId="ADAL" clId="{F8B8405B-CA09-FA48-AA14-C32810F61854}" dt="2023-08-18T06:09:06.921" v="9478" actId="478"/>
          <ac:spMkLst>
            <pc:docMk/>
            <pc:sldMk cId="2564456597" sldId="314"/>
            <ac:spMk id="99" creationId="{D6C1185B-69E8-E44A-86D5-AF78436107DC}"/>
          </ac:spMkLst>
        </pc:spChg>
        <pc:spChg chg="add mod">
          <ac:chgData name="KRIPI BADONIA" userId="5875e0c1-f727-471f-be94-0832844896ec" providerId="ADAL" clId="{F8B8405B-CA09-FA48-AA14-C32810F61854}" dt="2023-08-18T07:40:11.871" v="11605" actId="1035"/>
          <ac:spMkLst>
            <pc:docMk/>
            <pc:sldMk cId="2564456597" sldId="314"/>
            <ac:spMk id="100" creationId="{EBEACC6D-752C-2946-834C-FF97F559035A}"/>
          </ac:spMkLst>
        </pc:spChg>
        <pc:spChg chg="add mod">
          <ac:chgData name="KRIPI BADONIA" userId="5875e0c1-f727-471f-be94-0832844896ec" providerId="ADAL" clId="{F8B8405B-CA09-FA48-AA14-C32810F61854}" dt="2023-08-18T07:40:11.871" v="11605" actId="1035"/>
          <ac:spMkLst>
            <pc:docMk/>
            <pc:sldMk cId="2564456597" sldId="314"/>
            <ac:spMk id="101" creationId="{1BD05A0B-E4CB-3241-B059-0751AA049179}"/>
          </ac:spMkLst>
        </pc:spChg>
        <pc:spChg chg="add del mod">
          <ac:chgData name="KRIPI BADONIA" userId="5875e0c1-f727-471f-be94-0832844896ec" providerId="ADAL" clId="{F8B8405B-CA09-FA48-AA14-C32810F61854}" dt="2023-08-18T05:49:42.842" v="9051" actId="478"/>
          <ac:spMkLst>
            <pc:docMk/>
            <pc:sldMk cId="2564456597" sldId="314"/>
            <ac:spMk id="102" creationId="{400B5434-0FEB-714E-BABA-238C493AC771}"/>
          </ac:spMkLst>
        </pc:spChg>
        <pc:spChg chg="add del mod">
          <ac:chgData name="KRIPI BADONIA" userId="5875e0c1-f727-471f-be94-0832844896ec" providerId="ADAL" clId="{F8B8405B-CA09-FA48-AA14-C32810F61854}" dt="2023-08-18T05:49:42.842" v="9051" actId="478"/>
          <ac:spMkLst>
            <pc:docMk/>
            <pc:sldMk cId="2564456597" sldId="314"/>
            <ac:spMk id="103" creationId="{ADC35C1B-98AE-7A4B-B5DB-5E6F9900818E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04" creationId="{F31E163D-03DB-D74E-8DC8-30AC8E0CE64F}"/>
          </ac:spMkLst>
        </pc:spChg>
        <pc:spChg chg="add mod">
          <ac:chgData name="KRIPI BADONIA" userId="5875e0c1-f727-471f-be94-0832844896ec" providerId="ADAL" clId="{F8B8405B-CA09-FA48-AA14-C32810F61854}" dt="2023-08-18T07:40:11.871" v="11605" actId="1035"/>
          <ac:spMkLst>
            <pc:docMk/>
            <pc:sldMk cId="2564456597" sldId="314"/>
            <ac:spMk id="105" creationId="{CB0BE75A-C753-414A-9A5F-8984A4C0289D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06" creationId="{1A36D522-18E4-1A41-86F5-AC351676FA88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07" creationId="{85F5A36C-9A7F-5444-B56B-BE80657AA13C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08" creationId="{B7271D8E-589E-8846-AE19-199204ADAC3E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09" creationId="{34C78808-5E97-264A-BA83-74A77291FD3E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10" creationId="{F560FF1F-A143-B241-BE9B-3E683694F058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11" creationId="{F27A0B98-4D15-604D-8371-22E3B26ADAE6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12" creationId="{56E34AD5-6BB6-6140-B9AF-30E74D0BABD2}"/>
          </ac:spMkLst>
        </pc:spChg>
        <pc:spChg chg="add mod">
          <ac:chgData name="KRIPI BADONIA" userId="5875e0c1-f727-471f-be94-0832844896ec" providerId="ADAL" clId="{F8B8405B-CA09-FA48-AA14-C32810F61854}" dt="2023-08-18T06:09:26.060" v="9480" actId="1076"/>
          <ac:spMkLst>
            <pc:docMk/>
            <pc:sldMk cId="2564456597" sldId="314"/>
            <ac:spMk id="113" creationId="{EE589DC4-6B32-6D43-85B3-74A3320FDC8D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14" creationId="{ABB758BE-2FE3-1040-840D-F299460AD7E1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15" creationId="{4DC86B94-5E70-F74E-B9E6-E6938AC91FCA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16" creationId="{AD0F3302-7D55-BE40-ACCB-632051EF86F3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17" creationId="{819B4CA0-41B7-3542-9F8D-E9CB989774A7}"/>
          </ac:spMkLst>
        </pc:spChg>
        <pc:spChg chg="add mod">
          <ac:chgData name="KRIPI BADONIA" userId="5875e0c1-f727-471f-be94-0832844896ec" providerId="ADAL" clId="{F8B8405B-CA09-FA48-AA14-C32810F61854}" dt="2023-08-18T05:56:46.399" v="9219" actId="14100"/>
          <ac:spMkLst>
            <pc:docMk/>
            <pc:sldMk cId="2564456597" sldId="314"/>
            <ac:spMk id="118" creationId="{0E867AF5-86E4-9645-9AA8-1EE16C0897B3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19" creationId="{F3D4AC3E-27F3-0B46-BB70-7FDC5A12640C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0" creationId="{4DA04334-80DF-0C4A-AEB5-D63CD91EBFBF}"/>
          </ac:spMkLst>
        </pc:spChg>
        <pc:spChg chg="add del mod">
          <ac:chgData name="KRIPI BADONIA" userId="5875e0c1-f727-471f-be94-0832844896ec" providerId="ADAL" clId="{F8B8405B-CA09-FA48-AA14-C32810F61854}" dt="2023-08-18T05:56:27.852" v="9214" actId="478"/>
          <ac:spMkLst>
            <pc:docMk/>
            <pc:sldMk cId="2564456597" sldId="314"/>
            <ac:spMk id="121" creationId="{864FAFFC-CBC9-9947-B2B3-C3820B74F940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2" creationId="{69BAD44C-9236-814B-8B6B-152A7FCA99BC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3" creationId="{78039DBE-4432-6748-B546-CE465A45D324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4" creationId="{B89F2C7E-39BA-4F47-9E16-B15C9CD05F8F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5" creationId="{0ECE6544-CCA1-0E46-8F31-89BF73D8C7CC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26" creationId="{24C40DF7-CA34-174D-AB4E-3760F94A02BA}"/>
          </ac:spMkLst>
        </pc:spChg>
        <pc:spChg chg="add mod">
          <ac:chgData name="KRIPI BADONIA" userId="5875e0c1-f727-471f-be94-0832844896ec" providerId="ADAL" clId="{F8B8405B-CA09-FA48-AA14-C32810F61854}" dt="2023-08-18T05:56:51.389" v="9231" actId="20577"/>
          <ac:spMkLst>
            <pc:docMk/>
            <pc:sldMk cId="2564456597" sldId="314"/>
            <ac:spMk id="127" creationId="{8EA1C399-97C1-834E-9CEE-0842FC525797}"/>
          </ac:spMkLst>
        </pc:spChg>
        <pc:spChg chg="add del mod">
          <ac:chgData name="KRIPI BADONIA" userId="5875e0c1-f727-471f-be94-0832844896ec" providerId="ADAL" clId="{F8B8405B-CA09-FA48-AA14-C32810F61854}" dt="2023-08-18T05:56:55.009" v="9233"/>
          <ac:spMkLst>
            <pc:docMk/>
            <pc:sldMk cId="2564456597" sldId="314"/>
            <ac:spMk id="128" creationId="{8897347E-5AC4-9943-9929-D565EAB70A4D}"/>
          </ac:spMkLst>
        </pc:spChg>
        <pc:spChg chg="add del mod">
          <ac:chgData name="KRIPI BADONIA" userId="5875e0c1-f727-471f-be94-0832844896ec" providerId="ADAL" clId="{F8B8405B-CA09-FA48-AA14-C32810F61854}" dt="2023-08-18T07:36:13.394" v="11557" actId="478"/>
          <ac:spMkLst>
            <pc:docMk/>
            <pc:sldMk cId="2564456597" sldId="314"/>
            <ac:spMk id="129" creationId="{3B998F2E-5F0F-4845-8F6B-88052BD7C1C4}"/>
          </ac:spMkLst>
        </pc:spChg>
        <pc:spChg chg="del mod">
          <ac:chgData name="KRIPI BADONIA" userId="5875e0c1-f727-471f-be94-0832844896ec" providerId="ADAL" clId="{F8B8405B-CA09-FA48-AA14-C32810F61854}" dt="2023-08-18T07:38:29.135" v="11576" actId="478"/>
          <ac:spMkLst>
            <pc:docMk/>
            <pc:sldMk cId="2564456597" sldId="314"/>
            <ac:spMk id="130" creationId="{0C2C31FE-6A7C-4A4D-B8AE-D62BC5BAF4EB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0" creationId="{3E95579D-5D7F-204E-9F1A-B5454A744F3F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1" creationId="{86ACE553-03E8-2B46-B7BA-345ACBD772CC}"/>
          </ac:spMkLst>
        </pc:spChg>
        <pc:spChg chg="mod">
          <ac:chgData name="KRIPI BADONIA" userId="5875e0c1-f727-471f-be94-0832844896ec" providerId="ADAL" clId="{F8B8405B-CA09-FA48-AA14-C32810F61854}" dt="2023-08-18T07:38:10.302" v="11571" actId="255"/>
          <ac:spMkLst>
            <pc:docMk/>
            <pc:sldMk cId="2564456597" sldId="314"/>
            <ac:spMk id="131" creationId="{A674DF95-5219-9D46-B4A1-372B7C8FCBEA}"/>
          </ac:spMkLst>
        </pc:spChg>
        <pc:spChg chg="mod">
          <ac:chgData name="KRIPI BADONIA" userId="5875e0c1-f727-471f-be94-0832844896ec" providerId="ADAL" clId="{F8B8405B-CA09-FA48-AA14-C32810F61854}" dt="2023-08-18T07:38:25.685" v="11575" actId="1076"/>
          <ac:spMkLst>
            <pc:docMk/>
            <pc:sldMk cId="2564456597" sldId="314"/>
            <ac:spMk id="132" creationId="{02A04DEC-42BB-C844-8ED0-1290162900BB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2" creationId="{DE89EEBF-18F7-6E4A-A31F-CF36F5BACBBD}"/>
          </ac:spMkLst>
        </pc:spChg>
        <pc:spChg chg="mod">
          <ac:chgData name="KRIPI BADONIA" userId="5875e0c1-f727-471f-be94-0832844896ec" providerId="ADAL" clId="{F8B8405B-CA09-FA48-AA14-C32810F61854}" dt="2023-08-18T07:38:10.302" v="11571" actId="255"/>
          <ac:spMkLst>
            <pc:docMk/>
            <pc:sldMk cId="2564456597" sldId="314"/>
            <ac:spMk id="133" creationId="{2F31C36E-23B8-A941-A0ED-C89F6A60ACCC}"/>
          </ac:spMkLst>
        </pc:spChg>
        <pc:spChg chg="mod">
          <ac:chgData name="KRIPI BADONIA" userId="5875e0c1-f727-471f-be94-0832844896ec" providerId="ADAL" clId="{F8B8405B-CA09-FA48-AA14-C32810F61854}" dt="2023-08-18T07:38:10.302" v="11571" actId="255"/>
          <ac:spMkLst>
            <pc:docMk/>
            <pc:sldMk cId="2564456597" sldId="314"/>
            <ac:spMk id="134" creationId="{DDABE232-28C3-C940-A662-6B934D36F45F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4" creationId="{F70A8EF6-7986-CF47-977B-DBAA35C74A73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5" creationId="{6C8653A6-33B9-2B45-9EB7-38D2A2A7838D}"/>
          </ac:spMkLst>
        </pc:spChg>
        <pc:spChg chg="del mod">
          <ac:chgData name="KRIPI BADONIA" userId="5875e0c1-f727-471f-be94-0832844896ec" providerId="ADAL" clId="{F8B8405B-CA09-FA48-AA14-C32810F61854}" dt="2023-08-18T07:36:15.769" v="11558" actId="478"/>
          <ac:spMkLst>
            <pc:docMk/>
            <pc:sldMk cId="2564456597" sldId="314"/>
            <ac:spMk id="135" creationId="{A7D99A56-A533-CE43-89F6-AA6983AF5353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6" creationId="{9B6E5F86-C56C-2F43-B178-0D2705EC1225}"/>
          </ac:spMkLst>
        </pc:spChg>
        <pc:spChg chg="del mod">
          <ac:chgData name="KRIPI BADONIA" userId="5875e0c1-f727-471f-be94-0832844896ec" providerId="ADAL" clId="{F8B8405B-CA09-FA48-AA14-C32810F61854}" dt="2023-08-18T07:39:01.975" v="11580" actId="478"/>
          <ac:spMkLst>
            <pc:docMk/>
            <pc:sldMk cId="2564456597" sldId="314"/>
            <ac:spMk id="136" creationId="{A8BF4C92-E257-B34B-B9A4-E60A801A395C}"/>
          </ac:spMkLst>
        </pc:spChg>
        <pc:spChg chg="del mod">
          <ac:chgData name="KRIPI BADONIA" userId="5875e0c1-f727-471f-be94-0832844896ec" providerId="ADAL" clId="{F8B8405B-CA09-FA48-AA14-C32810F61854}" dt="2023-08-18T07:39:13.485" v="11581" actId="478"/>
          <ac:spMkLst>
            <pc:docMk/>
            <pc:sldMk cId="2564456597" sldId="314"/>
            <ac:spMk id="137" creationId="{750705A2-7F4F-8640-9F6E-E3BE86282B47}"/>
          </ac:spMkLst>
        </pc:spChg>
        <pc:spChg chg="del mod">
          <ac:chgData name="KRIPI BADONIA" userId="5875e0c1-f727-471f-be94-0832844896ec" providerId="ADAL" clId="{F8B8405B-CA09-FA48-AA14-C32810F61854}" dt="2023-08-18T07:39:15.770" v="11582" actId="478"/>
          <ac:spMkLst>
            <pc:docMk/>
            <pc:sldMk cId="2564456597" sldId="314"/>
            <ac:spMk id="138" creationId="{C63FAE28-C183-AD4B-AD98-3393D81E88EF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8" creationId="{E9CDD0F7-2F31-5C4E-A1CD-BA9F2B43F555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39" creationId="{79ABEACF-EA67-2642-A3FB-B9AF12E822F0}"/>
          </ac:spMkLst>
        </pc:spChg>
        <pc:spChg chg="del mod">
          <ac:chgData name="KRIPI BADONIA" userId="5875e0c1-f727-471f-be94-0832844896ec" providerId="ADAL" clId="{F8B8405B-CA09-FA48-AA14-C32810F61854}" dt="2023-08-18T07:39:18.852" v="11583" actId="478"/>
          <ac:spMkLst>
            <pc:docMk/>
            <pc:sldMk cId="2564456597" sldId="314"/>
            <ac:spMk id="139" creationId="{A340339D-AED7-6443-BAD8-3613CE2FA4F4}"/>
          </ac:spMkLst>
        </pc:spChg>
        <pc:spChg chg="add mod">
          <ac:chgData name="KRIPI BADONIA" userId="5875e0c1-f727-471f-be94-0832844896ec" providerId="ADAL" clId="{F8B8405B-CA09-FA48-AA14-C32810F61854}" dt="2023-08-18T07:39:42.664" v="11586" actId="1076"/>
          <ac:spMkLst>
            <pc:docMk/>
            <pc:sldMk cId="2564456597" sldId="314"/>
            <ac:spMk id="140" creationId="{0DBEF972-B6D9-E440-93C3-ACD5A4E837AC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40" creationId="{AAD79A97-B73F-0044-9586-750FED8D4EA0}"/>
          </ac:spMkLst>
        </pc:spChg>
        <pc:spChg chg="add mod">
          <ac:chgData name="KRIPI BADONIA" userId="5875e0c1-f727-471f-be94-0832844896ec" providerId="ADAL" clId="{F8B8405B-CA09-FA48-AA14-C32810F61854}" dt="2023-08-18T07:39:51.053" v="11590" actId="1076"/>
          <ac:spMkLst>
            <pc:docMk/>
            <pc:sldMk cId="2564456597" sldId="314"/>
            <ac:spMk id="141" creationId="{3A7F735F-C98B-C146-8D6B-3599065EF3AE}"/>
          </ac:spMkLst>
        </pc:spChg>
        <pc:spChg chg="add del mod">
          <ac:chgData name="KRIPI BADONIA" userId="5875e0c1-f727-471f-be94-0832844896ec" providerId="ADAL" clId="{F8B8405B-CA09-FA48-AA14-C32810F61854}" dt="2023-08-18T05:58:16.650" v="9234" actId="478"/>
          <ac:spMkLst>
            <pc:docMk/>
            <pc:sldMk cId="2564456597" sldId="314"/>
            <ac:spMk id="141" creationId="{E58CB6D6-6C5C-424F-8F93-5FB0D5E3339E}"/>
          </ac:spMkLst>
        </pc:spChg>
        <pc:spChg chg="add mod">
          <ac:chgData name="KRIPI BADONIA" userId="5875e0c1-f727-471f-be94-0832844896ec" providerId="ADAL" clId="{F8B8405B-CA09-FA48-AA14-C32810F61854}" dt="2023-08-18T07:39:57.222" v="11594" actId="20577"/>
          <ac:spMkLst>
            <pc:docMk/>
            <pc:sldMk cId="2564456597" sldId="314"/>
            <ac:spMk id="142" creationId="{ECADDF28-C382-9C44-82D6-BCC4CC930A28}"/>
          </ac:spMkLst>
        </pc:spChg>
        <pc:spChg chg="add mod">
          <ac:chgData name="KRIPI BADONIA" userId="5875e0c1-f727-471f-be94-0832844896ec" providerId="ADAL" clId="{F8B8405B-CA09-FA48-AA14-C32810F61854}" dt="2023-08-18T07:40:04.858" v="11598" actId="20577"/>
          <ac:spMkLst>
            <pc:docMk/>
            <pc:sldMk cId="2564456597" sldId="314"/>
            <ac:spMk id="143" creationId="{51CC5F34-6215-154F-A76A-BAEABC3B510A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43" creationId="{953B7C5F-262E-8542-B0DE-5DAAAA277027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44" creationId="{C0285BE1-0A5C-5541-BC3B-C281D9DFD688}"/>
          </ac:spMkLst>
        </pc:spChg>
        <pc:spChg chg="add mod">
          <ac:chgData name="KRIPI BADONIA" userId="5875e0c1-f727-471f-be94-0832844896ec" providerId="ADAL" clId="{F8B8405B-CA09-FA48-AA14-C32810F61854}" dt="2023-08-18T07:43:26.811" v="11854" actId="1076"/>
          <ac:spMkLst>
            <pc:docMk/>
            <pc:sldMk cId="2564456597" sldId="314"/>
            <ac:spMk id="145" creationId="{58B052B5-397B-8C45-8C08-C3D63BFEF5E6}"/>
          </ac:spMkLst>
        </pc:spChg>
        <pc:spChg chg="mod">
          <ac:chgData name="KRIPI BADONIA" userId="5875e0c1-f727-471f-be94-0832844896ec" providerId="ADAL" clId="{F8B8405B-CA09-FA48-AA14-C32810F61854}" dt="2023-08-18T05:54:07.218" v="9152" actId="1076"/>
          <ac:spMkLst>
            <pc:docMk/>
            <pc:sldMk cId="2564456597" sldId="314"/>
            <ac:spMk id="145" creationId="{6A7726DF-E60E-174E-8885-5BAE426D2A8F}"/>
          </ac:spMkLst>
        </pc:spChg>
        <pc:spChg chg="mod">
          <ac:chgData name="KRIPI BADONIA" userId="5875e0c1-f727-471f-be94-0832844896ec" providerId="ADAL" clId="{F8B8405B-CA09-FA48-AA14-C32810F61854}" dt="2023-08-18T05:56:10.648" v="9206" actId="1076"/>
          <ac:spMkLst>
            <pc:docMk/>
            <pc:sldMk cId="2564456597" sldId="314"/>
            <ac:spMk id="147" creationId="{6788667D-5271-114E-8DD7-8010C7870870}"/>
          </ac:spMkLst>
        </pc:spChg>
        <pc:spChg chg="mod">
          <ac:chgData name="KRIPI BADONIA" userId="5875e0c1-f727-471f-be94-0832844896ec" providerId="ADAL" clId="{F8B8405B-CA09-FA48-AA14-C32810F61854}" dt="2023-08-18T05:56:10.648" v="9206" actId="1076"/>
          <ac:spMkLst>
            <pc:docMk/>
            <pc:sldMk cId="2564456597" sldId="314"/>
            <ac:spMk id="148" creationId="{E06E0ED7-10C9-0944-998A-9F23132D103E}"/>
          </ac:spMkLst>
        </pc:spChg>
        <pc:spChg chg="mod">
          <ac:chgData name="KRIPI BADONIA" userId="5875e0c1-f727-471f-be94-0832844896ec" providerId="ADAL" clId="{F8B8405B-CA09-FA48-AA14-C32810F61854}" dt="2023-08-18T05:56:10.648" v="9206" actId="1076"/>
          <ac:spMkLst>
            <pc:docMk/>
            <pc:sldMk cId="2564456597" sldId="314"/>
            <ac:spMk id="149" creationId="{964EBE93-3AFA-7147-A92D-D05B0A6C6D23}"/>
          </ac:spMkLst>
        </pc:spChg>
        <pc:spChg chg="mod">
          <ac:chgData name="KRIPI BADONIA" userId="5875e0c1-f727-471f-be94-0832844896ec" providerId="ADAL" clId="{F8B8405B-CA09-FA48-AA14-C32810F61854}" dt="2023-08-18T06:08:07.306" v="9460" actId="14100"/>
          <ac:spMkLst>
            <pc:docMk/>
            <pc:sldMk cId="2564456597" sldId="314"/>
            <ac:spMk id="152" creationId="{844F42D6-BD75-C846-83B5-F87DDFDE5598}"/>
          </ac:spMkLst>
        </pc:spChg>
        <pc:spChg chg="mod">
          <ac:chgData name="KRIPI BADONIA" userId="5875e0c1-f727-471f-be94-0832844896ec" providerId="ADAL" clId="{F8B8405B-CA09-FA48-AA14-C32810F61854}" dt="2023-08-18T06:08:20.592" v="9473" actId="404"/>
          <ac:spMkLst>
            <pc:docMk/>
            <pc:sldMk cId="2564456597" sldId="314"/>
            <ac:spMk id="153" creationId="{93574581-B7E0-E745-B22B-FD7622C4B7F8}"/>
          </ac:spMkLst>
        </pc:spChg>
        <pc:spChg chg="mod">
          <ac:chgData name="KRIPI BADONIA" userId="5875e0c1-f727-471f-be94-0832844896ec" providerId="ADAL" clId="{F8B8405B-CA09-FA48-AA14-C32810F61854}" dt="2023-08-18T06:03:09.221" v="9346" actId="404"/>
          <ac:spMkLst>
            <pc:docMk/>
            <pc:sldMk cId="2564456597" sldId="314"/>
            <ac:spMk id="155" creationId="{4D8F22C0-CE61-F14A-A6C4-1A6A41561691}"/>
          </ac:spMkLst>
        </pc:spChg>
        <pc:spChg chg="mod">
          <ac:chgData name="KRIPI BADONIA" userId="5875e0c1-f727-471f-be94-0832844896ec" providerId="ADAL" clId="{F8B8405B-CA09-FA48-AA14-C32810F61854}" dt="2023-08-18T06:03:58.945" v="9359" actId="20577"/>
          <ac:spMkLst>
            <pc:docMk/>
            <pc:sldMk cId="2564456597" sldId="314"/>
            <ac:spMk id="156" creationId="{2B9CB08F-DE00-1245-BF87-3F241DC2C48B}"/>
          </ac:spMkLst>
        </pc:spChg>
        <pc:spChg chg="mod">
          <ac:chgData name="KRIPI BADONIA" userId="5875e0c1-f727-471f-be94-0832844896ec" providerId="ADAL" clId="{F8B8405B-CA09-FA48-AA14-C32810F61854}" dt="2023-08-18T05:58:54.437" v="9243"/>
          <ac:spMkLst>
            <pc:docMk/>
            <pc:sldMk cId="2564456597" sldId="314"/>
            <ac:spMk id="158" creationId="{FC7C1825-97EF-9348-BAD1-1449EC5C998B}"/>
          </ac:spMkLst>
        </pc:spChg>
        <pc:spChg chg="mod">
          <ac:chgData name="KRIPI BADONIA" userId="5875e0c1-f727-471f-be94-0832844896ec" providerId="ADAL" clId="{F8B8405B-CA09-FA48-AA14-C32810F61854}" dt="2023-08-18T06:03:04.039" v="9345" actId="404"/>
          <ac:spMkLst>
            <pc:docMk/>
            <pc:sldMk cId="2564456597" sldId="314"/>
            <ac:spMk id="159" creationId="{EE0B5B40-DD5B-FE4F-B388-271AFCA12366}"/>
          </ac:spMkLst>
        </pc:spChg>
        <pc:spChg chg="add del mod">
          <ac:chgData name="KRIPI BADONIA" userId="5875e0c1-f727-471f-be94-0832844896ec" providerId="ADAL" clId="{F8B8405B-CA09-FA48-AA14-C32810F61854}" dt="2023-08-18T06:00:33.319" v="9272"/>
          <ac:spMkLst>
            <pc:docMk/>
            <pc:sldMk cId="2564456597" sldId="314"/>
            <ac:spMk id="160" creationId="{76549B76-2B0E-3047-82A0-85651A2EEF26}"/>
          </ac:spMkLst>
        </pc:spChg>
        <pc:spChg chg="mod">
          <ac:chgData name="KRIPI BADONIA" userId="5875e0c1-f727-471f-be94-0832844896ec" providerId="ADAL" clId="{F8B8405B-CA09-FA48-AA14-C32810F61854}" dt="2023-08-18T06:03:09.221" v="9346" actId="404"/>
          <ac:spMkLst>
            <pc:docMk/>
            <pc:sldMk cId="2564456597" sldId="314"/>
            <ac:spMk id="162" creationId="{AB4FDA5D-9C29-D449-8999-A70760EE75E5}"/>
          </ac:spMkLst>
        </pc:spChg>
        <pc:spChg chg="mod">
          <ac:chgData name="KRIPI BADONIA" userId="5875e0c1-f727-471f-be94-0832844896ec" providerId="ADAL" clId="{F8B8405B-CA09-FA48-AA14-C32810F61854}" dt="2023-08-18T06:04:16.553" v="9405" actId="1037"/>
          <ac:spMkLst>
            <pc:docMk/>
            <pc:sldMk cId="2564456597" sldId="314"/>
            <ac:spMk id="163" creationId="{D6A3D061-C1B9-CD46-ACD2-56052399244C}"/>
          </ac:spMkLst>
        </pc:spChg>
        <pc:spChg chg="add del mod">
          <ac:chgData name="KRIPI BADONIA" userId="5875e0c1-f727-471f-be94-0832844896ec" providerId="ADAL" clId="{F8B8405B-CA09-FA48-AA14-C32810F61854}" dt="2023-08-18T06:02:26.151" v="9319"/>
          <ac:spMkLst>
            <pc:docMk/>
            <pc:sldMk cId="2564456597" sldId="314"/>
            <ac:spMk id="164" creationId="{9D56E819-AD50-BC4B-B7A3-7CF623C65277}"/>
          </ac:spMkLst>
        </pc:spChg>
        <pc:spChg chg="mod">
          <ac:chgData name="KRIPI BADONIA" userId="5875e0c1-f727-471f-be94-0832844896ec" providerId="ADAL" clId="{F8B8405B-CA09-FA48-AA14-C32810F61854}" dt="2023-08-18T06:02:27.800" v="9320"/>
          <ac:spMkLst>
            <pc:docMk/>
            <pc:sldMk cId="2564456597" sldId="314"/>
            <ac:spMk id="166" creationId="{4C66F2AB-4711-D34E-A9C9-9A5121FF18FE}"/>
          </ac:spMkLst>
        </pc:spChg>
        <pc:spChg chg="mod">
          <ac:chgData name="KRIPI BADONIA" userId="5875e0c1-f727-471f-be94-0832844896ec" providerId="ADAL" clId="{F8B8405B-CA09-FA48-AA14-C32810F61854}" dt="2023-08-18T06:08:16.679" v="9472" actId="404"/>
          <ac:spMkLst>
            <pc:docMk/>
            <pc:sldMk cId="2564456597" sldId="314"/>
            <ac:spMk id="167" creationId="{AC46216D-640E-244E-AC76-2D740FEF3F8F}"/>
          </ac:spMkLst>
        </pc:spChg>
        <pc:spChg chg="add mod">
          <ac:chgData name="KRIPI BADONIA" userId="5875e0c1-f727-471f-be94-0832844896ec" providerId="ADAL" clId="{F8B8405B-CA09-FA48-AA14-C32810F61854}" dt="2023-08-18T06:10:19.086" v="9572" actId="20577"/>
          <ac:spMkLst>
            <pc:docMk/>
            <pc:sldMk cId="2564456597" sldId="314"/>
            <ac:spMk id="168" creationId="{7A2C1CAD-C1FB-2546-AA71-7BE7D10BBD34}"/>
          </ac:spMkLst>
        </pc:spChg>
        <pc:spChg chg="add mod">
          <ac:chgData name="KRIPI BADONIA" userId="5875e0c1-f727-471f-be94-0832844896ec" providerId="ADAL" clId="{F8B8405B-CA09-FA48-AA14-C32810F61854}" dt="2023-08-18T06:17:04.296" v="9911" actId="20577"/>
          <ac:spMkLst>
            <pc:docMk/>
            <pc:sldMk cId="2564456597" sldId="314"/>
            <ac:spMk id="169" creationId="{708817ED-CEDF-7A48-8433-11FB97D17D43}"/>
          </ac:spMkLst>
        </pc:spChg>
        <pc:spChg chg="mod">
          <ac:chgData name="KRIPI BADONIA" userId="5875e0c1-f727-471f-be94-0832844896ec" providerId="ADAL" clId="{F8B8405B-CA09-FA48-AA14-C32810F61854}" dt="2023-08-18T06:11:32.697" v="9606" actId="14100"/>
          <ac:spMkLst>
            <pc:docMk/>
            <pc:sldMk cId="2564456597" sldId="314"/>
            <ac:spMk id="171" creationId="{E05EBDDE-DBBC-AB41-87EA-8BFEBF451281}"/>
          </ac:spMkLst>
        </pc:spChg>
        <pc:spChg chg="mod">
          <ac:chgData name="KRIPI BADONIA" userId="5875e0c1-f727-471f-be94-0832844896ec" providerId="ADAL" clId="{F8B8405B-CA09-FA48-AA14-C32810F61854}" dt="2023-08-18T06:11:32.697" v="9606" actId="14100"/>
          <ac:spMkLst>
            <pc:docMk/>
            <pc:sldMk cId="2564456597" sldId="314"/>
            <ac:spMk id="172" creationId="{8C1AAE76-0455-C544-8376-D8EE0AC82527}"/>
          </ac:spMkLst>
        </pc:spChg>
        <pc:spChg chg="add mod">
          <ac:chgData name="KRIPI BADONIA" userId="5875e0c1-f727-471f-be94-0832844896ec" providerId="ADAL" clId="{F8B8405B-CA09-FA48-AA14-C32810F61854}" dt="2023-08-18T06:27:13.080" v="10052" actId="14100"/>
          <ac:spMkLst>
            <pc:docMk/>
            <pc:sldMk cId="2564456597" sldId="314"/>
            <ac:spMk id="173" creationId="{68738422-2EB1-3843-BA9D-857604A0F58F}"/>
          </ac:spMkLst>
        </pc:spChg>
        <pc:spChg chg="add mod">
          <ac:chgData name="KRIPI BADONIA" userId="5875e0c1-f727-471f-be94-0832844896ec" providerId="ADAL" clId="{F8B8405B-CA09-FA48-AA14-C32810F61854}" dt="2023-08-18T06:16:54.005" v="9908" actId="1036"/>
          <ac:spMkLst>
            <pc:docMk/>
            <pc:sldMk cId="2564456597" sldId="314"/>
            <ac:spMk id="174" creationId="{9D33EE9E-2183-8645-8ABF-B84079C863D0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75" creationId="{8A7AA586-7715-B74A-AA1E-478902B0F856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76" creationId="{AD93F1F7-E457-D447-8AC3-4768730E5EAC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77" creationId="{EC51F76C-2648-D544-98B8-825CDDEF363A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78" creationId="{9ACAC407-285C-6B40-9972-CEE650F35462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79" creationId="{E40922B5-4774-414E-8C11-14A5A5DB0D3B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80" creationId="{376CB8D0-C391-1142-9F4A-6CB20B668B8F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81" creationId="{66EF3119-B6D2-B84F-B37E-289C2A3BA031}"/>
          </ac:spMkLst>
        </pc:spChg>
        <pc:spChg chg="add del mod">
          <ac:chgData name="KRIPI BADONIA" userId="5875e0c1-f727-471f-be94-0832844896ec" providerId="ADAL" clId="{F8B8405B-CA09-FA48-AA14-C32810F61854}" dt="2023-08-18T06:17:49.450" v="9929" actId="478"/>
          <ac:spMkLst>
            <pc:docMk/>
            <pc:sldMk cId="2564456597" sldId="314"/>
            <ac:spMk id="182" creationId="{74AD5AF6-732A-1447-9995-A1E22D08510C}"/>
          </ac:spMkLst>
        </pc:spChg>
        <pc:spChg chg="add mod">
          <ac:chgData name="KRIPI BADONIA" userId="5875e0c1-f727-471f-be94-0832844896ec" providerId="ADAL" clId="{F8B8405B-CA09-FA48-AA14-C32810F61854}" dt="2023-08-18T06:16:54.005" v="9908" actId="1036"/>
          <ac:spMkLst>
            <pc:docMk/>
            <pc:sldMk cId="2564456597" sldId="314"/>
            <ac:spMk id="183" creationId="{BC57AAFD-8502-BA4C-887B-4E5EA5796614}"/>
          </ac:spMkLst>
        </pc:spChg>
        <pc:spChg chg="add mod">
          <ac:chgData name="KRIPI BADONIA" userId="5875e0c1-f727-471f-be94-0832844896ec" providerId="ADAL" clId="{F8B8405B-CA09-FA48-AA14-C32810F61854}" dt="2023-08-18T07:41:46.189" v="11652" actId="1076"/>
          <ac:spMkLst>
            <pc:docMk/>
            <pc:sldMk cId="2564456597" sldId="314"/>
            <ac:spMk id="184" creationId="{2EA0B741-ED92-254C-B3F7-EFF43D786877}"/>
          </ac:spMkLst>
        </pc:spChg>
        <pc:spChg chg="add mod">
          <ac:chgData name="KRIPI BADONIA" userId="5875e0c1-f727-471f-be94-0832844896ec" providerId="ADAL" clId="{F8B8405B-CA09-FA48-AA14-C32810F61854}" dt="2023-08-18T06:27:02.918" v="10045" actId="1036"/>
          <ac:spMkLst>
            <pc:docMk/>
            <pc:sldMk cId="2564456597" sldId="314"/>
            <ac:spMk id="185" creationId="{700B6358-53EA-224E-9B29-A624602D7DC0}"/>
          </ac:spMkLst>
        </pc:spChg>
        <pc:spChg chg="add mod">
          <ac:chgData name="KRIPI BADONIA" userId="5875e0c1-f727-471f-be94-0832844896ec" providerId="ADAL" clId="{F8B8405B-CA09-FA48-AA14-C32810F61854}" dt="2023-08-18T06:16:54.005" v="9908" actId="1036"/>
          <ac:spMkLst>
            <pc:docMk/>
            <pc:sldMk cId="2564456597" sldId="314"/>
            <ac:spMk id="186" creationId="{28D68469-CD35-DE41-9117-62AC3E975BB4}"/>
          </ac:spMkLst>
        </pc:spChg>
        <pc:spChg chg="add mod">
          <ac:chgData name="KRIPI BADONIA" userId="5875e0c1-f727-471f-be94-0832844896ec" providerId="ADAL" clId="{F8B8405B-CA09-FA48-AA14-C32810F61854}" dt="2023-08-18T06:16:54.005" v="9908" actId="1036"/>
          <ac:spMkLst>
            <pc:docMk/>
            <pc:sldMk cId="2564456597" sldId="314"/>
            <ac:spMk id="187" creationId="{DBEAF58D-FD5B-B244-8AAA-EC535057D401}"/>
          </ac:spMkLst>
        </pc:spChg>
        <pc:grpChg chg="add mod">
          <ac:chgData name="KRIPI BADONIA" userId="5875e0c1-f727-471f-be94-0832844896ec" providerId="ADAL" clId="{F8B8405B-CA09-FA48-AA14-C32810F61854}" dt="2023-08-18T07:43:23.848" v="11853" actId="1076"/>
          <ac:grpSpMkLst>
            <pc:docMk/>
            <pc:sldMk cId="2564456597" sldId="314"/>
            <ac:grpSpMk id="18" creationId="{0EAA55A7-3BE4-454A-979E-23CD6648F8EE}"/>
          </ac:grpSpMkLst>
        </pc:grpChg>
        <pc:grpChg chg="add mod">
          <ac:chgData name="KRIPI BADONIA" userId="5875e0c1-f727-471f-be94-0832844896ec" providerId="ADAL" clId="{F8B8405B-CA09-FA48-AA14-C32810F61854}" dt="2023-08-18T03:37:54.854" v="6254" actId="1035"/>
          <ac:grpSpMkLst>
            <pc:docMk/>
            <pc:sldMk cId="2564456597" sldId="314"/>
            <ac:grpSpMk id="37" creationId="{48E455BC-C402-9247-8260-0324CF2C4B4D}"/>
          </ac:grpSpMkLst>
        </pc:grpChg>
        <pc:grpChg chg="add mod">
          <ac:chgData name="KRIPI BADONIA" userId="5875e0c1-f727-471f-be94-0832844896ec" providerId="ADAL" clId="{F8B8405B-CA09-FA48-AA14-C32810F61854}" dt="2023-08-18T03:37:54.854" v="6254" actId="1035"/>
          <ac:grpSpMkLst>
            <pc:docMk/>
            <pc:sldMk cId="2564456597" sldId="314"/>
            <ac:grpSpMk id="40" creationId="{F83B35E2-CC5D-C24F-AFAC-58D50D91DBAD}"/>
          </ac:grpSpMkLst>
        </pc:grpChg>
        <pc:grpChg chg="add mod">
          <ac:chgData name="KRIPI BADONIA" userId="5875e0c1-f727-471f-be94-0832844896ec" providerId="ADAL" clId="{F8B8405B-CA09-FA48-AA14-C32810F61854}" dt="2023-08-18T03:37:54.854" v="6254" actId="1035"/>
          <ac:grpSpMkLst>
            <pc:docMk/>
            <pc:sldMk cId="2564456597" sldId="314"/>
            <ac:grpSpMk id="43" creationId="{4B443374-B564-8A4E-9B23-F53FCEFA2DEE}"/>
          </ac:grpSpMkLst>
        </pc:grpChg>
        <pc:grpChg chg="add mod">
          <ac:chgData name="KRIPI BADONIA" userId="5875e0c1-f727-471f-be94-0832844896ec" providerId="ADAL" clId="{F8B8405B-CA09-FA48-AA14-C32810F61854}" dt="2023-08-18T03:52:12.026" v="6370" actId="1076"/>
          <ac:grpSpMkLst>
            <pc:docMk/>
            <pc:sldMk cId="2564456597" sldId="314"/>
            <ac:grpSpMk id="60" creationId="{6D1C6307-258B-0542-B507-71CEF54FCA53}"/>
          </ac:grpSpMkLst>
        </pc:grpChg>
        <pc:grpChg chg="add mod">
          <ac:chgData name="KRIPI BADONIA" userId="5875e0c1-f727-471f-be94-0832844896ec" providerId="ADAL" clId="{F8B8405B-CA09-FA48-AA14-C32810F61854}" dt="2023-08-18T03:52:16.566" v="6372" actId="1076"/>
          <ac:grpSpMkLst>
            <pc:docMk/>
            <pc:sldMk cId="2564456597" sldId="314"/>
            <ac:grpSpMk id="64" creationId="{3F30CB88-F75E-C541-A734-BD46D7442E78}"/>
          </ac:grpSpMkLst>
        </pc:grpChg>
        <pc:grpChg chg="add del mod">
          <ac:chgData name="KRIPI BADONIA" userId="5875e0c1-f727-471f-be94-0832844896ec" providerId="ADAL" clId="{F8B8405B-CA09-FA48-AA14-C32810F61854}" dt="2023-08-18T03:52:21.710" v="6375" actId="478"/>
          <ac:grpSpMkLst>
            <pc:docMk/>
            <pc:sldMk cId="2564456597" sldId="314"/>
            <ac:grpSpMk id="67" creationId="{CDEB3B28-3F3E-C542-ABCC-5CCDC6E91E3B}"/>
          </ac:grpSpMkLst>
        </pc:grpChg>
        <pc:grpChg chg="add mod">
          <ac:chgData name="KRIPI BADONIA" userId="5875e0c1-f727-471f-be94-0832844896ec" providerId="ADAL" clId="{F8B8405B-CA09-FA48-AA14-C32810F61854}" dt="2023-08-18T03:52:19.971" v="6374" actId="571"/>
          <ac:grpSpMkLst>
            <pc:docMk/>
            <pc:sldMk cId="2564456597" sldId="314"/>
            <ac:grpSpMk id="70" creationId="{18498885-EE82-3345-BB90-494C60518596}"/>
          </ac:grpSpMkLst>
        </pc:grpChg>
        <pc:grpChg chg="add mod">
          <ac:chgData name="KRIPI BADONIA" userId="5875e0c1-f727-471f-be94-0832844896ec" providerId="ADAL" clId="{F8B8405B-CA09-FA48-AA14-C32810F61854}" dt="2023-08-18T03:59:09.511" v="6809" actId="1037"/>
          <ac:grpSpMkLst>
            <pc:docMk/>
            <pc:sldMk cId="2564456597" sldId="314"/>
            <ac:grpSpMk id="76" creationId="{DEB76CF3-BD22-3A42-A475-0CA0D8FA3F15}"/>
          </ac:grpSpMkLst>
        </pc:grpChg>
        <pc:grpChg chg="add mod">
          <ac:chgData name="KRIPI BADONIA" userId="5875e0c1-f727-471f-be94-0832844896ec" providerId="ADAL" clId="{F8B8405B-CA09-FA48-AA14-C32810F61854}" dt="2023-08-18T07:38:53.586" v="11579" actId="14100"/>
          <ac:grpSpMkLst>
            <pc:docMk/>
            <pc:sldMk cId="2564456597" sldId="314"/>
            <ac:grpSpMk id="128" creationId="{99378F12-C53F-C943-9498-7839BCF183F6}"/>
          </ac:grpSpMkLst>
        </pc:grpChg>
        <pc:grpChg chg="add del mod">
          <ac:chgData name="KRIPI BADONIA" userId="5875e0c1-f727-471f-be94-0832844896ec" providerId="ADAL" clId="{F8B8405B-CA09-FA48-AA14-C32810F61854}" dt="2023-08-18T05:56:20.260" v="9210" actId="478"/>
          <ac:grpSpMkLst>
            <pc:docMk/>
            <pc:sldMk cId="2564456597" sldId="314"/>
            <ac:grpSpMk id="129" creationId="{24F0BB42-23B2-844E-BBA0-CD8B9B1F5BFA}"/>
          </ac:grpSpMkLst>
        </pc:grpChg>
        <pc:grpChg chg="add del mod">
          <ac:chgData name="KRIPI BADONIA" userId="5875e0c1-f727-471f-be94-0832844896ec" providerId="ADAL" clId="{F8B8405B-CA09-FA48-AA14-C32810F61854}" dt="2023-08-18T05:56:20.260" v="9210" actId="478"/>
          <ac:grpSpMkLst>
            <pc:docMk/>
            <pc:sldMk cId="2564456597" sldId="314"/>
            <ac:grpSpMk id="133" creationId="{F8B49990-D3F6-EB4C-A5EE-3CA58D544225}"/>
          </ac:grpSpMkLst>
        </pc:grpChg>
        <pc:grpChg chg="add del mod">
          <ac:chgData name="KRIPI BADONIA" userId="5875e0c1-f727-471f-be94-0832844896ec" providerId="ADAL" clId="{F8B8405B-CA09-FA48-AA14-C32810F61854}" dt="2023-08-18T05:56:15.920" v="9208" actId="478"/>
          <ac:grpSpMkLst>
            <pc:docMk/>
            <pc:sldMk cId="2564456597" sldId="314"/>
            <ac:grpSpMk id="137" creationId="{D0DB380B-9FCC-B440-A292-553140543E06}"/>
          </ac:grpSpMkLst>
        </pc:grpChg>
        <pc:grpChg chg="add del mod">
          <ac:chgData name="KRIPI BADONIA" userId="5875e0c1-f727-471f-be94-0832844896ec" providerId="ADAL" clId="{F8B8405B-CA09-FA48-AA14-C32810F61854}" dt="2023-08-18T05:56:17.438" v="9209" actId="478"/>
          <ac:grpSpMkLst>
            <pc:docMk/>
            <pc:sldMk cId="2564456597" sldId="314"/>
            <ac:grpSpMk id="142" creationId="{53075039-7EFB-1048-9659-132EA0E6077B}"/>
          </ac:grpSpMkLst>
        </pc:grpChg>
        <pc:grpChg chg="add del mod">
          <ac:chgData name="KRIPI BADONIA" userId="5875e0c1-f727-471f-be94-0832844896ec" providerId="ADAL" clId="{F8B8405B-CA09-FA48-AA14-C32810F61854}" dt="2023-08-18T05:56:11.218" v="9207" actId="478"/>
          <ac:grpSpMkLst>
            <pc:docMk/>
            <pc:sldMk cId="2564456597" sldId="314"/>
            <ac:grpSpMk id="146" creationId="{9E10349C-FBC4-9848-96C0-0DBE82137E82}"/>
          </ac:grpSpMkLst>
        </pc:grpChg>
        <pc:grpChg chg="add mod">
          <ac:chgData name="KRIPI BADONIA" userId="5875e0c1-f727-471f-be94-0832844896ec" providerId="ADAL" clId="{F8B8405B-CA09-FA48-AA14-C32810F61854}" dt="2023-08-18T06:17:30.633" v="9928" actId="14100"/>
          <ac:grpSpMkLst>
            <pc:docMk/>
            <pc:sldMk cId="2564456597" sldId="314"/>
            <ac:grpSpMk id="150" creationId="{6FC69AF7-28FF-6241-9B12-D7AFDAC2AD78}"/>
          </ac:grpSpMkLst>
        </pc:grpChg>
        <pc:grpChg chg="add mod">
          <ac:chgData name="KRIPI BADONIA" userId="5875e0c1-f727-471f-be94-0832844896ec" providerId="ADAL" clId="{F8B8405B-CA09-FA48-AA14-C32810F61854}" dt="2023-08-18T06:17:30.633" v="9928" actId="14100"/>
          <ac:grpSpMkLst>
            <pc:docMk/>
            <pc:sldMk cId="2564456597" sldId="314"/>
            <ac:grpSpMk id="151" creationId="{93C43BB1-8209-224E-B508-922CD6F740E8}"/>
          </ac:grpSpMkLst>
        </pc:grpChg>
        <pc:grpChg chg="add mod">
          <ac:chgData name="KRIPI BADONIA" userId="5875e0c1-f727-471f-be94-0832844896ec" providerId="ADAL" clId="{F8B8405B-CA09-FA48-AA14-C32810F61854}" dt="2023-08-18T06:09:26.060" v="9480" actId="1076"/>
          <ac:grpSpMkLst>
            <pc:docMk/>
            <pc:sldMk cId="2564456597" sldId="314"/>
            <ac:grpSpMk id="154" creationId="{FCA789DB-6CC8-9143-BF86-D40A5F748A60}"/>
          </ac:grpSpMkLst>
        </pc:grpChg>
        <pc:grpChg chg="add mod">
          <ac:chgData name="KRIPI BADONIA" userId="5875e0c1-f727-471f-be94-0832844896ec" providerId="ADAL" clId="{F8B8405B-CA09-FA48-AA14-C32810F61854}" dt="2023-08-18T06:09:26.060" v="9480" actId="1076"/>
          <ac:grpSpMkLst>
            <pc:docMk/>
            <pc:sldMk cId="2564456597" sldId="314"/>
            <ac:grpSpMk id="157" creationId="{FDE66EA8-701A-5346-9928-768A0B099EEF}"/>
          </ac:grpSpMkLst>
        </pc:grpChg>
        <pc:grpChg chg="add mod">
          <ac:chgData name="KRIPI BADONIA" userId="5875e0c1-f727-471f-be94-0832844896ec" providerId="ADAL" clId="{F8B8405B-CA09-FA48-AA14-C32810F61854}" dt="2023-08-18T06:09:26.060" v="9480" actId="1076"/>
          <ac:grpSpMkLst>
            <pc:docMk/>
            <pc:sldMk cId="2564456597" sldId="314"/>
            <ac:grpSpMk id="161" creationId="{2908E868-DE23-0E47-BB42-4AE545FA2F17}"/>
          </ac:grpSpMkLst>
        </pc:grpChg>
        <pc:grpChg chg="add mod">
          <ac:chgData name="KRIPI BADONIA" userId="5875e0c1-f727-471f-be94-0832844896ec" providerId="ADAL" clId="{F8B8405B-CA09-FA48-AA14-C32810F61854}" dt="2023-08-18T06:09:26.060" v="9480" actId="1076"/>
          <ac:grpSpMkLst>
            <pc:docMk/>
            <pc:sldMk cId="2564456597" sldId="314"/>
            <ac:grpSpMk id="165" creationId="{08322CDF-DCC4-4845-9AF3-1343EC602E0C}"/>
          </ac:grpSpMkLst>
        </pc:grpChg>
        <pc:grpChg chg="add mod">
          <ac:chgData name="KRIPI BADONIA" userId="5875e0c1-f727-471f-be94-0832844896ec" providerId="ADAL" clId="{F8B8405B-CA09-FA48-AA14-C32810F61854}" dt="2023-08-18T06:11:51.451" v="9607" actId="1076"/>
          <ac:grpSpMkLst>
            <pc:docMk/>
            <pc:sldMk cId="2564456597" sldId="314"/>
            <ac:grpSpMk id="170" creationId="{0707D073-5B89-E241-A396-145410A1FE4A}"/>
          </ac:grpSpMkLst>
        </pc:grpChg>
        <pc:graphicFrameChg chg="add mod">
          <ac:chgData name="KRIPI BADONIA" userId="5875e0c1-f727-471f-be94-0832844896ec" providerId="ADAL" clId="{F8B8405B-CA09-FA48-AA14-C32810F61854}" dt="2023-08-18T03:58:49.497" v="6783"/>
          <ac:graphicFrameMkLst>
            <pc:docMk/>
            <pc:sldMk cId="2564456597" sldId="314"/>
            <ac:graphicFrameMk id="23" creationId="{CCC51673-AC19-9B4C-B934-4431E1C2B458}"/>
          </ac:graphicFrameMkLst>
        </pc:graphicFrameChg>
        <pc:graphicFrameChg chg="add mod">
          <ac:chgData name="KRIPI BADONIA" userId="5875e0c1-f727-471f-be94-0832844896ec" providerId="ADAL" clId="{F8B8405B-CA09-FA48-AA14-C32810F61854}" dt="2023-08-18T03:37:54.854" v="6254" actId="1035"/>
          <ac:graphicFrameMkLst>
            <pc:docMk/>
            <pc:sldMk cId="2564456597" sldId="314"/>
            <ac:graphicFrameMk id="26" creationId="{44B26B53-A700-4C4A-AB71-A0D13A24ED73}"/>
          </ac:graphicFrameMkLst>
        </pc:graphicFrameChg>
        <pc:graphicFrameChg chg="add del mod">
          <ac:chgData name="KRIPI BADONIA" userId="5875e0c1-f727-471f-be94-0832844896ec" providerId="ADAL" clId="{F8B8405B-CA09-FA48-AA14-C32810F61854}" dt="2023-08-18T03:27:14.524" v="5771"/>
          <ac:graphicFrameMkLst>
            <pc:docMk/>
            <pc:sldMk cId="2564456597" sldId="314"/>
            <ac:graphicFrameMk id="32" creationId="{EEA3AEB2-DF54-9742-96B7-7F3C764BA13B}"/>
          </ac:graphicFrameMkLst>
        </pc:graphicFrameChg>
        <pc:graphicFrameChg chg="add mod">
          <ac:chgData name="KRIPI BADONIA" userId="5875e0c1-f727-471f-be94-0832844896ec" providerId="ADAL" clId="{F8B8405B-CA09-FA48-AA14-C32810F61854}" dt="2023-08-18T05:56:01.266" v="9205" actId="166"/>
          <ac:graphicFrameMkLst>
            <pc:docMk/>
            <pc:sldMk cId="2564456597" sldId="314"/>
            <ac:graphicFrameMk id="59" creationId="{BB7ED41D-12F4-4D4B-A66A-D30E00439218}"/>
          </ac:graphicFrameMkLst>
        </pc:graphicFrameChg>
        <pc:picChg chg="add del mod">
          <ac:chgData name="KRIPI BADONIA" userId="5875e0c1-f727-471f-be94-0832844896ec" providerId="ADAL" clId="{F8B8405B-CA09-FA48-AA14-C32810F61854}" dt="2023-08-18T03:04:52.914" v="5248" actId="478"/>
          <ac:picMkLst>
            <pc:docMk/>
            <pc:sldMk cId="2564456597" sldId="314"/>
            <ac:picMk id="22" creationId="{214FCA20-2240-A848-8191-D9358EF66B21}"/>
          </ac:picMkLst>
        </pc:picChg>
        <pc:picChg chg="add mod">
          <ac:chgData name="KRIPI BADONIA" userId="5875e0c1-f727-471f-be94-0832844896ec" providerId="ADAL" clId="{F8B8405B-CA09-FA48-AA14-C32810F61854}" dt="2023-08-23T10:56:08.252" v="11867" actId="14100"/>
          <ac:picMkLst>
            <pc:docMk/>
            <pc:sldMk cId="2564456597" sldId="314"/>
            <ac:picMk id="83" creationId="{7885FE61-38F9-A843-8CBA-F1EE773C843B}"/>
          </ac:picMkLst>
        </pc:picChg>
        <pc:cxnChg chg="add mod">
          <ac:chgData name="KRIPI BADONIA" userId="5875e0c1-f727-471f-be94-0832844896ec" providerId="ADAL" clId="{F8B8405B-CA09-FA48-AA14-C32810F61854}" dt="2023-08-18T03:37:54.854" v="6254" actId="1035"/>
          <ac:cxnSpMkLst>
            <pc:docMk/>
            <pc:sldMk cId="2564456597" sldId="314"/>
            <ac:cxnSpMk id="28" creationId="{365BA8D2-0347-364F-AA24-BA5AD3023C70}"/>
          </ac:cxnSpMkLst>
        </pc:cxnChg>
        <pc:cxnChg chg="add del mod">
          <ac:chgData name="KRIPI BADONIA" userId="5875e0c1-f727-471f-be94-0832844896ec" providerId="ADAL" clId="{F8B8405B-CA09-FA48-AA14-C32810F61854}" dt="2023-08-18T03:29:29.468" v="5839" actId="478"/>
          <ac:cxnSpMkLst>
            <pc:docMk/>
            <pc:sldMk cId="2564456597" sldId="314"/>
            <ac:cxnSpMk id="31" creationId="{D0BFC2AE-7884-BB42-AFA1-7199392AD72A}"/>
          </ac:cxnSpMkLst>
        </pc:cxnChg>
      </pc:sldChg>
      <pc:sldChg chg="modSp mod">
        <pc:chgData name="KRIPI BADONIA" userId="5875e0c1-f727-471f-be94-0832844896ec" providerId="ADAL" clId="{F8B8405B-CA09-FA48-AA14-C32810F61854}" dt="2023-08-17T22:24:07.636" v="181" actId="20577"/>
        <pc:sldMkLst>
          <pc:docMk/>
          <pc:sldMk cId="907593752" sldId="315"/>
        </pc:sldMkLst>
        <pc:spChg chg="mod">
          <ac:chgData name="KRIPI BADONIA" userId="5875e0c1-f727-471f-be94-0832844896ec" providerId="ADAL" clId="{F8B8405B-CA09-FA48-AA14-C32810F61854}" dt="2023-08-17T22:24:07.636" v="181" actId="20577"/>
          <ac:spMkLst>
            <pc:docMk/>
            <pc:sldMk cId="907593752" sldId="315"/>
            <ac:spMk id="2" creationId="{A6AA2842-23D1-9D4C-8C34-54F396B0B405}"/>
          </ac:spMkLst>
        </pc:spChg>
      </pc:sldChg>
      <pc:sldChg chg="addSp modSp mod">
        <pc:chgData name="KRIPI BADONIA" userId="5875e0c1-f727-471f-be94-0832844896ec" providerId="ADAL" clId="{F8B8405B-CA09-FA48-AA14-C32810F61854}" dt="2023-08-17T22:26:02.257" v="200" actId="14100"/>
        <pc:sldMkLst>
          <pc:docMk/>
          <pc:sldMk cId="2701717150" sldId="317"/>
        </pc:sldMkLst>
        <pc:spChg chg="mod">
          <ac:chgData name="KRIPI BADONIA" userId="5875e0c1-f727-471f-be94-0832844896ec" providerId="ADAL" clId="{F8B8405B-CA09-FA48-AA14-C32810F61854}" dt="2023-08-17T22:25:58.606" v="199" actId="1076"/>
          <ac:spMkLst>
            <pc:docMk/>
            <pc:sldMk cId="2701717150" sldId="317"/>
            <ac:spMk id="2" creationId="{A6AA2842-23D1-9D4C-8C34-54F396B0B405}"/>
          </ac:spMkLst>
        </pc:spChg>
        <pc:spChg chg="add mod">
          <ac:chgData name="KRIPI BADONIA" userId="5875e0c1-f727-471f-be94-0832844896ec" providerId="ADAL" clId="{F8B8405B-CA09-FA48-AA14-C32810F61854}" dt="2023-08-17T22:26:02.257" v="200" actId="14100"/>
          <ac:spMkLst>
            <pc:docMk/>
            <pc:sldMk cId="2701717150" sldId="317"/>
            <ac:spMk id="3" creationId="{9CE1D20E-0CBC-474B-B6C7-EE00A80770F4}"/>
          </ac:spMkLst>
        </pc:spChg>
        <pc:spChg chg="add mod">
          <ac:chgData name="KRIPI BADONIA" userId="5875e0c1-f727-471f-be94-0832844896ec" providerId="ADAL" clId="{F8B8405B-CA09-FA48-AA14-C32810F61854}" dt="2023-08-17T22:25:53.398" v="198"/>
          <ac:spMkLst>
            <pc:docMk/>
            <pc:sldMk cId="2701717150" sldId="317"/>
            <ac:spMk id="4" creationId="{5BA3D02F-09FA-304A-AC09-87C3866D18C5}"/>
          </ac:spMkLst>
        </pc:spChg>
      </pc:sldChg>
      <pc:sldChg chg="addSp delSp modSp mod">
        <pc:chgData name="KRIPI BADONIA" userId="5875e0c1-f727-471f-be94-0832844896ec" providerId="ADAL" clId="{F8B8405B-CA09-FA48-AA14-C32810F61854}" dt="2023-08-18T07:20:43.415" v="11477" actId="208"/>
        <pc:sldMkLst>
          <pc:docMk/>
          <pc:sldMk cId="2580202144" sldId="318"/>
        </pc:sldMkLst>
        <pc:spChg chg="del mod">
          <ac:chgData name="KRIPI BADONIA" userId="5875e0c1-f727-471f-be94-0832844896ec" providerId="ADAL" clId="{F8B8405B-CA09-FA48-AA14-C32810F61854}" dt="2023-08-17T22:27:04.042" v="201" actId="478"/>
          <ac:spMkLst>
            <pc:docMk/>
            <pc:sldMk cId="2580202144" sldId="318"/>
            <ac:spMk id="2" creationId="{A6AA2842-23D1-9D4C-8C34-54F396B0B405}"/>
          </ac:spMkLst>
        </pc:spChg>
        <pc:spChg chg="add mod">
          <ac:chgData name="KRIPI BADONIA" userId="5875e0c1-f727-471f-be94-0832844896ec" providerId="ADAL" clId="{F8B8405B-CA09-FA48-AA14-C32810F61854}" dt="2023-08-18T04:37:57.277" v="7866" actId="14100"/>
          <ac:spMkLst>
            <pc:docMk/>
            <pc:sldMk cId="2580202144" sldId="318"/>
            <ac:spMk id="3" creationId="{07DA5241-D6D8-2044-A378-BB3D49B1B8B2}"/>
          </ac:spMkLst>
        </pc:spChg>
        <pc:spChg chg="add mod">
          <ac:chgData name="KRIPI BADONIA" userId="5875e0c1-f727-471f-be94-0832844896ec" providerId="ADAL" clId="{F8B8405B-CA09-FA48-AA14-C32810F61854}" dt="2023-08-18T04:38:01.185" v="7867" actId="1076"/>
          <ac:spMkLst>
            <pc:docMk/>
            <pc:sldMk cId="2580202144" sldId="318"/>
            <ac:spMk id="4" creationId="{9DA7CEF5-1A12-734E-ADC8-375BE716C8B8}"/>
          </ac:spMkLst>
        </pc:spChg>
        <pc:spChg chg="add mod">
          <ac:chgData name="KRIPI BADONIA" userId="5875e0c1-f727-471f-be94-0832844896ec" providerId="ADAL" clId="{F8B8405B-CA09-FA48-AA14-C32810F61854}" dt="2023-08-18T05:34:17.934" v="8655" actId="1076"/>
          <ac:spMkLst>
            <pc:docMk/>
            <pc:sldMk cId="2580202144" sldId="318"/>
            <ac:spMk id="5" creationId="{8341088B-5D1E-BC4D-ABAF-1A0E1FF5695A}"/>
          </ac:spMkLst>
        </pc:spChg>
        <pc:spChg chg="add del mod">
          <ac:chgData name="KRIPI BADONIA" userId="5875e0c1-f727-471f-be94-0832844896ec" providerId="ADAL" clId="{F8B8405B-CA09-FA48-AA14-C32810F61854}" dt="2023-08-18T02:07:56.689" v="3927" actId="478"/>
          <ac:spMkLst>
            <pc:docMk/>
            <pc:sldMk cId="2580202144" sldId="318"/>
            <ac:spMk id="5" creationId="{A94F6CD5-A1B8-0B4F-AF76-EB81B7ECDB45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6" creationId="{F8C5A2B0-4945-5C4F-A590-A8FEFDF69338}"/>
          </ac:spMkLst>
        </pc:spChg>
        <pc:spChg chg="add mod">
          <ac:chgData name="KRIPI BADONIA" userId="5875e0c1-f727-471f-be94-0832844896ec" providerId="ADAL" clId="{F8B8405B-CA09-FA48-AA14-C32810F61854}" dt="2023-08-18T04:36:42.150" v="7806" actId="14100"/>
          <ac:spMkLst>
            <pc:docMk/>
            <pc:sldMk cId="2580202144" sldId="318"/>
            <ac:spMk id="7" creationId="{BEA96FBC-150E-2641-8D46-CA4BC3C15B64}"/>
          </ac:spMkLst>
        </pc:spChg>
        <pc:spChg chg="add mod">
          <ac:chgData name="KRIPI BADONIA" userId="5875e0c1-f727-471f-be94-0832844896ec" providerId="ADAL" clId="{F8B8405B-CA09-FA48-AA14-C32810F61854}" dt="2023-08-18T04:36:55.692" v="7823" actId="1076"/>
          <ac:spMkLst>
            <pc:docMk/>
            <pc:sldMk cId="2580202144" sldId="318"/>
            <ac:spMk id="8" creationId="{92C36C34-165B-2F46-B884-7FA224EF490B}"/>
          </ac:spMkLst>
        </pc:spChg>
        <pc:spChg chg="add del mod">
          <ac:chgData name="KRIPI BADONIA" userId="5875e0c1-f727-471f-be94-0832844896ec" providerId="ADAL" clId="{F8B8405B-CA09-FA48-AA14-C32810F61854}" dt="2023-08-18T04:38:40.056" v="7915"/>
          <ac:spMkLst>
            <pc:docMk/>
            <pc:sldMk cId="2580202144" sldId="318"/>
            <ac:spMk id="9" creationId="{A6BCFAB3-023E-704C-B11E-E179CB2F262C}"/>
          </ac:spMkLst>
        </pc:spChg>
        <pc:spChg chg="add del mod">
          <ac:chgData name="KRIPI BADONIA" userId="5875e0c1-f727-471f-be94-0832844896ec" providerId="ADAL" clId="{F8B8405B-CA09-FA48-AA14-C32810F61854}" dt="2023-08-18T04:59:22.859" v="7996"/>
          <ac:spMkLst>
            <pc:docMk/>
            <pc:sldMk cId="2580202144" sldId="318"/>
            <ac:spMk id="10" creationId="{4BED1BAC-28CA-DA43-B334-BF5C91C919D2}"/>
          </ac:spMkLst>
        </pc:spChg>
        <pc:spChg chg="add del mod">
          <ac:chgData name="KRIPI BADONIA" userId="5875e0c1-f727-471f-be94-0832844896ec" providerId="ADAL" clId="{F8B8405B-CA09-FA48-AA14-C32810F61854}" dt="2023-08-17T23:02:07.819" v="306"/>
          <ac:spMkLst>
            <pc:docMk/>
            <pc:sldMk cId="2580202144" sldId="318"/>
            <ac:spMk id="11" creationId="{7406620E-2A5D-B24D-B85B-88993D955839}"/>
          </ac:spMkLst>
        </pc:spChg>
        <pc:spChg chg="add mod">
          <ac:chgData name="KRIPI BADONIA" userId="5875e0c1-f727-471f-be94-0832844896ec" providerId="ADAL" clId="{F8B8405B-CA09-FA48-AA14-C32810F61854}" dt="2023-08-18T04:38:07.676" v="7868" actId="14100"/>
          <ac:spMkLst>
            <pc:docMk/>
            <pc:sldMk cId="2580202144" sldId="318"/>
            <ac:spMk id="12" creationId="{08F6513D-2E45-3F48-A60F-3145C2FCC6ED}"/>
          </ac:spMkLst>
        </pc:spChg>
        <pc:spChg chg="add mod">
          <ac:chgData name="KRIPI BADONIA" userId="5875e0c1-f727-471f-be94-0832844896ec" providerId="ADAL" clId="{F8B8405B-CA09-FA48-AA14-C32810F61854}" dt="2023-08-18T04:38:12.027" v="7869" actId="1076"/>
          <ac:spMkLst>
            <pc:docMk/>
            <pc:sldMk cId="2580202144" sldId="318"/>
            <ac:spMk id="13" creationId="{3EB7953E-88EA-3246-99D7-8C81DFC5A797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4" creationId="{0327A82A-4FF0-904D-8CC7-EB1D71FE2252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5" creationId="{FD85DB80-CA6F-714B-967B-C46689AF2FF9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6" creationId="{4F57FA0F-B712-3B46-A936-04CE3FBEEF40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7" creationId="{0729D518-7151-8941-9636-9D8495E96AE4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8" creationId="{830F3D3C-D010-4044-A734-6F93E2DE5E8F}"/>
          </ac:spMkLst>
        </pc:spChg>
        <pc:spChg chg="add mod">
          <ac:chgData name="KRIPI BADONIA" userId="5875e0c1-f727-471f-be94-0832844896ec" providerId="ADAL" clId="{F8B8405B-CA09-FA48-AA14-C32810F61854}" dt="2023-08-18T07:17:11.359" v="11376" actId="1036"/>
          <ac:spMkLst>
            <pc:docMk/>
            <pc:sldMk cId="2580202144" sldId="318"/>
            <ac:spMk id="19" creationId="{E599ECB1-A40D-F54D-A082-A5FF794D0B1B}"/>
          </ac:spMkLst>
        </pc:spChg>
        <pc:spChg chg="add del mod">
          <ac:chgData name="KRIPI BADONIA" userId="5875e0c1-f727-471f-be94-0832844896ec" providerId="ADAL" clId="{F8B8405B-CA09-FA48-AA14-C32810F61854}" dt="2023-08-17T23:05:47.977" v="344"/>
          <ac:spMkLst>
            <pc:docMk/>
            <pc:sldMk cId="2580202144" sldId="318"/>
            <ac:spMk id="20" creationId="{B9775845-771E-2945-A9D3-46B6AC2A33A9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24" creationId="{BE29B067-4ED3-B94B-AFBA-9BCBA7D8923E}"/>
          </ac:spMkLst>
        </pc:spChg>
        <pc:spChg chg="mod">
          <ac:chgData name="KRIPI BADONIA" userId="5875e0c1-f727-471f-be94-0832844896ec" providerId="ADAL" clId="{F8B8405B-CA09-FA48-AA14-C32810F61854}" dt="2023-08-18T02:34:38.316" v="4752" actId="20577"/>
          <ac:spMkLst>
            <pc:docMk/>
            <pc:sldMk cId="2580202144" sldId="318"/>
            <ac:spMk id="30" creationId="{1BEE3FA9-E47C-75B9-43BB-5259B771ABB2}"/>
          </ac:spMkLst>
        </pc:spChg>
        <pc:spChg chg="add mod">
          <ac:chgData name="KRIPI BADONIA" userId="5875e0c1-f727-471f-be94-0832844896ec" providerId="ADAL" clId="{F8B8405B-CA09-FA48-AA14-C32810F61854}" dt="2023-08-18T05:35:46.609" v="8794" actId="1076"/>
          <ac:spMkLst>
            <pc:docMk/>
            <pc:sldMk cId="2580202144" sldId="318"/>
            <ac:spMk id="33" creationId="{97FA84AC-5337-9046-97D1-0851E4358ED3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65" creationId="{E8205A47-B70B-AE45-BD0F-4FEB68AB73C4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69" creationId="{27409121-9CEE-A54C-8F6C-A88ED103F76B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78" creationId="{73EEE082-8F6C-6141-B088-F40E72C1D898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81" creationId="{885C5690-1A0B-FF40-BF65-60A458AD4573}"/>
          </ac:spMkLst>
        </pc:spChg>
        <pc:spChg chg="add mod">
          <ac:chgData name="KRIPI BADONIA" userId="5875e0c1-f727-471f-be94-0832844896ec" providerId="ADAL" clId="{F8B8405B-CA09-FA48-AA14-C32810F61854}" dt="2023-08-18T05:36:17.046" v="8857" actId="20577"/>
          <ac:spMkLst>
            <pc:docMk/>
            <pc:sldMk cId="2580202144" sldId="318"/>
            <ac:spMk id="84" creationId="{240DA3C9-B4E9-AD49-9ADE-C7E80DC4A0A8}"/>
          </ac:spMkLst>
        </pc:spChg>
        <pc:spChg chg="add del mod">
          <ac:chgData name="KRIPI BADONIA" userId="5875e0c1-f727-471f-be94-0832844896ec" providerId="ADAL" clId="{F8B8405B-CA09-FA48-AA14-C32810F61854}" dt="2023-08-18T01:09:35.092" v="1984" actId="478"/>
          <ac:spMkLst>
            <pc:docMk/>
            <pc:sldMk cId="2580202144" sldId="318"/>
            <ac:spMk id="86" creationId="{E8E76917-CCB5-9E42-8342-D53BA8712AFB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87" creationId="{670DD037-440F-7248-BEAC-DB49EB4DD5D3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88" creationId="{7FBBEDA2-74D6-FA48-B7A7-044D17561D6D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89" creationId="{2E5F53DA-4A29-3141-955F-BD354512C1DE}"/>
          </ac:spMkLst>
        </pc:spChg>
        <pc:spChg chg="add del mod">
          <ac:chgData name="KRIPI BADONIA" userId="5875e0c1-f727-471f-be94-0832844896ec" providerId="ADAL" clId="{F8B8405B-CA09-FA48-AA14-C32810F61854}" dt="2023-08-18T01:10:13.948" v="1995" actId="478"/>
          <ac:spMkLst>
            <pc:docMk/>
            <pc:sldMk cId="2580202144" sldId="318"/>
            <ac:spMk id="90" creationId="{6642EBEF-1DFC-C94D-AF99-C5055B0340C4}"/>
          </ac:spMkLst>
        </pc:spChg>
        <pc:spChg chg="add del mod">
          <ac:chgData name="KRIPI BADONIA" userId="5875e0c1-f727-471f-be94-0832844896ec" providerId="ADAL" clId="{F8B8405B-CA09-FA48-AA14-C32810F61854}" dt="2023-08-18T01:12:58.508" v="2135" actId="478"/>
          <ac:spMkLst>
            <pc:docMk/>
            <pc:sldMk cId="2580202144" sldId="318"/>
            <ac:spMk id="91" creationId="{3538DDF7-A1A5-EB46-B12B-F2C9E5D00940}"/>
          </ac:spMkLst>
        </pc:spChg>
        <pc:spChg chg="add del mod">
          <ac:chgData name="KRIPI BADONIA" userId="5875e0c1-f727-471f-be94-0832844896ec" providerId="ADAL" clId="{F8B8405B-CA09-FA48-AA14-C32810F61854}" dt="2023-08-18T01:12:58.508" v="2135" actId="478"/>
          <ac:spMkLst>
            <pc:docMk/>
            <pc:sldMk cId="2580202144" sldId="318"/>
            <ac:spMk id="92" creationId="{F771B81D-92D2-0044-B396-BC54E57CACC8}"/>
          </ac:spMkLst>
        </pc:spChg>
        <pc:spChg chg="add del mod">
          <ac:chgData name="KRIPI BADONIA" userId="5875e0c1-f727-471f-be94-0832844896ec" providerId="ADAL" clId="{F8B8405B-CA09-FA48-AA14-C32810F61854}" dt="2023-08-18T01:12:58.508" v="2135" actId="478"/>
          <ac:spMkLst>
            <pc:docMk/>
            <pc:sldMk cId="2580202144" sldId="318"/>
            <ac:spMk id="93" creationId="{BEC550B3-97E3-914B-9E52-5C8A2B7530FB}"/>
          </ac:spMkLst>
        </pc:spChg>
        <pc:spChg chg="add del mod">
          <ac:chgData name="KRIPI BADONIA" userId="5875e0c1-f727-471f-be94-0832844896ec" providerId="ADAL" clId="{F8B8405B-CA09-FA48-AA14-C32810F61854}" dt="2023-08-18T01:12:54.883" v="2134" actId="478"/>
          <ac:spMkLst>
            <pc:docMk/>
            <pc:sldMk cId="2580202144" sldId="318"/>
            <ac:spMk id="94" creationId="{FBB634EC-03F9-874B-9965-19D4BD8BBEBD}"/>
          </ac:spMkLst>
        </pc:spChg>
        <pc:spChg chg="add del mod">
          <ac:chgData name="KRIPI BADONIA" userId="5875e0c1-f727-471f-be94-0832844896ec" providerId="ADAL" clId="{F8B8405B-CA09-FA48-AA14-C32810F61854}" dt="2023-08-18T01:12:54.883" v="2134" actId="478"/>
          <ac:spMkLst>
            <pc:docMk/>
            <pc:sldMk cId="2580202144" sldId="318"/>
            <ac:spMk id="95" creationId="{4C0579DB-BB1F-1447-9A31-42ACC9C61C5D}"/>
          </ac:spMkLst>
        </pc:spChg>
        <pc:spChg chg="add del mod">
          <ac:chgData name="KRIPI BADONIA" userId="5875e0c1-f727-471f-be94-0832844896ec" providerId="ADAL" clId="{F8B8405B-CA09-FA48-AA14-C32810F61854}" dt="2023-08-18T01:12:54.883" v="2134" actId="478"/>
          <ac:spMkLst>
            <pc:docMk/>
            <pc:sldMk cId="2580202144" sldId="318"/>
            <ac:spMk id="96" creationId="{026D8B09-E2AC-B348-95E3-992C54037594}"/>
          </ac:spMkLst>
        </pc:spChg>
        <pc:spChg chg="mod">
          <ac:chgData name="KRIPI BADONIA" userId="5875e0c1-f727-471f-be94-0832844896ec" providerId="ADAL" clId="{F8B8405B-CA09-FA48-AA14-C32810F61854}" dt="2023-08-18T01:14:40.964" v="2228" actId="1076"/>
          <ac:spMkLst>
            <pc:docMk/>
            <pc:sldMk cId="2580202144" sldId="318"/>
            <ac:spMk id="100" creationId="{4F313348-E353-684A-81A1-3335D6F11583}"/>
          </ac:spMkLst>
        </pc:spChg>
        <pc:spChg chg="mod">
          <ac:chgData name="KRIPI BADONIA" userId="5875e0c1-f727-471f-be94-0832844896ec" providerId="ADAL" clId="{F8B8405B-CA09-FA48-AA14-C32810F61854}" dt="2023-08-18T01:14:40.964" v="2228" actId="1076"/>
          <ac:spMkLst>
            <pc:docMk/>
            <pc:sldMk cId="2580202144" sldId="318"/>
            <ac:spMk id="101" creationId="{323DE6BE-6EE6-7141-B6ED-881C0EB6B194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03" creationId="{A99C98DF-78FB-774B-A0F1-C1D2018A68DC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04" creationId="{ED4A4781-0B70-7744-B80A-47F8B0D034B9}"/>
          </ac:spMkLst>
        </pc:spChg>
        <pc:spChg chg="mod">
          <ac:chgData name="KRIPI BADONIA" userId="5875e0c1-f727-471f-be94-0832844896ec" providerId="ADAL" clId="{F8B8405B-CA09-FA48-AA14-C32810F61854}" dt="2023-08-18T01:15:19.930" v="2238" actId="1076"/>
          <ac:spMkLst>
            <pc:docMk/>
            <pc:sldMk cId="2580202144" sldId="318"/>
            <ac:spMk id="106" creationId="{B639F32F-98B5-A14A-A179-94EF24BFC027}"/>
          </ac:spMkLst>
        </pc:spChg>
        <pc:spChg chg="mod">
          <ac:chgData name="KRIPI BADONIA" userId="5875e0c1-f727-471f-be94-0832844896ec" providerId="ADAL" clId="{F8B8405B-CA09-FA48-AA14-C32810F61854}" dt="2023-08-18T01:15:19.930" v="2238" actId="1076"/>
          <ac:spMkLst>
            <pc:docMk/>
            <pc:sldMk cId="2580202144" sldId="318"/>
            <ac:spMk id="107" creationId="{61049788-BEED-6148-85DB-F83C75BFFE48}"/>
          </ac:spMkLst>
        </pc:spChg>
        <pc:spChg chg="mod">
          <ac:chgData name="KRIPI BADONIA" userId="5875e0c1-f727-471f-be94-0832844896ec" providerId="ADAL" clId="{F8B8405B-CA09-FA48-AA14-C32810F61854}" dt="2023-08-18T01:15:24.164" v="2240" actId="1076"/>
          <ac:spMkLst>
            <pc:docMk/>
            <pc:sldMk cId="2580202144" sldId="318"/>
            <ac:spMk id="109" creationId="{DD026453-7CE9-1A4B-8193-D685218DB8F4}"/>
          </ac:spMkLst>
        </pc:spChg>
        <pc:spChg chg="mod">
          <ac:chgData name="KRIPI BADONIA" userId="5875e0c1-f727-471f-be94-0832844896ec" providerId="ADAL" clId="{F8B8405B-CA09-FA48-AA14-C32810F61854}" dt="2023-08-18T01:15:24.164" v="2240" actId="1076"/>
          <ac:spMkLst>
            <pc:docMk/>
            <pc:sldMk cId="2580202144" sldId="318"/>
            <ac:spMk id="110" creationId="{B52E45B3-6FFA-FF4E-AE3D-D8452AB65B2A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2" creationId="{A74DD834-641E-6045-9AE2-FF7F92833CA9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3" creationId="{87E305AB-C2DA-E244-B25F-22674A656562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5" creationId="{7E941B66-AA80-C14A-823E-6614E3216ACA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6" creationId="{1990B5D9-5AE7-F849-8C36-DF06B3BF42B0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7" creationId="{4695F9BA-1401-154A-9ADE-7EC0942EC071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8" creationId="{FABCC931-F336-9741-8148-08CB1B35CC4B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19" creationId="{797F5051-709A-0A47-ABE4-9280F0019A0A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0" creationId="{A6F90A2F-E37C-0C49-B028-C593C96ADB62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2" creationId="{D5AC3FF3-30F4-7E44-8435-FA1B81B0144D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3" creationId="{417A4A21-C3E1-894F-AFBD-46D0164D122E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4" creationId="{9C29CE80-8E78-714E-9768-A0E111C49504}"/>
          </ac:spMkLst>
        </pc:spChg>
        <pc:spChg chg="add 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5" creationId="{6C602743-4082-7840-BB4F-E8E7EAB4EAC1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7" creationId="{4F54942F-00EC-FF40-8846-75C6A04A06CB}"/>
          </ac:spMkLst>
        </pc:spChg>
        <pc:spChg chg="mod">
          <ac:chgData name="KRIPI BADONIA" userId="5875e0c1-f727-471f-be94-0832844896ec" providerId="ADAL" clId="{F8B8405B-CA09-FA48-AA14-C32810F61854}" dt="2023-08-18T04:38:21.198" v="7877" actId="1035"/>
          <ac:spMkLst>
            <pc:docMk/>
            <pc:sldMk cId="2580202144" sldId="318"/>
            <ac:spMk id="128" creationId="{AD5A89DB-6C5B-3044-8B44-B2F3AEC4B8D1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29" creationId="{4D92F8C9-3DDD-1C4B-81C5-C54F443FF0B7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30" creationId="{65559EF5-9919-6E41-A053-84CE9AF3A298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31" creationId="{C2E0AF24-169E-8D40-BB76-A3B088D352F6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32" creationId="{9C5B9A96-2834-0444-8A68-C71FD6FF6777}"/>
          </ac:spMkLst>
        </pc:spChg>
        <pc:spChg chg="add del mod">
          <ac:chgData name="KRIPI BADONIA" userId="5875e0c1-f727-471f-be94-0832844896ec" providerId="ADAL" clId="{F8B8405B-CA09-FA48-AA14-C32810F61854}" dt="2023-08-18T01:26:29.708" v="2490" actId="478"/>
          <ac:spMkLst>
            <pc:docMk/>
            <pc:sldMk cId="2580202144" sldId="318"/>
            <ac:spMk id="133" creationId="{0E6598B4-A3E6-7546-B958-AC5646A6B507}"/>
          </ac:spMkLst>
        </pc:spChg>
        <pc:spChg chg="add mod">
          <ac:chgData name="KRIPI BADONIA" userId="5875e0c1-f727-471f-be94-0832844896ec" providerId="ADAL" clId="{F8B8405B-CA09-FA48-AA14-C32810F61854}" dt="2023-08-18T05:36:59.038" v="8927" actId="20577"/>
          <ac:spMkLst>
            <pc:docMk/>
            <pc:sldMk cId="2580202144" sldId="318"/>
            <ac:spMk id="133" creationId="{E7F82A39-85F9-5F46-B8EF-59434F2CCFA7}"/>
          </ac:spMkLst>
        </pc:spChg>
        <pc:spChg chg="add del mod">
          <ac:chgData name="KRIPI BADONIA" userId="5875e0c1-f727-471f-be94-0832844896ec" providerId="ADAL" clId="{F8B8405B-CA09-FA48-AA14-C32810F61854}" dt="2023-08-18T01:26:58.879" v="2498"/>
          <ac:spMkLst>
            <pc:docMk/>
            <pc:sldMk cId="2580202144" sldId="318"/>
            <ac:spMk id="134" creationId="{D79697DC-5F79-104B-9CF9-D56F4FC2683A}"/>
          </ac:spMkLst>
        </pc:spChg>
        <pc:spChg chg="add mod">
          <ac:chgData name="KRIPI BADONIA" userId="5875e0c1-f727-471f-be94-0832844896ec" providerId="ADAL" clId="{F8B8405B-CA09-FA48-AA14-C32810F61854}" dt="2023-08-18T05:35:21.146" v="8773" actId="20577"/>
          <ac:spMkLst>
            <pc:docMk/>
            <pc:sldMk cId="2580202144" sldId="318"/>
            <ac:spMk id="134" creationId="{E2B5EF2E-29C0-C042-98DE-5C500FA33C17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35" creationId="{C5767A3F-CC06-6E44-8870-0DD1DE9FCD99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36" creationId="{86C553BF-4A15-8B47-8FB2-B60A3AFDA0A9}"/>
          </ac:spMkLst>
        </pc:spChg>
        <pc:spChg chg="add del mod">
          <ac:chgData name="KRIPI BADONIA" userId="5875e0c1-f727-471f-be94-0832844896ec" providerId="ADAL" clId="{F8B8405B-CA09-FA48-AA14-C32810F61854}" dt="2023-08-18T02:27:11.897" v="4590" actId="478"/>
          <ac:spMkLst>
            <pc:docMk/>
            <pc:sldMk cId="2580202144" sldId="318"/>
            <ac:spMk id="137" creationId="{33E8140C-53C5-454F-AE0F-7852A8A59511}"/>
          </ac:spMkLst>
        </pc:spChg>
        <pc:spChg chg="add del mod">
          <ac:chgData name="KRIPI BADONIA" userId="5875e0c1-f727-471f-be94-0832844896ec" providerId="ADAL" clId="{F8B8405B-CA09-FA48-AA14-C32810F61854}" dt="2023-08-18T01:34:29.778" v="3180" actId="478"/>
          <ac:spMkLst>
            <pc:docMk/>
            <pc:sldMk cId="2580202144" sldId="318"/>
            <ac:spMk id="137" creationId="{65821650-4470-AE49-BF84-6D90B5F0A81C}"/>
          </ac:spMkLst>
        </pc:spChg>
        <pc:spChg chg="add mod">
          <ac:chgData name="KRIPI BADONIA" userId="5875e0c1-f727-471f-be94-0832844896ec" providerId="ADAL" clId="{F8B8405B-CA09-FA48-AA14-C32810F61854}" dt="2023-08-18T04:37:39.780" v="7864" actId="14100"/>
          <ac:spMkLst>
            <pc:docMk/>
            <pc:sldMk cId="2580202144" sldId="318"/>
            <ac:spMk id="137" creationId="{E8C01EDD-FD48-204E-B4FD-B8FF17C5FD75}"/>
          </ac:spMkLst>
        </pc:spChg>
        <pc:spChg chg="add del mod">
          <ac:chgData name="KRIPI BADONIA" userId="5875e0c1-f727-471f-be94-0832844896ec" providerId="ADAL" clId="{F8B8405B-CA09-FA48-AA14-C32810F61854}" dt="2023-08-18T02:27:11.897" v="4590" actId="478"/>
          <ac:spMkLst>
            <pc:docMk/>
            <pc:sldMk cId="2580202144" sldId="318"/>
            <ac:spMk id="138" creationId="{A5767DBE-94B6-014D-A930-7637D4FA6E41}"/>
          </ac:spMkLst>
        </pc:spChg>
        <pc:spChg chg="add del mod">
          <ac:chgData name="KRIPI BADONIA" userId="5875e0c1-f727-471f-be94-0832844896ec" providerId="ADAL" clId="{F8B8405B-CA09-FA48-AA14-C32810F61854}" dt="2023-08-18T01:34:29.778" v="3180" actId="478"/>
          <ac:spMkLst>
            <pc:docMk/>
            <pc:sldMk cId="2580202144" sldId="318"/>
            <ac:spMk id="138" creationId="{BA7F2447-CB79-364A-B6B6-3EDA2B8B1768}"/>
          </ac:spMkLst>
        </pc:spChg>
        <pc:spChg chg="add mod">
          <ac:chgData name="KRIPI BADONIA" userId="5875e0c1-f727-471f-be94-0832844896ec" providerId="ADAL" clId="{F8B8405B-CA09-FA48-AA14-C32810F61854}" dt="2023-08-18T04:37:48.037" v="7865" actId="1076"/>
          <ac:spMkLst>
            <pc:docMk/>
            <pc:sldMk cId="2580202144" sldId="318"/>
            <ac:spMk id="138" creationId="{D470054E-B5F0-EC47-9E24-5449FBE72B72}"/>
          </ac:spMkLst>
        </pc:spChg>
        <pc:spChg chg="add mod">
          <ac:chgData name="KRIPI BADONIA" userId="5875e0c1-f727-471f-be94-0832844896ec" providerId="ADAL" clId="{F8B8405B-CA09-FA48-AA14-C32810F61854}" dt="2023-08-18T01:36:19.625" v="3218" actId="207"/>
          <ac:spMkLst>
            <pc:docMk/>
            <pc:sldMk cId="2580202144" sldId="318"/>
            <ac:spMk id="139" creationId="{9AFC86ED-12AF-CE42-BB41-1426D29C5EEB}"/>
          </ac:spMkLst>
        </pc:spChg>
        <pc:spChg chg="add mod">
          <ac:chgData name="KRIPI BADONIA" userId="5875e0c1-f727-471f-be94-0832844896ec" providerId="ADAL" clId="{F8B8405B-CA09-FA48-AA14-C32810F61854}" dt="2023-08-18T01:36:14.678" v="3217" actId="207"/>
          <ac:spMkLst>
            <pc:docMk/>
            <pc:sldMk cId="2580202144" sldId="318"/>
            <ac:spMk id="140" creationId="{1492BF4D-B6E0-DD47-938D-CEC240A0BF53}"/>
          </ac:spMkLst>
        </pc:spChg>
        <pc:spChg chg="add mod">
          <ac:chgData name="KRIPI BADONIA" userId="5875e0c1-f727-471f-be94-0832844896ec" providerId="ADAL" clId="{F8B8405B-CA09-FA48-AA14-C32810F61854}" dt="2023-08-18T01:36:09.953" v="3216" actId="207"/>
          <ac:spMkLst>
            <pc:docMk/>
            <pc:sldMk cId="2580202144" sldId="318"/>
            <ac:spMk id="141" creationId="{9DD226AE-AAC9-874B-957B-58CF6C4C8301}"/>
          </ac:spMkLst>
        </pc:spChg>
        <pc:spChg chg="add del mod">
          <ac:chgData name="KRIPI BADONIA" userId="5875e0c1-f727-471f-be94-0832844896ec" providerId="ADAL" clId="{F8B8405B-CA09-FA48-AA14-C32810F61854}" dt="2023-08-18T02:27:08.279" v="4589" actId="478"/>
          <ac:spMkLst>
            <pc:docMk/>
            <pc:sldMk cId="2580202144" sldId="318"/>
            <ac:spMk id="143" creationId="{2F75986F-314A-0940-A75E-549697A337B1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45" creationId="{6F0A6D5B-A398-2840-85CF-2C2AE15DEBA4}"/>
          </ac:spMkLst>
        </pc:spChg>
        <pc:spChg chg="add del mod">
          <ac:chgData name="KRIPI BADONIA" userId="5875e0c1-f727-471f-be94-0832844896ec" providerId="ADAL" clId="{F8B8405B-CA09-FA48-AA14-C32810F61854}" dt="2023-08-18T02:28:16.097" v="4610" actId="478"/>
          <ac:spMkLst>
            <pc:docMk/>
            <pc:sldMk cId="2580202144" sldId="318"/>
            <ac:spMk id="145" creationId="{C987892E-9927-CD4B-8125-AE0DF04C4E70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47" creationId="{35CBE31F-1816-C64A-9F62-5C5A8809E9A1}"/>
          </ac:spMkLst>
        </pc:spChg>
        <pc:spChg chg="add del mod">
          <ac:chgData name="KRIPI BADONIA" userId="5875e0c1-f727-471f-be94-0832844896ec" providerId="ADAL" clId="{F8B8405B-CA09-FA48-AA14-C32810F61854}" dt="2023-08-18T02:28:10.043" v="4608" actId="478"/>
          <ac:spMkLst>
            <pc:docMk/>
            <pc:sldMk cId="2580202144" sldId="318"/>
            <ac:spMk id="147" creationId="{C87A05B6-D7B2-8A4C-B79C-94B326D1793D}"/>
          </ac:spMkLst>
        </pc:spChg>
        <pc:spChg chg="add mod">
          <ac:chgData name="KRIPI BADONIA" userId="5875e0c1-f727-471f-be94-0832844896ec" providerId="ADAL" clId="{F8B8405B-CA09-FA48-AA14-C32810F61854}" dt="2023-08-18T05:36:42.570" v="8902" actId="20577"/>
          <ac:spMkLst>
            <pc:docMk/>
            <pc:sldMk cId="2580202144" sldId="318"/>
            <ac:spMk id="150" creationId="{7D5A8E8D-5EDB-5C43-AED0-79EB0FA74FF5}"/>
          </ac:spMkLst>
        </pc:spChg>
        <pc:spChg chg="add mod">
          <ac:chgData name="KRIPI BADONIA" userId="5875e0c1-f727-471f-be94-0832844896ec" providerId="ADAL" clId="{F8B8405B-CA09-FA48-AA14-C32810F61854}" dt="2023-08-18T05:37:16.976" v="8943" actId="5793"/>
          <ac:spMkLst>
            <pc:docMk/>
            <pc:sldMk cId="2580202144" sldId="318"/>
            <ac:spMk id="151" creationId="{61017FCA-A92C-F243-B7EB-3A2ADE9A42BA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54" creationId="{093E097C-060F-C346-8A11-D5AF8A1BBFB5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55" creationId="{9A50F0C8-D5A1-4549-BB34-1616322F84EE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56" creationId="{C74F7FEB-B66F-5B41-9789-667288D1DCEE}"/>
          </ac:spMkLst>
        </pc:spChg>
        <pc:spChg chg="add mod">
          <ac:chgData name="KRIPI BADONIA" userId="5875e0c1-f727-471f-be94-0832844896ec" providerId="ADAL" clId="{F8B8405B-CA09-FA48-AA14-C32810F61854}" dt="2023-08-18T01:43:34.677" v="3426" actId="207"/>
          <ac:spMkLst>
            <pc:docMk/>
            <pc:sldMk cId="2580202144" sldId="318"/>
            <ac:spMk id="157" creationId="{46CBE24A-F3DE-5440-AF6B-BA14CECD10F4}"/>
          </ac:spMkLst>
        </pc:spChg>
        <pc:spChg chg="add mod">
          <ac:chgData name="KRIPI BADONIA" userId="5875e0c1-f727-471f-be94-0832844896ec" providerId="ADAL" clId="{F8B8405B-CA09-FA48-AA14-C32810F61854}" dt="2023-08-18T01:43:30.959" v="3425" actId="207"/>
          <ac:spMkLst>
            <pc:docMk/>
            <pc:sldMk cId="2580202144" sldId="318"/>
            <ac:spMk id="158" creationId="{8932338B-D5C7-1445-81A5-3079CE759C23}"/>
          </ac:spMkLst>
        </pc:spChg>
        <pc:spChg chg="add mod">
          <ac:chgData name="KRIPI BADONIA" userId="5875e0c1-f727-471f-be94-0832844896ec" providerId="ADAL" clId="{F8B8405B-CA09-FA48-AA14-C32810F61854}" dt="2023-08-18T01:43:25.974" v="3424" actId="207"/>
          <ac:spMkLst>
            <pc:docMk/>
            <pc:sldMk cId="2580202144" sldId="318"/>
            <ac:spMk id="159" creationId="{7BDFDFD9-D49E-CD46-8F7A-2165335EC356}"/>
          </ac:spMkLst>
        </pc:spChg>
        <pc:spChg chg="add mod">
          <ac:chgData name="KRIPI BADONIA" userId="5875e0c1-f727-471f-be94-0832844896ec" providerId="ADAL" clId="{F8B8405B-CA09-FA48-AA14-C32810F61854}" dt="2023-08-18T01:43:39.085" v="3427" actId="207"/>
          <ac:spMkLst>
            <pc:docMk/>
            <pc:sldMk cId="2580202144" sldId="318"/>
            <ac:spMk id="160" creationId="{C335CCA1-5D73-7D4F-BE32-2B2A95DB587F}"/>
          </ac:spMkLst>
        </pc:spChg>
        <pc:spChg chg="add mod">
          <ac:chgData name="KRIPI BADONIA" userId="5875e0c1-f727-471f-be94-0832844896ec" providerId="ADAL" clId="{F8B8405B-CA09-FA48-AA14-C32810F61854}" dt="2023-08-18T01:43:20.162" v="3423" actId="207"/>
          <ac:spMkLst>
            <pc:docMk/>
            <pc:sldMk cId="2580202144" sldId="318"/>
            <ac:spMk id="161" creationId="{E15B125D-06DD-2B46-8F52-1661BF3D4D68}"/>
          </ac:spMkLst>
        </pc:spChg>
        <pc:spChg chg="mod">
          <ac:chgData name="KRIPI BADONIA" userId="5875e0c1-f727-471f-be94-0832844896ec" providerId="ADAL" clId="{F8B8405B-CA09-FA48-AA14-C32810F61854}" dt="2023-08-18T01:53:07.929" v="3749" actId="1076"/>
          <ac:spMkLst>
            <pc:docMk/>
            <pc:sldMk cId="2580202144" sldId="318"/>
            <ac:spMk id="164" creationId="{BF58D181-C46D-3A4C-8DBB-110AA264C4FA}"/>
          </ac:spMkLst>
        </pc:spChg>
        <pc:spChg chg="mod">
          <ac:chgData name="KRIPI BADONIA" userId="5875e0c1-f727-471f-be94-0832844896ec" providerId="ADAL" clId="{F8B8405B-CA09-FA48-AA14-C32810F61854}" dt="2023-08-18T01:53:07.929" v="3749" actId="1076"/>
          <ac:spMkLst>
            <pc:docMk/>
            <pc:sldMk cId="2580202144" sldId="318"/>
            <ac:spMk id="165" creationId="{799A84B2-FA24-D24B-B2F0-6341F84FEB98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66" creationId="{434DAFB6-D2BC-5A4F-AB05-00BADC06710E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67" creationId="{02B625D1-658A-3B49-AB9C-0E49148E1B51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68" creationId="{F18AD9C9-B01E-E449-8EC3-AA6AE051D92A}"/>
          </ac:spMkLst>
        </pc:spChg>
        <pc:spChg chg="add del mod">
          <ac:chgData name="KRIPI BADONIA" userId="5875e0c1-f727-471f-be94-0832844896ec" providerId="ADAL" clId="{F8B8405B-CA09-FA48-AA14-C32810F61854}" dt="2023-08-18T01:49:39.355" v="3537" actId="478"/>
          <ac:spMkLst>
            <pc:docMk/>
            <pc:sldMk cId="2580202144" sldId="318"/>
            <ac:spMk id="169" creationId="{55703106-AB1B-EC4E-BD38-F64C867F17E3}"/>
          </ac:spMkLst>
        </pc:spChg>
        <pc:spChg chg="add mod">
          <ac:chgData name="KRIPI BADONIA" userId="5875e0c1-f727-471f-be94-0832844896ec" providerId="ADAL" clId="{F8B8405B-CA09-FA48-AA14-C32810F61854}" dt="2023-08-18T05:36:51.168" v="8916" actId="20577"/>
          <ac:spMkLst>
            <pc:docMk/>
            <pc:sldMk cId="2580202144" sldId="318"/>
            <ac:spMk id="169" creationId="{EFBCD6DF-82D8-5E40-8FFC-F8F159434104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0" creationId="{8CBFEBEA-D321-5C42-A628-A86D1CDD6DCC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1" creationId="{FBDED8BC-8873-5D43-9AE5-D26B44C835E2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2" creationId="{BD3A2F5F-9E3A-B94F-812F-1BB4EB193910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4" creationId="{15D1EFFA-49F3-EC4B-87D2-1CCC5AC1881F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75" creationId="{1294205C-9370-544A-899D-6E26C84BE411}"/>
          </ac:spMkLst>
        </pc:spChg>
        <pc:spChg chg="add del mod">
          <ac:chgData name="KRIPI BADONIA" userId="5875e0c1-f727-471f-be94-0832844896ec" providerId="ADAL" clId="{F8B8405B-CA09-FA48-AA14-C32810F61854}" dt="2023-08-18T01:51:53.853" v="3640" actId="478"/>
          <ac:spMkLst>
            <pc:docMk/>
            <pc:sldMk cId="2580202144" sldId="318"/>
            <ac:spMk id="175" creationId="{C01C4B5C-812B-E24B-8BBA-A25DBCD28A20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76" creationId="{0CF70E31-EBFE-264F-BEDC-C3B1E4A5E0C9}"/>
          </ac:spMkLst>
        </pc:spChg>
        <pc:spChg chg="add del mod">
          <ac:chgData name="KRIPI BADONIA" userId="5875e0c1-f727-471f-be94-0832844896ec" providerId="ADAL" clId="{F8B8405B-CA09-FA48-AA14-C32810F61854}" dt="2023-08-18T01:51:53.853" v="3640" actId="478"/>
          <ac:spMkLst>
            <pc:docMk/>
            <pc:sldMk cId="2580202144" sldId="318"/>
            <ac:spMk id="176" creationId="{AC8A3E48-2DEC-C941-98CF-965F9DCEC27D}"/>
          </ac:spMkLst>
        </pc:spChg>
        <pc:spChg chg="add del mod">
          <ac:chgData name="KRIPI BADONIA" userId="5875e0c1-f727-471f-be94-0832844896ec" providerId="ADAL" clId="{F8B8405B-CA09-FA48-AA14-C32810F61854}" dt="2023-08-18T01:51:53.853" v="3640" actId="478"/>
          <ac:spMkLst>
            <pc:docMk/>
            <pc:sldMk cId="2580202144" sldId="318"/>
            <ac:spMk id="177" creationId="{263B9F8C-C2E7-D147-9829-148CF8CA5133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77" creationId="{A81D3989-2496-9A40-A742-725FD60E7A06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8" creationId="{32C2B6F8-4D4A-FD4F-84E0-DC1B7A51BF69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79" creationId="{8DD8522D-604D-904E-A636-7ACEED0E345F}"/>
          </ac:spMkLst>
        </pc:spChg>
        <pc:spChg chg="add del mod">
          <ac:chgData name="KRIPI BADONIA" userId="5875e0c1-f727-471f-be94-0832844896ec" providerId="ADAL" clId="{F8B8405B-CA09-FA48-AA14-C32810F61854}" dt="2023-08-18T04:38:41.738" v="7916" actId="478"/>
          <ac:spMkLst>
            <pc:docMk/>
            <pc:sldMk cId="2580202144" sldId="318"/>
            <ac:spMk id="180" creationId="{5BE574DE-5666-8D47-8FB2-F723E569F161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81" creationId="{52962781-A8DF-374E-BA57-55412DA6FE04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2" creationId="{806911E3-F7B2-464E-A5A3-C78E91CE7B5C}"/>
          </ac:spMkLst>
        </pc:spChg>
        <pc:spChg chg="add del mod">
          <ac:chgData name="KRIPI BADONIA" userId="5875e0c1-f727-471f-be94-0832844896ec" providerId="ADAL" clId="{F8B8405B-CA09-FA48-AA14-C32810F61854}" dt="2023-08-18T02:02:27.186" v="3891" actId="478"/>
          <ac:spMkLst>
            <pc:docMk/>
            <pc:sldMk cId="2580202144" sldId="318"/>
            <ac:spMk id="183" creationId="{6F92E454-C76F-BE43-A6D1-0944FAF95ADD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83" creationId="{F8B5CCD7-7647-634B-BF8B-66CF704AE3B3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4" creationId="{055F8F3B-1D9D-4241-85B4-71AF733956BC}"/>
          </ac:spMkLst>
        </pc:spChg>
        <pc:spChg chg="mod">
          <ac:chgData name="KRIPI BADONIA" userId="5875e0c1-f727-471f-be94-0832844896ec" providerId="ADAL" clId="{F8B8405B-CA09-FA48-AA14-C32810F61854}" dt="2023-08-18T04:37:08.999" v="7825" actId="1076"/>
          <ac:spMkLst>
            <pc:docMk/>
            <pc:sldMk cId="2580202144" sldId="318"/>
            <ac:spMk id="184" creationId="{9685E87A-7326-7441-9CDA-4F6EF5CA2795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5" creationId="{3B8C0676-7D67-664B-80F3-7AFE0B11969F}"/>
          </ac:spMkLst>
        </pc:spChg>
        <pc:spChg chg="add mod">
          <ac:chgData name="KRIPI BADONIA" userId="5875e0c1-f727-471f-be94-0832844896ec" providerId="ADAL" clId="{F8B8405B-CA09-FA48-AA14-C32810F61854}" dt="2023-08-18T04:37:32.213" v="7863" actId="1037"/>
          <ac:spMkLst>
            <pc:docMk/>
            <pc:sldMk cId="2580202144" sldId="318"/>
            <ac:spMk id="185" creationId="{3E729CEB-8EFB-B640-A1BF-6F66C77D9069}"/>
          </ac:spMkLst>
        </pc:spChg>
        <pc:spChg chg="add mod">
          <ac:chgData name="KRIPI BADONIA" userId="5875e0c1-f727-471f-be94-0832844896ec" providerId="ADAL" clId="{F8B8405B-CA09-FA48-AA14-C32810F61854}" dt="2023-08-18T04:37:32.213" v="7863" actId="1037"/>
          <ac:spMkLst>
            <pc:docMk/>
            <pc:sldMk cId="2580202144" sldId="318"/>
            <ac:spMk id="186" creationId="{BB666AB8-6C4B-B84D-AD92-19BCD6835050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6" creationId="{E9F4788E-84E6-FC48-9D3D-3D4252691205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7" creationId="{19F99D92-0516-9643-A859-977700BB583F}"/>
          </ac:spMkLst>
        </pc:spChg>
        <pc:spChg chg="add mod">
          <ac:chgData name="KRIPI BADONIA" userId="5875e0c1-f727-471f-be94-0832844896ec" providerId="ADAL" clId="{F8B8405B-CA09-FA48-AA14-C32810F61854}" dt="2023-08-18T04:37:32.213" v="7863" actId="1037"/>
          <ac:spMkLst>
            <pc:docMk/>
            <pc:sldMk cId="2580202144" sldId="318"/>
            <ac:spMk id="187" creationId="{461B1FC9-8E7C-C94B-B747-F805E9F2224D}"/>
          </ac:spMkLst>
        </pc:spChg>
        <pc:spChg chg="add mod">
          <ac:chgData name="KRIPI BADONIA" userId="5875e0c1-f727-471f-be94-0832844896ec" providerId="ADAL" clId="{F8B8405B-CA09-FA48-AA14-C32810F61854}" dt="2023-08-18T04:37:32.213" v="7863" actId="1037"/>
          <ac:spMkLst>
            <pc:docMk/>
            <pc:sldMk cId="2580202144" sldId="318"/>
            <ac:spMk id="188" creationId="{1C6E822D-4DCB-EC41-96E5-19472F016CB6}"/>
          </ac:spMkLst>
        </pc:spChg>
        <pc:spChg chg="add del mod">
          <ac:chgData name="KRIPI BADONIA" userId="5875e0c1-f727-471f-be94-0832844896ec" providerId="ADAL" clId="{F8B8405B-CA09-FA48-AA14-C32810F61854}" dt="2023-08-18T02:02:25.188" v="3890" actId="478"/>
          <ac:spMkLst>
            <pc:docMk/>
            <pc:sldMk cId="2580202144" sldId="318"/>
            <ac:spMk id="188" creationId="{4C93243B-37F0-0741-B103-DEC8DF90C02B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89" creationId="{648A7411-C23B-A84F-BC77-1A0FBBFB959A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0" creationId="{68546D97-2707-4547-8DE6-0F400B1CEFC4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1" creationId="{BDC1B885-44F7-4440-BD1B-36B67EFCA64F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2" creationId="{6EC6B140-213B-4142-9768-25E0BC54A7ED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3" creationId="{9ADF29C9-C755-6A44-9F28-88D29F909925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4" creationId="{D7E24DE0-EF67-6F47-B64B-0C35114DB197}"/>
          </ac:spMkLst>
        </pc:spChg>
        <pc:spChg chg="mod">
          <ac:chgData name="KRIPI BADONIA" userId="5875e0c1-f727-471f-be94-0832844896ec" providerId="ADAL" clId="{F8B8405B-CA09-FA48-AA14-C32810F61854}" dt="2023-08-18T02:09:08.357" v="3938" actId="1076"/>
          <ac:spMkLst>
            <pc:docMk/>
            <pc:sldMk cId="2580202144" sldId="318"/>
            <ac:spMk id="196" creationId="{74BCCD8B-6957-9F4A-BABE-FD0FEC427A94}"/>
          </ac:spMkLst>
        </pc:spChg>
        <pc:spChg chg="mod">
          <ac:chgData name="KRIPI BADONIA" userId="5875e0c1-f727-471f-be94-0832844896ec" providerId="ADAL" clId="{F8B8405B-CA09-FA48-AA14-C32810F61854}" dt="2023-08-18T02:09:08.357" v="3938" actId="1076"/>
          <ac:spMkLst>
            <pc:docMk/>
            <pc:sldMk cId="2580202144" sldId="318"/>
            <ac:spMk id="197" creationId="{08494416-22C5-354E-A7B0-3159A3976761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8" creationId="{119E6C7F-488E-B14E-86DB-DE41721FF93C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199" creationId="{B6688BF5-2D71-A94B-B671-83F64F97EDC9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200" creationId="{91BA6569-D206-D145-8525-D81D013855E5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201" creationId="{7267232C-1638-AD4D-A941-52308D369ED5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202" creationId="{809B7A2C-630E-C14D-9FDA-19C184CB0463}"/>
          </ac:spMkLst>
        </pc:spChg>
        <pc:spChg chg="add mod">
          <ac:chgData name="KRIPI BADONIA" userId="5875e0c1-f727-471f-be94-0832844896ec" providerId="ADAL" clId="{F8B8405B-CA09-FA48-AA14-C32810F61854}" dt="2023-08-18T02:52:28.932" v="5076" actId="2711"/>
          <ac:spMkLst>
            <pc:docMk/>
            <pc:sldMk cId="2580202144" sldId="318"/>
            <ac:spMk id="203" creationId="{76E54B56-C244-234B-A312-CE5D841A7BDB}"/>
          </ac:spMkLst>
        </pc:spChg>
        <pc:spChg chg="add mod">
          <ac:chgData name="KRIPI BADONIA" userId="5875e0c1-f727-471f-be94-0832844896ec" providerId="ADAL" clId="{F8B8405B-CA09-FA48-AA14-C32810F61854}" dt="2023-08-18T04:37:32.213" v="7863" actId="1037"/>
          <ac:spMkLst>
            <pc:docMk/>
            <pc:sldMk cId="2580202144" sldId="318"/>
            <ac:spMk id="204" creationId="{93FA8128-D7EE-C24D-8B84-98D2019BE8D4}"/>
          </ac:spMkLst>
        </pc:spChg>
        <pc:spChg chg="add mod">
          <ac:chgData name="KRIPI BADONIA" userId="5875e0c1-f727-471f-be94-0832844896ec" providerId="ADAL" clId="{F8B8405B-CA09-FA48-AA14-C32810F61854}" dt="2023-08-18T07:20:43.415" v="11477" actId="208"/>
          <ac:spMkLst>
            <pc:docMk/>
            <pc:sldMk cId="2580202144" sldId="318"/>
            <ac:spMk id="206" creationId="{57730987-976A-4540-9E5D-77683893241C}"/>
          </ac:spMkLst>
        </pc:spChg>
        <pc:spChg chg="add mod">
          <ac:chgData name="KRIPI BADONIA" userId="5875e0c1-f727-471f-be94-0832844896ec" providerId="ADAL" clId="{F8B8405B-CA09-FA48-AA14-C32810F61854}" dt="2023-08-18T07:20:43.415" v="11477" actId="208"/>
          <ac:spMkLst>
            <pc:docMk/>
            <pc:sldMk cId="2580202144" sldId="318"/>
            <ac:spMk id="207" creationId="{FF0C1C14-351A-B942-93E8-84881106FAC6}"/>
          </ac:spMkLst>
        </pc:spChg>
        <pc:spChg chg="add mod">
          <ac:chgData name="KRIPI BADONIA" userId="5875e0c1-f727-471f-be94-0832844896ec" providerId="ADAL" clId="{F8B8405B-CA09-FA48-AA14-C32810F61854}" dt="2023-08-18T07:20:43.415" v="11477" actId="208"/>
          <ac:spMkLst>
            <pc:docMk/>
            <pc:sldMk cId="2580202144" sldId="318"/>
            <ac:spMk id="208" creationId="{F1785BC0-CA47-174B-922B-543C79771D42}"/>
          </ac:spMkLst>
        </pc:spChg>
        <pc:spChg chg="add mod">
          <ac:chgData name="KRIPI BADONIA" userId="5875e0c1-f727-471f-be94-0832844896ec" providerId="ADAL" clId="{F8B8405B-CA09-FA48-AA14-C32810F61854}" dt="2023-08-18T07:20:43.415" v="11477" actId="208"/>
          <ac:spMkLst>
            <pc:docMk/>
            <pc:sldMk cId="2580202144" sldId="318"/>
            <ac:spMk id="209" creationId="{F3C9E123-AF31-B14B-9B1F-EF8940B3C579}"/>
          </ac:spMkLst>
        </pc:spChg>
        <pc:spChg chg="add mod">
          <ac:chgData name="KRIPI BADONIA" userId="5875e0c1-f727-471f-be94-0832844896ec" providerId="ADAL" clId="{F8B8405B-CA09-FA48-AA14-C32810F61854}" dt="2023-08-18T07:15:05.461" v="11314" actId="1076"/>
          <ac:spMkLst>
            <pc:docMk/>
            <pc:sldMk cId="2580202144" sldId="318"/>
            <ac:spMk id="210" creationId="{621469CE-8E29-C342-B349-D1BD6A8FC95B}"/>
          </ac:spMkLst>
        </pc:spChg>
        <pc:spChg chg="add mod">
          <ac:chgData name="KRIPI BADONIA" userId="5875e0c1-f727-471f-be94-0832844896ec" providerId="ADAL" clId="{F8B8405B-CA09-FA48-AA14-C32810F61854}" dt="2023-08-18T07:15:05.461" v="11314" actId="1076"/>
          <ac:spMkLst>
            <pc:docMk/>
            <pc:sldMk cId="2580202144" sldId="318"/>
            <ac:spMk id="211" creationId="{A9BAEF43-1B3D-F94D-9268-7D84BB76B47F}"/>
          </ac:spMkLst>
        </pc:spChg>
        <pc:spChg chg="add del mod">
          <ac:chgData name="KRIPI BADONIA" userId="5875e0c1-f727-471f-be94-0832844896ec" providerId="ADAL" clId="{F8B8405B-CA09-FA48-AA14-C32810F61854}" dt="2023-08-18T04:39:18.476" v="7942" actId="478"/>
          <ac:spMkLst>
            <pc:docMk/>
            <pc:sldMk cId="2580202144" sldId="318"/>
            <ac:spMk id="212" creationId="{D730FB9A-83AE-9146-B9F0-AC01A2DCF914}"/>
          </ac:spMkLst>
        </pc:spChg>
        <pc:spChg chg="add mod">
          <ac:chgData name="KRIPI BADONIA" userId="5875e0c1-f727-471f-be94-0832844896ec" providerId="ADAL" clId="{F8B8405B-CA09-FA48-AA14-C32810F61854}" dt="2023-08-18T07:15:37.794" v="11324" actId="20577"/>
          <ac:spMkLst>
            <pc:docMk/>
            <pc:sldMk cId="2580202144" sldId="318"/>
            <ac:spMk id="213" creationId="{5BA84EFF-D44D-4C4C-992D-8C4FE132B48C}"/>
          </ac:spMkLst>
        </pc:spChg>
        <pc:spChg chg="add mod">
          <ac:chgData name="KRIPI BADONIA" userId="5875e0c1-f727-471f-be94-0832844896ec" providerId="ADAL" clId="{F8B8405B-CA09-FA48-AA14-C32810F61854}" dt="2023-08-18T07:16:02.258" v="11349" actId="20577"/>
          <ac:spMkLst>
            <pc:docMk/>
            <pc:sldMk cId="2580202144" sldId="318"/>
            <ac:spMk id="214" creationId="{E70052F3-1998-8043-9BBC-8AEF9A2086AD}"/>
          </ac:spMkLst>
        </pc:spChg>
        <pc:spChg chg="add mod">
          <ac:chgData name="KRIPI BADONIA" userId="5875e0c1-f727-471f-be94-0832844896ec" providerId="ADAL" clId="{F8B8405B-CA09-FA48-AA14-C32810F61854}" dt="2023-08-18T07:15:51.833" v="11334" actId="20577"/>
          <ac:spMkLst>
            <pc:docMk/>
            <pc:sldMk cId="2580202144" sldId="318"/>
            <ac:spMk id="215" creationId="{06FE0D36-3044-C24B-963D-2C81A66C5719}"/>
          </ac:spMkLst>
        </pc:spChg>
        <pc:spChg chg="add mod">
          <ac:chgData name="KRIPI BADONIA" userId="5875e0c1-f727-471f-be94-0832844896ec" providerId="ADAL" clId="{F8B8405B-CA09-FA48-AA14-C32810F61854}" dt="2023-08-18T07:15:56.975" v="11343" actId="20577"/>
          <ac:spMkLst>
            <pc:docMk/>
            <pc:sldMk cId="2580202144" sldId="318"/>
            <ac:spMk id="216" creationId="{1639849F-B778-114D-A1FF-CAB5F35A1B3F}"/>
          </ac:spMkLst>
        </pc:spChg>
        <pc:spChg chg="add mod">
          <ac:chgData name="KRIPI BADONIA" userId="5875e0c1-f727-471f-be94-0832844896ec" providerId="ADAL" clId="{F8B8405B-CA09-FA48-AA14-C32810F61854}" dt="2023-08-18T07:14:56.192" v="11313" actId="14100"/>
          <ac:spMkLst>
            <pc:docMk/>
            <pc:sldMk cId="2580202144" sldId="318"/>
            <ac:spMk id="217" creationId="{99CE71C6-4516-A24F-BABA-62DD455B25D7}"/>
          </ac:spMkLst>
        </pc:spChg>
        <pc:spChg chg="add mod">
          <ac:chgData name="KRIPI BADONIA" userId="5875e0c1-f727-471f-be94-0832844896ec" providerId="ADAL" clId="{F8B8405B-CA09-FA48-AA14-C32810F61854}" dt="2023-08-18T07:14:56.192" v="11313" actId="14100"/>
          <ac:spMkLst>
            <pc:docMk/>
            <pc:sldMk cId="2580202144" sldId="318"/>
            <ac:spMk id="218" creationId="{B074E267-E8C3-5F40-8CD2-A8C19768A7E6}"/>
          </ac:spMkLst>
        </pc:spChg>
        <pc:spChg chg="add mod">
          <ac:chgData name="KRIPI BADONIA" userId="5875e0c1-f727-471f-be94-0832844896ec" providerId="ADAL" clId="{F8B8405B-CA09-FA48-AA14-C32810F61854}" dt="2023-08-18T07:14:56.192" v="11313" actId="14100"/>
          <ac:spMkLst>
            <pc:docMk/>
            <pc:sldMk cId="2580202144" sldId="318"/>
            <ac:spMk id="219" creationId="{1B83C010-760C-3747-8E66-0F67BED91C4A}"/>
          </ac:spMkLst>
        </pc:spChg>
        <pc:spChg chg="add mod">
          <ac:chgData name="KRIPI BADONIA" userId="5875e0c1-f727-471f-be94-0832844896ec" providerId="ADAL" clId="{F8B8405B-CA09-FA48-AA14-C32810F61854}" dt="2023-08-18T07:14:56.192" v="11313" actId="14100"/>
          <ac:spMkLst>
            <pc:docMk/>
            <pc:sldMk cId="2580202144" sldId="318"/>
            <ac:spMk id="220" creationId="{AB6E7926-A660-C44F-B09B-5C4FAC007326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1" creationId="{B7D645EB-9114-1044-8194-63A403FC411F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2" creationId="{4E351B5E-3223-B14A-9BA7-A205C99F8DF7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3" creationId="{97CB6CC4-2245-254E-8186-5EB24E365E7A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4" creationId="{BAEF044D-E20E-2746-BA1F-C88BC70A7D3B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5" creationId="{82C0FD9F-EB62-6142-BC8B-93F983E13B0D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6" creationId="{74F01232-5F49-2C4A-9194-C9FFE74C7980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7" creationId="{B13171F0-6404-AF47-9E4E-EA92F5265DB9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8" creationId="{1204A678-E682-5341-9601-A07094191052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29" creationId="{FC7D5092-0B9A-904E-99E3-7976FA819A35}"/>
          </ac:spMkLst>
        </pc:spChg>
        <pc:spChg chg="add mod">
          <ac:chgData name="KRIPI BADONIA" userId="5875e0c1-f727-471f-be94-0832844896ec" providerId="ADAL" clId="{F8B8405B-CA09-FA48-AA14-C32810F61854}" dt="2023-08-18T04:59:28.826" v="7998" actId="571"/>
          <ac:spMkLst>
            <pc:docMk/>
            <pc:sldMk cId="2580202144" sldId="318"/>
            <ac:spMk id="230" creationId="{B5056DA5-C892-9343-8FFC-CA2287E7D26A}"/>
          </ac:spMkLst>
        </pc:spChg>
        <pc:spChg chg="add mod">
          <ac:chgData name="KRIPI BADONIA" userId="5875e0c1-f727-471f-be94-0832844896ec" providerId="ADAL" clId="{F8B8405B-CA09-FA48-AA14-C32810F61854}" dt="2023-08-18T07:19:11.286" v="11475" actId="1037"/>
          <ac:spMkLst>
            <pc:docMk/>
            <pc:sldMk cId="2580202144" sldId="318"/>
            <ac:spMk id="231" creationId="{FB3D4176-DFA8-6A42-94DD-EB36EEF0669F}"/>
          </ac:spMkLst>
        </pc:spChg>
        <pc:spChg chg="add mod">
          <ac:chgData name="KRIPI BADONIA" userId="5875e0c1-f727-471f-be94-0832844896ec" providerId="ADAL" clId="{F8B8405B-CA09-FA48-AA14-C32810F61854}" dt="2023-08-18T07:15:42.414" v="11325" actId="1076"/>
          <ac:spMkLst>
            <pc:docMk/>
            <pc:sldMk cId="2580202144" sldId="318"/>
            <ac:spMk id="232" creationId="{3D99C727-2570-A24B-BF72-271CFECDABF3}"/>
          </ac:spMkLst>
        </pc:spChg>
        <pc:spChg chg="add mod">
          <ac:chgData name="KRIPI BADONIA" userId="5875e0c1-f727-471f-be94-0832844896ec" providerId="ADAL" clId="{F8B8405B-CA09-FA48-AA14-C32810F61854}" dt="2023-08-18T07:14:43.263" v="11312" actId="1076"/>
          <ac:spMkLst>
            <pc:docMk/>
            <pc:sldMk cId="2580202144" sldId="318"/>
            <ac:spMk id="233" creationId="{62E8C7FA-A921-9A41-9AA5-AD688CC24834}"/>
          </ac:spMkLst>
        </pc:spChg>
        <pc:spChg chg="add mod">
          <ac:chgData name="KRIPI BADONIA" userId="5875e0c1-f727-471f-be94-0832844896ec" providerId="ADAL" clId="{F8B8405B-CA09-FA48-AA14-C32810F61854}" dt="2023-08-18T07:19:03.037" v="11473" actId="207"/>
          <ac:spMkLst>
            <pc:docMk/>
            <pc:sldMk cId="2580202144" sldId="318"/>
            <ac:spMk id="234" creationId="{9721AB9C-1772-4145-A7DE-C7A0FDDFC78B}"/>
          </ac:spMkLst>
        </pc:spChg>
        <pc:spChg chg="add mod">
          <ac:chgData name="KRIPI BADONIA" userId="5875e0c1-f727-471f-be94-0832844896ec" providerId="ADAL" clId="{F8B8405B-CA09-FA48-AA14-C32810F61854}" dt="2023-08-18T07:17:22.900" v="11387" actId="20577"/>
          <ac:spMkLst>
            <pc:docMk/>
            <pc:sldMk cId="2580202144" sldId="318"/>
            <ac:spMk id="235" creationId="{453D07F7-812B-FA42-AAA4-5B2557F99DF8}"/>
          </ac:spMkLst>
        </pc:spChg>
        <pc:spChg chg="add mod">
          <ac:chgData name="KRIPI BADONIA" userId="5875e0c1-f727-471f-be94-0832844896ec" providerId="ADAL" clId="{F8B8405B-CA09-FA48-AA14-C32810F61854}" dt="2023-08-18T07:18:15.819" v="11426" actId="20577"/>
          <ac:spMkLst>
            <pc:docMk/>
            <pc:sldMk cId="2580202144" sldId="318"/>
            <ac:spMk id="236" creationId="{1B2886DB-519F-6441-BD88-2AF794DD8781}"/>
          </ac:spMkLst>
        </pc:spChg>
        <pc:spChg chg="add mod">
          <ac:chgData name="KRIPI BADONIA" userId="5875e0c1-f727-471f-be94-0832844896ec" providerId="ADAL" clId="{F8B8405B-CA09-FA48-AA14-C32810F61854}" dt="2023-08-18T07:17:56.627" v="11403" actId="20577"/>
          <ac:spMkLst>
            <pc:docMk/>
            <pc:sldMk cId="2580202144" sldId="318"/>
            <ac:spMk id="237" creationId="{630C0CE8-8D0B-7F4C-9909-458161EA2FED}"/>
          </ac:spMkLst>
        </pc:spChg>
        <pc:grpChg chg="mod">
          <ac:chgData name="KRIPI BADONIA" userId="5875e0c1-f727-471f-be94-0832844896ec" providerId="ADAL" clId="{F8B8405B-CA09-FA48-AA14-C32810F61854}" dt="2023-08-18T02:52:28.932" v="5076" actId="2711"/>
          <ac:grpSpMkLst>
            <pc:docMk/>
            <pc:sldMk cId="2580202144" sldId="318"/>
            <ac:grpSpMk id="25" creationId="{69272B1E-D793-FB67-BDAF-1A50ECFFAE71}"/>
          </ac:grpSpMkLst>
        </pc:grpChg>
        <pc:grpChg chg="add del mod">
          <ac:chgData name="KRIPI BADONIA" userId="5875e0c1-f727-471f-be94-0832844896ec" providerId="ADAL" clId="{F8B8405B-CA09-FA48-AA14-C32810F61854}" dt="2023-08-18T01:14:44.623" v="2229" actId="478"/>
          <ac:grpSpMkLst>
            <pc:docMk/>
            <pc:sldMk cId="2580202144" sldId="318"/>
            <ac:grpSpMk id="97" creationId="{D35FC3D4-BB49-0840-B970-A36565FE8453}"/>
          </ac:grpSpMkLst>
        </pc:grpChg>
        <pc:grpChg chg="mod">
          <ac:chgData name="KRIPI BADONIA" userId="5875e0c1-f727-471f-be94-0832844896ec" providerId="ADAL" clId="{F8B8405B-CA09-FA48-AA14-C32810F61854}" dt="2023-08-18T01:14:40.964" v="2228" actId="1076"/>
          <ac:grpSpMkLst>
            <pc:docMk/>
            <pc:sldMk cId="2580202144" sldId="318"/>
            <ac:grpSpMk id="99" creationId="{9E4AE541-57BF-EB49-A5D2-25D603EC48C7}"/>
          </ac:grpSpMkLst>
        </pc:grpChg>
        <pc:grpChg chg="add mod">
          <ac:chgData name="KRIPI BADONIA" userId="5875e0c1-f727-471f-be94-0832844896ec" providerId="ADAL" clId="{F8B8405B-CA09-FA48-AA14-C32810F61854}" dt="2023-08-18T04:38:21.198" v="7877" actId="1035"/>
          <ac:grpSpMkLst>
            <pc:docMk/>
            <pc:sldMk cId="2580202144" sldId="318"/>
            <ac:grpSpMk id="102" creationId="{2C7D840E-081B-8143-95F4-98486B5F06E6}"/>
          </ac:grpSpMkLst>
        </pc:grpChg>
        <pc:grpChg chg="add del mod">
          <ac:chgData name="KRIPI BADONIA" userId="5875e0c1-f727-471f-be94-0832844896ec" providerId="ADAL" clId="{F8B8405B-CA09-FA48-AA14-C32810F61854}" dt="2023-08-18T01:15:32.903" v="2242" actId="478"/>
          <ac:grpSpMkLst>
            <pc:docMk/>
            <pc:sldMk cId="2580202144" sldId="318"/>
            <ac:grpSpMk id="105" creationId="{AA04B86C-5D63-A049-92BD-1EBFEB724DE7}"/>
          </ac:grpSpMkLst>
        </pc:grpChg>
        <pc:grpChg chg="add del mod">
          <ac:chgData name="KRIPI BADONIA" userId="5875e0c1-f727-471f-be94-0832844896ec" providerId="ADAL" clId="{F8B8405B-CA09-FA48-AA14-C32810F61854}" dt="2023-08-18T01:15:32.903" v="2242" actId="478"/>
          <ac:grpSpMkLst>
            <pc:docMk/>
            <pc:sldMk cId="2580202144" sldId="318"/>
            <ac:grpSpMk id="108" creationId="{D0D47649-AC4D-FB47-8BA5-03C05F67E802}"/>
          </ac:grpSpMkLst>
        </pc:grpChg>
        <pc:grpChg chg="add mod">
          <ac:chgData name="KRIPI BADONIA" userId="5875e0c1-f727-471f-be94-0832844896ec" providerId="ADAL" clId="{F8B8405B-CA09-FA48-AA14-C32810F61854}" dt="2023-08-18T04:38:21.198" v="7877" actId="1035"/>
          <ac:grpSpMkLst>
            <pc:docMk/>
            <pc:sldMk cId="2580202144" sldId="318"/>
            <ac:grpSpMk id="111" creationId="{A00484F5-170D-B14C-A806-1544177BFF33}"/>
          </ac:grpSpMkLst>
        </pc:grpChg>
        <pc:grpChg chg="add mod">
          <ac:chgData name="KRIPI BADONIA" userId="5875e0c1-f727-471f-be94-0832844896ec" providerId="ADAL" clId="{F8B8405B-CA09-FA48-AA14-C32810F61854}" dt="2023-08-18T04:38:21.198" v="7877" actId="1035"/>
          <ac:grpSpMkLst>
            <pc:docMk/>
            <pc:sldMk cId="2580202144" sldId="318"/>
            <ac:grpSpMk id="114" creationId="{56F77DCA-BCC3-8D48-B2E5-9C1DDBC66FC2}"/>
          </ac:grpSpMkLst>
        </pc:grpChg>
        <pc:grpChg chg="add mod">
          <ac:chgData name="KRIPI BADONIA" userId="5875e0c1-f727-471f-be94-0832844896ec" providerId="ADAL" clId="{F8B8405B-CA09-FA48-AA14-C32810F61854}" dt="2023-08-18T04:38:21.198" v="7877" actId="1035"/>
          <ac:grpSpMkLst>
            <pc:docMk/>
            <pc:sldMk cId="2580202144" sldId="318"/>
            <ac:grpSpMk id="121" creationId="{23698783-9B68-4A49-AF53-49D7119150FB}"/>
          </ac:grpSpMkLst>
        </pc:grpChg>
        <pc:grpChg chg="add mod">
          <ac:chgData name="KRIPI BADONIA" userId="5875e0c1-f727-471f-be94-0832844896ec" providerId="ADAL" clId="{F8B8405B-CA09-FA48-AA14-C32810F61854}" dt="2023-08-18T04:38:21.198" v="7877" actId="1035"/>
          <ac:grpSpMkLst>
            <pc:docMk/>
            <pc:sldMk cId="2580202144" sldId="318"/>
            <ac:grpSpMk id="126" creationId="{4BA832A5-C7E7-0D4D-AEC6-CFC9EF998C9C}"/>
          </ac:grpSpMkLst>
        </pc:grpChg>
        <pc:grpChg chg="add mod">
          <ac:chgData name="KRIPI BADONIA" userId="5875e0c1-f727-471f-be94-0832844896ec" providerId="ADAL" clId="{F8B8405B-CA09-FA48-AA14-C32810F61854}" dt="2023-08-18T02:52:28.932" v="5076" actId="2711"/>
          <ac:grpSpMkLst>
            <pc:docMk/>
            <pc:sldMk cId="2580202144" sldId="318"/>
            <ac:grpSpMk id="142" creationId="{21464D2A-7AD9-6B47-9375-274E7D3B7C30}"/>
          </ac:grpSpMkLst>
        </pc:grpChg>
        <pc:grpChg chg="add mod">
          <ac:chgData name="KRIPI BADONIA" userId="5875e0c1-f727-471f-be94-0832844896ec" providerId="ADAL" clId="{F8B8405B-CA09-FA48-AA14-C32810F61854}" dt="2023-08-18T04:37:32.213" v="7863" actId="1037"/>
          <ac:grpSpMkLst>
            <pc:docMk/>
            <pc:sldMk cId="2580202144" sldId="318"/>
            <ac:grpSpMk id="143" creationId="{8AFF0EFA-EFB5-8B49-B957-610B37E6FD91}"/>
          </ac:grpSpMkLst>
        </pc:grpChg>
        <pc:grpChg chg="add del mod">
          <ac:chgData name="KRIPI BADONIA" userId="5875e0c1-f727-471f-be94-0832844896ec" providerId="ADAL" clId="{F8B8405B-CA09-FA48-AA14-C32810F61854}" dt="2023-08-18T04:38:41.738" v="7916" actId="478"/>
          <ac:grpSpMkLst>
            <pc:docMk/>
            <pc:sldMk cId="2580202144" sldId="318"/>
            <ac:grpSpMk id="162" creationId="{3C959597-B740-474C-ADC5-B79EBADDDEA9}"/>
          </ac:grpSpMkLst>
        </pc:grpChg>
        <pc:grpChg chg="add del mod">
          <ac:chgData name="KRIPI BADONIA" userId="5875e0c1-f727-471f-be94-0832844896ec" providerId="ADAL" clId="{F8B8405B-CA09-FA48-AA14-C32810F61854}" dt="2023-08-18T04:38:41.738" v="7916" actId="478"/>
          <ac:grpSpMkLst>
            <pc:docMk/>
            <pc:sldMk cId="2580202144" sldId="318"/>
            <ac:grpSpMk id="163" creationId="{28E86A7C-8088-7940-B304-61E7EBB66EB1}"/>
          </ac:grpSpMkLst>
        </pc:grpChg>
        <pc:grpChg chg="add del mod">
          <ac:chgData name="KRIPI BADONIA" userId="5875e0c1-f727-471f-be94-0832844896ec" providerId="ADAL" clId="{F8B8405B-CA09-FA48-AA14-C32810F61854}" dt="2023-08-18T04:37:16.287" v="7826" actId="478"/>
          <ac:grpSpMkLst>
            <pc:docMk/>
            <pc:sldMk cId="2580202144" sldId="318"/>
            <ac:grpSpMk id="182" creationId="{23EA76A0-8CF0-2943-9557-04E4397235A1}"/>
          </ac:grpSpMkLst>
        </pc:grpChg>
        <pc:grpChg chg="add mod">
          <ac:chgData name="KRIPI BADONIA" userId="5875e0c1-f727-471f-be94-0832844896ec" providerId="ADAL" clId="{F8B8405B-CA09-FA48-AA14-C32810F61854}" dt="2023-08-18T02:52:28.932" v="5076" actId="2711"/>
          <ac:grpSpMkLst>
            <pc:docMk/>
            <pc:sldMk cId="2580202144" sldId="318"/>
            <ac:grpSpMk id="195" creationId="{6B2ECE89-BDBE-8F42-8526-893B3BC2EFF6}"/>
          </ac:grpSpMkLst>
        </pc:grpChg>
        <pc:graphicFrameChg chg="add del mod modGraphic">
          <ac:chgData name="KRIPI BADONIA" userId="5875e0c1-f727-471f-be94-0832844896ec" providerId="ADAL" clId="{F8B8405B-CA09-FA48-AA14-C32810F61854}" dt="2023-08-17T22:38:21.689" v="303" actId="478"/>
          <ac:graphicFrameMkLst>
            <pc:docMk/>
            <pc:sldMk cId="2580202144" sldId="318"/>
            <ac:graphicFrameMk id="10" creationId="{3A806BE8-83E5-824A-8B01-86D16923A2F5}"/>
          </ac:graphicFrameMkLst>
        </pc:graphicFrameChg>
        <pc:picChg chg="add mod">
          <ac:chgData name="KRIPI BADONIA" userId="5875e0c1-f727-471f-be94-0832844896ec" providerId="ADAL" clId="{F8B8405B-CA09-FA48-AA14-C32810F61854}" dt="2023-08-18T05:37:29.076" v="8949" actId="1035"/>
          <ac:picMkLst>
            <pc:docMk/>
            <pc:sldMk cId="2580202144" sldId="318"/>
            <ac:picMk id="2" creationId="{CE7F2F44-B339-6C44-A322-CE92F5735019}"/>
          </ac:picMkLst>
        </pc:picChg>
        <pc:picChg chg="add del mod">
          <ac:chgData name="KRIPI BADONIA" userId="5875e0c1-f727-471f-be94-0832844896ec" providerId="ADAL" clId="{F8B8405B-CA09-FA48-AA14-C32810F61854}" dt="2023-08-17T23:07:53.856" v="347" actId="478"/>
          <ac:picMkLst>
            <pc:docMk/>
            <pc:sldMk cId="2580202144" sldId="318"/>
            <ac:picMk id="9" creationId="{3D4CFFF8-06EA-0E47-812E-4F1F78A4EE8B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21" creationId="{03AC4F66-FD79-6543-A94C-C40A2531CEAD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22" creationId="{1CC1F4F0-79A1-F944-8608-0265C9E74CAC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23" creationId="{28CDDFE9-9483-7743-9CCE-EE360BCB225B}"/>
          </ac:picMkLst>
        </pc:picChg>
        <pc:picChg chg="add del mod">
          <ac:chgData name="KRIPI BADONIA" userId="5875e0c1-f727-471f-be94-0832844896ec" providerId="ADAL" clId="{F8B8405B-CA09-FA48-AA14-C32810F61854}" dt="2023-08-18T00:23:59.289" v="739" actId="478"/>
          <ac:picMkLst>
            <pc:docMk/>
            <pc:sldMk cId="2580202144" sldId="318"/>
            <ac:picMk id="26" creationId="{96C2011E-F87B-634D-8C99-9487BF2D79C9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28" creationId="{40D55879-2D7C-D94B-AF04-B05730096BE2}"/>
          </ac:picMkLst>
        </pc:picChg>
        <pc:picChg chg="add del mod">
          <ac:chgData name="KRIPI BADONIA" userId="5875e0c1-f727-471f-be94-0832844896ec" providerId="ADAL" clId="{F8B8405B-CA09-FA48-AA14-C32810F61854}" dt="2023-08-18T00:28:00.700" v="756" actId="478"/>
          <ac:picMkLst>
            <pc:docMk/>
            <pc:sldMk cId="2580202144" sldId="318"/>
            <ac:picMk id="32" creationId="{09626D04-F38F-6B4E-87C3-7F4988F627C0}"/>
          </ac:picMkLst>
        </pc:picChg>
        <pc:picChg chg="add del mod">
          <ac:chgData name="KRIPI BADONIA" userId="5875e0c1-f727-471f-be94-0832844896ec" providerId="ADAL" clId="{F8B8405B-CA09-FA48-AA14-C32810F61854}" dt="2023-08-18T00:46:22.825" v="911" actId="478"/>
          <ac:picMkLst>
            <pc:docMk/>
            <pc:sldMk cId="2580202144" sldId="318"/>
            <ac:picMk id="34" creationId="{0F17C0B6-A9B4-B44F-AA7C-C674F4CD30DE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35" creationId="{16476E30-E7B8-A449-BE58-D2778BA1453D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36" creationId="{833573B0-6B73-7F4C-BFBF-24D74C189B83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37" creationId="{23F6CF53-A322-2343-950F-33F665CE6200}"/>
          </ac:picMkLst>
        </pc:picChg>
        <pc:picChg chg="add del mod">
          <ac:chgData name="KRIPI BADONIA" userId="5875e0c1-f727-471f-be94-0832844896ec" providerId="ADAL" clId="{F8B8405B-CA09-FA48-AA14-C32810F61854}" dt="2023-08-18T00:47:12.789" v="920" actId="478"/>
          <ac:picMkLst>
            <pc:docMk/>
            <pc:sldMk cId="2580202144" sldId="318"/>
            <ac:picMk id="39" creationId="{872D62A7-7C12-8E42-A40D-EC16D1CFE5CA}"/>
          </ac:picMkLst>
        </pc:picChg>
        <pc:picChg chg="add del mod">
          <ac:chgData name="KRIPI BADONIA" userId="5875e0c1-f727-471f-be94-0832844896ec" providerId="ADAL" clId="{F8B8405B-CA09-FA48-AA14-C32810F61854}" dt="2023-08-18T00:47:12.789" v="920" actId="478"/>
          <ac:picMkLst>
            <pc:docMk/>
            <pc:sldMk cId="2580202144" sldId="318"/>
            <ac:picMk id="41" creationId="{48A5401F-00CB-934C-84FA-8D381F77BAC7}"/>
          </ac:picMkLst>
        </pc:picChg>
        <pc:picChg chg="add del mod">
          <ac:chgData name="KRIPI BADONIA" userId="5875e0c1-f727-471f-be94-0832844896ec" providerId="ADAL" clId="{F8B8405B-CA09-FA48-AA14-C32810F61854}" dt="2023-08-18T00:47:12.789" v="920" actId="478"/>
          <ac:picMkLst>
            <pc:docMk/>
            <pc:sldMk cId="2580202144" sldId="318"/>
            <ac:picMk id="43" creationId="{FE90C487-99FD-A748-B41E-6B2D2443DB77}"/>
          </ac:picMkLst>
        </pc:picChg>
        <pc:picChg chg="add del mod">
          <ac:chgData name="KRIPI BADONIA" userId="5875e0c1-f727-471f-be94-0832844896ec" providerId="ADAL" clId="{F8B8405B-CA09-FA48-AA14-C32810F61854}" dt="2023-08-18T00:47:14.708" v="921" actId="478"/>
          <ac:picMkLst>
            <pc:docMk/>
            <pc:sldMk cId="2580202144" sldId="318"/>
            <ac:picMk id="45" creationId="{C8C8D5AB-76DB-FB42-8127-EC76C00B48E0}"/>
          </ac:picMkLst>
        </pc:picChg>
        <pc:picChg chg="add del mod">
          <ac:chgData name="KRIPI BADONIA" userId="5875e0c1-f727-471f-be94-0832844896ec" providerId="ADAL" clId="{F8B8405B-CA09-FA48-AA14-C32810F61854}" dt="2023-08-18T00:47:12.789" v="920" actId="478"/>
          <ac:picMkLst>
            <pc:docMk/>
            <pc:sldMk cId="2580202144" sldId="318"/>
            <ac:picMk id="47" creationId="{73DE6B88-34DC-604F-AB82-D715EE0BD91A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77" creationId="{73C02F39-D84E-CD4F-846A-D4824F49CE9E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144" creationId="{8D49B0BD-9EA8-9849-B9AD-F1FE522EF928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146" creationId="{11BE6DF5-82B4-EE48-B3E1-64163EA5F7D5}"/>
          </ac:picMkLst>
        </pc:picChg>
        <pc:picChg chg="add mod">
          <ac:chgData name="KRIPI BADONIA" userId="5875e0c1-f727-471f-be94-0832844896ec" providerId="ADAL" clId="{F8B8405B-CA09-FA48-AA14-C32810F61854}" dt="2023-08-18T02:52:28.932" v="5076" actId="2711"/>
          <ac:picMkLst>
            <pc:docMk/>
            <pc:sldMk cId="2580202144" sldId="318"/>
            <ac:picMk id="148" creationId="{0C6BD2F4-24D3-8142-B0A6-1F1E19B592DF}"/>
          </ac:picMkLst>
        </pc:picChg>
        <pc:picChg chg="add del mod">
          <ac:chgData name="KRIPI BADONIA" userId="5875e0c1-f727-471f-be94-0832844896ec" providerId="ADAL" clId="{F8B8405B-CA09-FA48-AA14-C32810F61854}" dt="2023-08-18T04:38:41.738" v="7916" actId="478"/>
          <ac:picMkLst>
            <pc:docMk/>
            <pc:sldMk cId="2580202144" sldId="318"/>
            <ac:picMk id="173" creationId="{5B5E95EB-EDF1-D04F-AAF7-6F98E343A9B2}"/>
          </ac:picMkLst>
        </pc:picChg>
        <pc:picChg chg="add del">
          <ac:chgData name="KRIPI BADONIA" userId="5875e0c1-f727-471f-be94-0832844896ec" providerId="ADAL" clId="{F8B8405B-CA09-FA48-AA14-C32810F61854}" dt="2023-08-18T01:59:56.064" v="3851" actId="478"/>
          <ac:picMkLst>
            <pc:docMk/>
            <pc:sldMk cId="2580202144" sldId="318"/>
            <ac:picMk id="181" creationId="{7FCD33F3-3649-EA46-82CE-098505B31444}"/>
          </ac:picMkLst>
        </pc:picChg>
        <pc:picChg chg="add mod">
          <ac:chgData name="KRIPI BADONIA" userId="5875e0c1-f727-471f-be94-0832844896ec" providerId="ADAL" clId="{F8B8405B-CA09-FA48-AA14-C32810F61854}" dt="2023-08-18T04:37:32.213" v="7863" actId="1037"/>
          <ac:picMkLst>
            <pc:docMk/>
            <pc:sldMk cId="2580202144" sldId="318"/>
            <ac:picMk id="205" creationId="{A5AE4464-C1B3-7149-89D9-46D2284F3E6D}"/>
          </ac:picMkLst>
        </pc:pic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49" creationId="{28620EB3-5E8E-FB4D-B84D-0506DE6E04DF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51" creationId="{37BA419F-F31C-6E46-B3C6-F96D4AFA522A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70" creationId="{27F92B38-FAA5-B042-87BA-D85594F8ED90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79" creationId="{EB81CAAB-AB68-714D-B776-E054DE560C6C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82" creationId="{DD36A761-A7FB-464C-828D-837AAEC52ACD}"/>
          </ac:cxnSpMkLst>
        </pc:cxnChg>
        <pc:cxnChg chg="mod">
          <ac:chgData name="KRIPI BADONIA" userId="5875e0c1-f727-471f-be94-0832844896ec" providerId="ADAL" clId="{F8B8405B-CA09-FA48-AA14-C32810F61854}" dt="2023-08-18T01:14:40.964" v="2228" actId="1076"/>
          <ac:cxnSpMkLst>
            <pc:docMk/>
            <pc:sldMk cId="2580202144" sldId="318"/>
            <ac:cxnSpMk id="98" creationId="{5B970DF0-DE44-0741-9B83-9DE280FD031D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149" creationId="{7A567D2D-38DF-314F-A3D5-93F03CB4B05E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152" creationId="{27EA17A1-F985-5D4C-8CC0-BDBEDEBA1F1B}"/>
          </ac:cxnSpMkLst>
        </pc:cxnChg>
        <pc:cxnChg chg="add mod">
          <ac:chgData name="KRIPI BADONIA" userId="5875e0c1-f727-471f-be94-0832844896ec" providerId="ADAL" clId="{F8B8405B-CA09-FA48-AA14-C32810F61854}" dt="2023-08-18T02:52:28.932" v="5076" actId="2711"/>
          <ac:cxnSpMkLst>
            <pc:docMk/>
            <pc:sldMk cId="2580202144" sldId="318"/>
            <ac:cxnSpMk id="153" creationId="{16240CD0-A1C6-2B46-B37B-5D911A36B46E}"/>
          </ac:cxnSpMkLst>
        </pc:cxnChg>
      </pc:sldChg>
      <pc:sldChg chg="del">
        <pc:chgData name="KRIPI BADONIA" userId="5875e0c1-f727-471f-be94-0832844896ec" providerId="ADAL" clId="{F8B8405B-CA09-FA48-AA14-C32810F61854}" dt="2023-08-18T03:36:53.073" v="6241" actId="2696"/>
        <pc:sldMkLst>
          <pc:docMk/>
          <pc:sldMk cId="3557623162" sldId="319"/>
        </pc:sldMkLst>
      </pc:sldChg>
      <pc:sldChg chg="addSp delSp modSp mod">
        <pc:chgData name="KRIPI BADONIA" userId="5875e0c1-f727-471f-be94-0832844896ec" providerId="ADAL" clId="{F8B8405B-CA09-FA48-AA14-C32810F61854}" dt="2023-08-18T00:37:20.552" v="819" actId="1076"/>
        <pc:sldMkLst>
          <pc:docMk/>
          <pc:sldMk cId="982315962" sldId="320"/>
        </pc:sldMkLst>
        <pc:spChg chg="mod">
          <ac:chgData name="KRIPI BADONIA" userId="5875e0c1-f727-471f-be94-0832844896ec" providerId="ADAL" clId="{F8B8405B-CA09-FA48-AA14-C32810F61854}" dt="2023-08-18T00:29:31.612" v="786" actId="1076"/>
          <ac:spMkLst>
            <pc:docMk/>
            <pc:sldMk cId="982315962" sldId="320"/>
            <ac:spMk id="2" creationId="{2C3CE19A-D163-D672-E252-950B007F66D3}"/>
          </ac:spMkLst>
        </pc:spChg>
        <pc:spChg chg="add mod">
          <ac:chgData name="KRIPI BADONIA" userId="5875e0c1-f727-471f-be94-0832844896ec" providerId="ADAL" clId="{F8B8405B-CA09-FA48-AA14-C32810F61854}" dt="2023-08-18T00:31:34.937" v="805" actId="14100"/>
          <ac:spMkLst>
            <pc:docMk/>
            <pc:sldMk cId="982315962" sldId="320"/>
            <ac:spMk id="4" creationId="{035805DA-CC8B-AA40-8F65-9B3199A7C3AB}"/>
          </ac:spMkLst>
        </pc:spChg>
        <pc:spChg chg="add del mod">
          <ac:chgData name="KRIPI BADONIA" userId="5875e0c1-f727-471f-be94-0832844896ec" providerId="ADAL" clId="{F8B8405B-CA09-FA48-AA14-C32810F61854}" dt="2023-08-18T00:29:29.319" v="784" actId="478"/>
          <ac:spMkLst>
            <pc:docMk/>
            <pc:sldMk cId="982315962" sldId="320"/>
            <ac:spMk id="5" creationId="{FED086A7-2BC7-6C40-82B9-E4D87DBFA58C}"/>
          </ac:spMkLst>
        </pc:spChg>
        <pc:spChg chg="add mod">
          <ac:chgData name="KRIPI BADONIA" userId="5875e0c1-f727-471f-be94-0832844896ec" providerId="ADAL" clId="{F8B8405B-CA09-FA48-AA14-C32810F61854}" dt="2023-08-18T00:31:34.937" v="805" actId="14100"/>
          <ac:spMkLst>
            <pc:docMk/>
            <pc:sldMk cId="982315962" sldId="320"/>
            <ac:spMk id="6" creationId="{307A3BDA-6792-B349-8EA6-B5A75445B772}"/>
          </ac:spMkLst>
        </pc:spChg>
        <pc:spChg chg="add mod">
          <ac:chgData name="KRIPI BADONIA" userId="5875e0c1-f727-471f-be94-0832844896ec" providerId="ADAL" clId="{F8B8405B-CA09-FA48-AA14-C32810F61854}" dt="2023-08-18T00:31:38.654" v="806" actId="14100"/>
          <ac:spMkLst>
            <pc:docMk/>
            <pc:sldMk cId="982315962" sldId="320"/>
            <ac:spMk id="7" creationId="{2E5E4BA8-97A3-9F44-AE59-3ADE6E15FF82}"/>
          </ac:spMkLst>
        </pc:spChg>
        <pc:spChg chg="add del mod">
          <ac:chgData name="KRIPI BADONIA" userId="5875e0c1-f727-471f-be94-0832844896ec" providerId="ADAL" clId="{F8B8405B-CA09-FA48-AA14-C32810F61854}" dt="2023-08-18T00:29:36.476" v="789"/>
          <ac:spMkLst>
            <pc:docMk/>
            <pc:sldMk cId="982315962" sldId="320"/>
            <ac:spMk id="8" creationId="{DB0A5964-073F-4041-A2DA-571C82FB5438}"/>
          </ac:spMkLst>
        </pc:spChg>
        <pc:spChg chg="add mod">
          <ac:chgData name="KRIPI BADONIA" userId="5875e0c1-f727-471f-be94-0832844896ec" providerId="ADAL" clId="{F8B8405B-CA09-FA48-AA14-C32810F61854}" dt="2023-08-18T00:31:25.321" v="804" actId="14100"/>
          <ac:spMkLst>
            <pc:docMk/>
            <pc:sldMk cId="982315962" sldId="320"/>
            <ac:spMk id="9" creationId="{694FB5A2-1FA3-5C4A-9E1A-A666F5FF40A6}"/>
          </ac:spMkLst>
        </pc:spChg>
        <pc:spChg chg="add mod">
          <ac:chgData name="KRIPI BADONIA" userId="5875e0c1-f727-471f-be94-0832844896ec" providerId="ADAL" clId="{F8B8405B-CA09-FA48-AA14-C32810F61854}" dt="2023-08-18T00:30:16.826" v="800" actId="14100"/>
          <ac:spMkLst>
            <pc:docMk/>
            <pc:sldMk cId="982315962" sldId="320"/>
            <ac:spMk id="10" creationId="{7DA5041E-F112-2846-8F9E-3DB86AD3E736}"/>
          </ac:spMkLst>
        </pc:spChg>
        <pc:picChg chg="add mod">
          <ac:chgData name="KRIPI BADONIA" userId="5875e0c1-f727-471f-be94-0832844896ec" providerId="ADAL" clId="{F8B8405B-CA09-FA48-AA14-C32810F61854}" dt="2023-08-18T00:33:19.937" v="809" actId="1076"/>
          <ac:picMkLst>
            <pc:docMk/>
            <pc:sldMk cId="982315962" sldId="320"/>
            <ac:picMk id="16" creationId="{E103B7EB-06C2-F84B-90EA-3C55E74D397E}"/>
          </ac:picMkLst>
        </pc:picChg>
        <pc:picChg chg="add mod">
          <ac:chgData name="KRIPI BADONIA" userId="5875e0c1-f727-471f-be94-0832844896ec" providerId="ADAL" clId="{F8B8405B-CA09-FA48-AA14-C32810F61854}" dt="2023-08-18T00:34:40.021" v="812" actId="1076"/>
          <ac:picMkLst>
            <pc:docMk/>
            <pc:sldMk cId="982315962" sldId="320"/>
            <ac:picMk id="17" creationId="{7ABF17D3-7D29-6E47-9030-5A32B3A882E7}"/>
          </ac:picMkLst>
        </pc:picChg>
        <pc:picChg chg="add mod">
          <ac:chgData name="KRIPI BADONIA" userId="5875e0c1-f727-471f-be94-0832844896ec" providerId="ADAL" clId="{F8B8405B-CA09-FA48-AA14-C32810F61854}" dt="2023-08-18T00:37:20.552" v="819" actId="1076"/>
          <ac:picMkLst>
            <pc:docMk/>
            <pc:sldMk cId="982315962" sldId="320"/>
            <ac:picMk id="18" creationId="{B1AE8765-F324-FD40-9200-C9BC663A0965}"/>
          </ac:picMkLst>
        </pc:picChg>
      </pc:sldChg>
      <pc:sldChg chg="addSp delSp modSp mod">
        <pc:chgData name="KRIPI BADONIA" userId="5875e0c1-f727-471f-be94-0832844896ec" providerId="ADAL" clId="{F8B8405B-CA09-FA48-AA14-C32810F61854}" dt="2023-08-18T07:12:01.753" v="11221" actId="20577"/>
        <pc:sldMkLst>
          <pc:docMk/>
          <pc:sldMk cId="1947640091" sldId="321"/>
        </pc:sldMkLst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2" creationId="{A6AA2842-23D1-9D4C-8C34-54F396B0B405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" creationId="{080D71E6-2122-0D40-7972-92B9DC14FA22}"/>
          </ac:spMkLst>
        </pc:spChg>
        <pc:spChg chg="mod">
          <ac:chgData name="KRIPI BADONIA" userId="5875e0c1-f727-471f-be94-0832844896ec" providerId="ADAL" clId="{F8B8405B-CA09-FA48-AA14-C32810F61854}" dt="2023-08-18T04:16:19.353" v="7230" actId="14100"/>
          <ac:spMkLst>
            <pc:docMk/>
            <pc:sldMk cId="1947640091" sldId="321"/>
            <ac:spMk id="7" creationId="{4F3CA647-BAF8-721B-F16B-E79DCF069C69}"/>
          </ac:spMkLst>
        </pc:spChg>
        <pc:spChg chg="mod">
          <ac:chgData name="KRIPI BADONIA" userId="5875e0c1-f727-471f-be94-0832844896ec" providerId="ADAL" clId="{F8B8405B-CA09-FA48-AA14-C32810F61854}" dt="2023-08-18T04:14:10.850" v="7201" actId="1036"/>
          <ac:spMkLst>
            <pc:docMk/>
            <pc:sldMk cId="1947640091" sldId="321"/>
            <ac:spMk id="8" creationId="{6284178F-67B4-610D-8AD7-01533C49923E}"/>
          </ac:spMkLst>
        </pc:spChg>
        <pc:spChg chg="mod">
          <ac:chgData name="KRIPI BADONIA" userId="5875e0c1-f727-471f-be94-0832844896ec" providerId="ADAL" clId="{F8B8405B-CA09-FA48-AA14-C32810F61854}" dt="2023-08-18T04:14:10.850" v="7201" actId="1036"/>
          <ac:spMkLst>
            <pc:docMk/>
            <pc:sldMk cId="1947640091" sldId="321"/>
            <ac:spMk id="9" creationId="{63679E68-DFA6-5155-6E64-147FA7949BB1}"/>
          </ac:spMkLst>
        </pc:spChg>
        <pc:spChg chg="mod">
          <ac:chgData name="KRIPI BADONIA" userId="5875e0c1-f727-471f-be94-0832844896ec" providerId="ADAL" clId="{F8B8405B-CA09-FA48-AA14-C32810F61854}" dt="2023-08-18T04:16:33.449" v="7234" actId="14100"/>
          <ac:spMkLst>
            <pc:docMk/>
            <pc:sldMk cId="1947640091" sldId="321"/>
            <ac:spMk id="10" creationId="{55920283-3FB4-1F95-99CB-C38437A70B09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1" creationId="{0DDABB97-D259-31EA-0BD3-ED4AF7A312A7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5" creationId="{40636EB0-D5A6-D0FD-E205-8775D239BA18}"/>
          </ac:spMkLst>
        </pc:spChg>
        <pc:spChg chg="del mod">
          <ac:chgData name="KRIPI BADONIA" userId="5875e0c1-f727-471f-be94-0832844896ec" providerId="ADAL" clId="{F8B8405B-CA09-FA48-AA14-C32810F61854}" dt="2023-08-17T22:15:07.489" v="1" actId="478"/>
          <ac:spMkLst>
            <pc:docMk/>
            <pc:sldMk cId="1947640091" sldId="321"/>
            <ac:spMk id="20" creationId="{A2977C63-67D2-A7FF-DCF0-ECA14C43DEA3}"/>
          </ac:spMkLst>
        </pc:spChg>
        <pc:spChg chg="add mod">
          <ac:chgData name="KRIPI BADONIA" userId="5875e0c1-f727-471f-be94-0832844896ec" providerId="ADAL" clId="{F8B8405B-CA09-FA48-AA14-C32810F61854}" dt="2023-08-18T07:12:01.753" v="11221" actId="20577"/>
          <ac:spMkLst>
            <pc:docMk/>
            <pc:sldMk cId="1947640091" sldId="321"/>
            <ac:spMk id="22" creationId="{A5E928A6-B5A1-5941-A72A-51520BA8795A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23" creationId="{AE4A9A5F-C510-C1D1-031C-6296C4F749D0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28" creationId="{0D267B3A-8216-E6DB-0EED-EBC84FE20284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0" creationId="{57417EC4-08F8-04FF-7E86-EA6364EA333C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1" creationId="{AF415CCA-5106-1E56-8448-9543741DD9CD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2" creationId="{DBC1EECE-5A52-2E16-E3BA-004B9B5349D7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3" creationId="{F4855551-F8E4-EA1E-E240-AA65ED4BE596}"/>
          </ac:spMkLst>
        </pc:spChg>
        <pc:spChg chg="mod">
          <ac:chgData name="KRIPI BADONIA" userId="5875e0c1-f727-471f-be94-0832844896ec" providerId="ADAL" clId="{F8B8405B-CA09-FA48-AA14-C32810F61854}" dt="2023-08-18T04:14:03.495" v="7187" actId="14100"/>
          <ac:spMkLst>
            <pc:docMk/>
            <pc:sldMk cId="1947640091" sldId="321"/>
            <ac:spMk id="34" creationId="{A1B87139-47CC-B561-B379-5DCD156D1C4F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6" creationId="{61044115-4790-7D6B-23DD-5DC270781C8C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7" creationId="{7B385872-C396-F4E6-921D-68D08893D3EB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8" creationId="{E3203F7E-8299-6E78-EDD1-677B7711D97E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39" creationId="{F1209EC1-B3BE-D1EB-94AA-376CE36A35B6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40" creationId="{3F25900E-9799-7876-1BEF-69A4ACB72C89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41" creationId="{B6256E67-EA6D-6EAA-6A7D-DA4F4F878742}"/>
          </ac:spMkLst>
        </pc:spChg>
        <pc:spChg chg="mod">
          <ac:chgData name="KRIPI BADONIA" userId="5875e0c1-f727-471f-be94-0832844896ec" providerId="ADAL" clId="{F8B8405B-CA09-FA48-AA14-C32810F61854}" dt="2023-08-18T04:14:03.495" v="7187" actId="14100"/>
          <ac:spMkLst>
            <pc:docMk/>
            <pc:sldMk cId="1947640091" sldId="321"/>
            <ac:spMk id="44" creationId="{102F40AA-01A5-B0A3-9E9D-7B32BA988847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48" creationId="{6209565B-415D-BE30-6AAB-6CC46CB53E5C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50" creationId="{307FFD8C-874A-2887-E04C-2C1A2E839F49}"/>
          </ac:spMkLst>
        </pc:spChg>
        <pc:spChg chg="mod">
          <ac:chgData name="KRIPI BADONIA" userId="5875e0c1-f727-471f-be94-0832844896ec" providerId="ADAL" clId="{F8B8405B-CA09-FA48-AA14-C32810F61854}" dt="2023-08-18T04:14:03.495" v="7187" actId="14100"/>
          <ac:spMkLst>
            <pc:docMk/>
            <pc:sldMk cId="1947640091" sldId="321"/>
            <ac:spMk id="55" creationId="{24697670-C05D-5D48-BF99-DAC9853F0D04}"/>
          </ac:spMkLst>
        </pc:spChg>
        <pc:spChg chg="mod">
          <ac:chgData name="KRIPI BADONIA" userId="5875e0c1-f727-471f-be94-0832844896ec" providerId="ADAL" clId="{F8B8405B-CA09-FA48-AA14-C32810F61854}" dt="2023-08-18T04:14:03.495" v="7187" actId="14100"/>
          <ac:spMkLst>
            <pc:docMk/>
            <pc:sldMk cId="1947640091" sldId="321"/>
            <ac:spMk id="56" creationId="{CB33A00F-0F4B-5C42-19C6-79C77AC762E1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59" creationId="{496D2AA1-9140-55A1-B3E4-093A9A1C6FEF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61" creationId="{8AADF837-E7E8-4779-F8F9-E7A0DC32F720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62" creationId="{196BB291-7FCC-7A48-E6C0-3C35865B696E}"/>
          </ac:spMkLst>
        </pc:spChg>
        <pc:spChg chg="mod">
          <ac:chgData name="KRIPI BADONIA" userId="5875e0c1-f727-471f-be94-0832844896ec" providerId="ADAL" clId="{F8B8405B-CA09-FA48-AA14-C32810F61854}" dt="2023-08-18T04:16:30.644" v="7233" actId="14100"/>
          <ac:spMkLst>
            <pc:docMk/>
            <pc:sldMk cId="1947640091" sldId="321"/>
            <ac:spMk id="63" creationId="{8E66F571-FE44-C35E-D9F3-C07E0A2C98B4}"/>
          </ac:spMkLst>
        </pc:spChg>
        <pc:spChg chg="add del mod">
          <ac:chgData name="KRIPI BADONIA" userId="5875e0c1-f727-471f-be94-0832844896ec" providerId="ADAL" clId="{F8B8405B-CA09-FA48-AA14-C32810F61854}" dt="2023-08-17T23:10:56.333" v="482" actId="478"/>
          <ac:spMkLst>
            <pc:docMk/>
            <pc:sldMk cId="1947640091" sldId="321"/>
            <ac:spMk id="74" creationId="{912501F0-ED34-094B-B3DB-17CF21F84A7D}"/>
          </ac:spMkLst>
        </pc:spChg>
        <pc:spChg chg="add mod">
          <ac:chgData name="KRIPI BADONIA" userId="5875e0c1-f727-471f-be94-0832844896ec" providerId="ADAL" clId="{F8B8405B-CA09-FA48-AA14-C32810F61854}" dt="2023-08-17T23:42:03.015" v="734" actId="14100"/>
          <ac:spMkLst>
            <pc:docMk/>
            <pc:sldMk cId="1947640091" sldId="321"/>
            <ac:spMk id="75" creationId="{28A8AF75-82BF-6448-849B-8176BA7FA94A}"/>
          </ac:spMkLst>
        </pc:spChg>
        <pc:spChg chg="add del mod">
          <ac:chgData name="KRIPI BADONIA" userId="5875e0c1-f727-471f-be94-0832844896ec" providerId="ADAL" clId="{F8B8405B-CA09-FA48-AA14-C32810F61854}" dt="2023-08-17T23:10:05.232" v="471" actId="478"/>
          <ac:spMkLst>
            <pc:docMk/>
            <pc:sldMk cId="1947640091" sldId="321"/>
            <ac:spMk id="76" creationId="{D8577036-5A18-D841-9EAE-EC3295188AC1}"/>
          </ac:spMkLst>
        </pc:spChg>
        <pc:spChg chg="add 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78" creationId="{A2897697-22DB-A741-BAF2-37B0C079EEDB}"/>
          </ac:spMkLst>
        </pc:spChg>
        <pc:spChg chg="add mod">
          <ac:chgData name="KRIPI BADONIA" userId="5875e0c1-f727-471f-be94-0832844896ec" providerId="ADAL" clId="{F8B8405B-CA09-FA48-AA14-C32810F61854}" dt="2023-08-18T04:17:05.724" v="7235" actId="14100"/>
          <ac:spMkLst>
            <pc:docMk/>
            <pc:sldMk cId="1947640091" sldId="321"/>
            <ac:spMk id="79" creationId="{E8D130D4-A5C3-6A43-848F-62A53DFF23C3}"/>
          </ac:spMkLst>
        </pc:spChg>
        <pc:spChg chg="add 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80" creationId="{7D3032C8-B18F-8649-940F-75A1DDFCE3F4}"/>
          </ac:spMkLst>
        </pc:spChg>
        <pc:spChg chg="add 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81" creationId="{633F3A57-C378-7E4F-96F9-FB6AE4FF45D1}"/>
          </ac:spMkLst>
        </pc:spChg>
        <pc:spChg chg="add 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82" creationId="{A6EDC331-991C-BF47-B228-E9D6B76E6FC8}"/>
          </ac:spMkLst>
        </pc:spChg>
        <pc:spChg chg="add 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83" creationId="{0ED2E369-0077-9D43-A5A7-83275B419C22}"/>
          </ac:spMkLst>
        </pc:spChg>
        <pc:spChg chg="add mod">
          <ac:chgData name="KRIPI BADONIA" userId="5875e0c1-f727-471f-be94-0832844896ec" providerId="ADAL" clId="{F8B8405B-CA09-FA48-AA14-C32810F61854}" dt="2023-08-18T04:18:17.288" v="7239" actId="14100"/>
          <ac:spMkLst>
            <pc:docMk/>
            <pc:sldMk cId="1947640091" sldId="321"/>
            <ac:spMk id="140" creationId="{6EC960FB-5B88-9342-B244-4556268D03FF}"/>
          </ac:spMkLst>
        </pc:spChg>
        <pc:spChg chg="mod">
          <ac:chgData name="KRIPI BADONIA" userId="5875e0c1-f727-471f-be94-0832844896ec" providerId="ADAL" clId="{F8B8405B-CA09-FA48-AA14-C32810F61854}" dt="2023-08-18T04:16:27.625" v="7232" actId="14100"/>
          <ac:spMkLst>
            <pc:docMk/>
            <pc:sldMk cId="1947640091" sldId="321"/>
            <ac:spMk id="1024" creationId="{6662016F-2D75-D655-990D-9EDAB89D57C8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26" creationId="{E010FED6-2724-8762-3BFF-80BEB4DDAC7A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33" creationId="{A5829913-6CBF-B5FB-B7CE-C4FAB1C2467E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35" creationId="{E76B6AB6-7A3B-6997-94BE-9233AE3C2D98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36" creationId="{8EC081A4-BB80-6CD1-8969-EB603C5DB0BF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47" creationId="{7D611A10-4553-2645-A51A-D0C861009313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51" creationId="{2CA5FC2C-3C2B-313F-244D-7233FFA474E6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52" creationId="{9A757C74-9E3A-CAD0-DC0A-01F55DE01D8F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53" creationId="{B91B7AB7-61AD-22A0-281A-AA6D2B758847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54" creationId="{9A251A4E-C42D-A66D-7FA3-AA31E8D2BDB5}"/>
          </ac:spMkLst>
        </pc:spChg>
        <pc:spChg chg="mod">
          <ac:chgData name="KRIPI BADONIA" userId="5875e0c1-f727-471f-be94-0832844896ec" providerId="ADAL" clId="{F8B8405B-CA09-FA48-AA14-C32810F61854}" dt="2023-08-18T02:52:09.818" v="5075" actId="2711"/>
          <ac:spMkLst>
            <pc:docMk/>
            <pc:sldMk cId="1947640091" sldId="321"/>
            <ac:spMk id="1055" creationId="{58B288A3-FFE7-51DE-FB0E-BF9D3D6CF549}"/>
          </ac:spMkLst>
        </pc:spChg>
        <pc:grpChg chg="mod">
          <ac:chgData name="KRIPI BADONIA" userId="5875e0c1-f727-471f-be94-0832844896ec" providerId="ADAL" clId="{F8B8405B-CA09-FA48-AA14-C32810F61854}" dt="2023-08-18T02:52:09.818" v="5075" actId="2711"/>
          <ac:grpSpMkLst>
            <pc:docMk/>
            <pc:sldMk cId="1947640091" sldId="321"/>
            <ac:grpSpMk id="1057" creationId="{E1219A75-5312-EA6D-1C54-E251956C8EC6}"/>
          </ac:grpSpMkLst>
        </pc:grp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4" creationId="{8FD44C9C-DD72-A35C-1F0F-35361F9848E4}"/>
          </ac:picMkLst>
        </pc:picChg>
        <pc:picChg chg="mod">
          <ac:chgData name="KRIPI BADONIA" userId="5875e0c1-f727-471f-be94-0832844896ec" providerId="ADAL" clId="{F8B8405B-CA09-FA48-AA14-C32810F61854}" dt="2023-08-18T04:19:44.021" v="7240" actId="1076"/>
          <ac:picMkLst>
            <pc:docMk/>
            <pc:sldMk cId="1947640091" sldId="321"/>
            <ac:picMk id="22" creationId="{67AF6C0A-C8DC-08F8-50CB-61B37ED9876F}"/>
          </ac:picMkLst>
        </pc:pic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1043" creationId="{C8919399-016B-BC30-5B55-D0E1E1482B72}"/>
          </ac:picMkLst>
        </pc:pic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1044" creationId="{B406612C-D84E-D8F9-060D-BB7AE9FA4F44}"/>
          </ac:picMkLst>
        </pc:pic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1046" creationId="{8376E4B1-C853-40AB-5F1D-610DD77A3C71}"/>
          </ac:picMkLst>
        </pc:pic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1048" creationId="{40562492-C16A-70AF-9CD0-C0F3BC98A039}"/>
          </ac:picMkLst>
        </pc:picChg>
        <pc:picChg chg="mod">
          <ac:chgData name="KRIPI BADONIA" userId="5875e0c1-f727-471f-be94-0832844896ec" providerId="ADAL" clId="{F8B8405B-CA09-FA48-AA14-C32810F61854}" dt="2023-08-18T02:52:09.818" v="5075" actId="2711"/>
          <ac:picMkLst>
            <pc:docMk/>
            <pc:sldMk cId="1947640091" sldId="321"/>
            <ac:picMk id="1056" creationId="{825B3CC0-731E-A052-8C41-D7C8C045B625}"/>
          </ac:picMkLst>
        </pc:picChg>
        <pc:cxnChg chg="mod">
          <ac:chgData name="KRIPI BADONIA" userId="5875e0c1-f727-471f-be94-0832844896ec" providerId="ADAL" clId="{F8B8405B-CA09-FA48-AA14-C32810F61854}" dt="2023-08-18T02:52:09.818" v="5075" actId="2711"/>
          <ac:cxnSpMkLst>
            <pc:docMk/>
            <pc:sldMk cId="1947640091" sldId="321"/>
            <ac:cxnSpMk id="5" creationId="{ADF6645B-27F6-DCF9-853F-554CF09B441A}"/>
          </ac:cxnSpMkLst>
        </pc:cxnChg>
        <pc:cxnChg chg="mod">
          <ac:chgData name="KRIPI BADONIA" userId="5875e0c1-f727-471f-be94-0832844896ec" providerId="ADAL" clId="{F8B8405B-CA09-FA48-AA14-C32810F61854}" dt="2023-08-18T04:16:19.353" v="7230" actId="14100"/>
          <ac:cxnSpMkLst>
            <pc:docMk/>
            <pc:sldMk cId="1947640091" sldId="321"/>
            <ac:cxnSpMk id="12" creationId="{C98019C5-597D-8642-5472-C907DFC7D5EC}"/>
          </ac:cxnSpMkLst>
        </pc:cxnChg>
        <pc:cxnChg chg="mod">
          <ac:chgData name="KRIPI BADONIA" userId="5875e0c1-f727-471f-be94-0832844896ec" providerId="ADAL" clId="{F8B8405B-CA09-FA48-AA14-C32810F61854}" dt="2023-08-18T04:16:33.449" v="7234" actId="14100"/>
          <ac:cxnSpMkLst>
            <pc:docMk/>
            <pc:sldMk cId="1947640091" sldId="321"/>
            <ac:cxnSpMk id="13" creationId="{BF87EEB8-80B4-1835-366F-E9C37E29C0D3}"/>
          </ac:cxnSpMkLst>
        </pc:cxnChg>
        <pc:cxnChg chg="mod">
          <ac:chgData name="KRIPI BADONIA" userId="5875e0c1-f727-471f-be94-0832844896ec" providerId="ADAL" clId="{F8B8405B-CA09-FA48-AA14-C32810F61854}" dt="2023-08-18T04:16:19.353" v="7230" actId="14100"/>
          <ac:cxnSpMkLst>
            <pc:docMk/>
            <pc:sldMk cId="1947640091" sldId="321"/>
            <ac:cxnSpMk id="25" creationId="{250AE9A0-3C50-492E-8731-48422EECC23C}"/>
          </ac:cxnSpMkLst>
        </pc:cxnChg>
        <pc:cxnChg chg="mod">
          <ac:chgData name="KRIPI BADONIA" userId="5875e0c1-f727-471f-be94-0832844896ec" providerId="ADAL" clId="{F8B8405B-CA09-FA48-AA14-C32810F61854}" dt="2023-08-18T02:52:09.818" v="5075" actId="2711"/>
          <ac:cxnSpMkLst>
            <pc:docMk/>
            <pc:sldMk cId="1947640091" sldId="321"/>
            <ac:cxnSpMk id="43" creationId="{A61E8706-7237-CF65-E49F-D44C7F532534}"/>
          </ac:cxnSpMkLst>
        </pc:cxnChg>
        <pc:cxnChg chg="mod">
          <ac:chgData name="KRIPI BADONIA" userId="5875e0c1-f727-471f-be94-0832844896ec" providerId="ADAL" clId="{F8B8405B-CA09-FA48-AA14-C32810F61854}" dt="2023-08-18T04:16:27.625" v="7232" actId="14100"/>
          <ac:cxnSpMkLst>
            <pc:docMk/>
            <pc:sldMk cId="1947640091" sldId="321"/>
            <ac:cxnSpMk id="45" creationId="{60409512-0CCA-F08C-ACE6-52AAED0726C9}"/>
          </ac:cxnSpMkLst>
        </pc:cxnChg>
        <pc:cxnChg chg="mod">
          <ac:chgData name="KRIPI BADONIA" userId="5875e0c1-f727-471f-be94-0832844896ec" providerId="ADAL" clId="{F8B8405B-CA09-FA48-AA14-C32810F61854}" dt="2023-08-18T04:14:10.850" v="7201" actId="1036"/>
          <ac:cxnSpMkLst>
            <pc:docMk/>
            <pc:sldMk cId="1947640091" sldId="321"/>
            <ac:cxnSpMk id="49" creationId="{B9073DC6-3DA5-6537-26F9-C57E0FA77D37}"/>
          </ac:cxnSpMkLst>
        </pc:cxnChg>
        <pc:cxnChg chg="mod">
          <ac:chgData name="KRIPI BADONIA" userId="5875e0c1-f727-471f-be94-0832844896ec" providerId="ADAL" clId="{F8B8405B-CA09-FA48-AA14-C32810F61854}" dt="2023-08-18T04:14:10.850" v="7201" actId="1036"/>
          <ac:cxnSpMkLst>
            <pc:docMk/>
            <pc:sldMk cId="1947640091" sldId="321"/>
            <ac:cxnSpMk id="52" creationId="{EF55BE06-5816-48B9-7754-AA285E13CF7C}"/>
          </ac:cxnSpMkLst>
        </pc:cxnChg>
        <pc:cxnChg chg="mod">
          <ac:chgData name="KRIPI BADONIA" userId="5875e0c1-f727-471f-be94-0832844896ec" providerId="ADAL" clId="{F8B8405B-CA09-FA48-AA14-C32810F61854}" dt="2023-08-18T04:14:10.850" v="7201" actId="1036"/>
          <ac:cxnSpMkLst>
            <pc:docMk/>
            <pc:sldMk cId="1947640091" sldId="321"/>
            <ac:cxnSpMk id="57" creationId="{C00CB0C8-A243-D17E-9D62-35F47AB1862F}"/>
          </ac:cxnSpMkLst>
        </pc:cxnChg>
        <pc:cxnChg chg="mod">
          <ac:chgData name="KRIPI BADONIA" userId="5875e0c1-f727-471f-be94-0832844896ec" providerId="ADAL" clId="{F8B8405B-CA09-FA48-AA14-C32810F61854}" dt="2023-08-18T04:14:10.850" v="7201" actId="1036"/>
          <ac:cxnSpMkLst>
            <pc:docMk/>
            <pc:sldMk cId="1947640091" sldId="321"/>
            <ac:cxnSpMk id="60" creationId="{8F5E39F1-C64B-F903-CC39-AC780985422E}"/>
          </ac:cxnSpMkLst>
        </pc:cxnChg>
        <pc:cxnChg chg="mod">
          <ac:chgData name="KRIPI BADONIA" userId="5875e0c1-f727-471f-be94-0832844896ec" providerId="ADAL" clId="{F8B8405B-CA09-FA48-AA14-C32810F61854}" dt="2023-08-18T04:16:33.449" v="7234" actId="14100"/>
          <ac:cxnSpMkLst>
            <pc:docMk/>
            <pc:sldMk cId="1947640091" sldId="321"/>
            <ac:cxnSpMk id="1025" creationId="{5588B543-51E6-42CF-A453-F1466E750F4F}"/>
          </ac:cxnSpMkLst>
        </pc:cxnChg>
        <pc:cxnChg chg="mod">
          <ac:chgData name="KRIPI BADONIA" userId="5875e0c1-f727-471f-be94-0832844896ec" providerId="ADAL" clId="{F8B8405B-CA09-FA48-AA14-C32810F61854}" dt="2023-08-18T04:16:33.449" v="7234" actId="14100"/>
          <ac:cxnSpMkLst>
            <pc:docMk/>
            <pc:sldMk cId="1947640091" sldId="321"/>
            <ac:cxnSpMk id="1029" creationId="{0CAE92E7-0320-C7F0-8C15-57BC48C55FFB}"/>
          </ac:cxnSpMkLst>
        </pc:cxnChg>
      </pc:sldChg>
      <pc:sldChg chg="addSp delSp modSp del mod ord">
        <pc:chgData name="KRIPI BADONIA" userId="5875e0c1-f727-471f-be94-0832844896ec" providerId="ADAL" clId="{F8B8405B-CA09-FA48-AA14-C32810F61854}" dt="2023-08-18T07:22:02.272" v="11513" actId="2696"/>
        <pc:sldMkLst>
          <pc:docMk/>
          <pc:sldMk cId="1559173159" sldId="323"/>
        </pc:sldMkLst>
        <pc:spChg chg="del mod">
          <ac:chgData name="KRIPI BADONIA" userId="5875e0c1-f727-471f-be94-0832844896ec" providerId="ADAL" clId="{F8B8405B-CA09-FA48-AA14-C32810F61854}" dt="2023-08-18T02:48:15.309" v="4937" actId="478"/>
          <ac:spMkLst>
            <pc:docMk/>
            <pc:sldMk cId="1559173159" sldId="323"/>
            <ac:spMk id="2" creationId="{819EAC50-7E54-AA9A-0882-F24B85054B91}"/>
          </ac:spMkLst>
        </pc:spChg>
        <pc:spChg chg="del">
          <ac:chgData name="KRIPI BADONIA" userId="5875e0c1-f727-471f-be94-0832844896ec" providerId="ADAL" clId="{F8B8405B-CA09-FA48-AA14-C32810F61854}" dt="2023-08-18T02:48:22.369" v="4940"/>
          <ac:spMkLst>
            <pc:docMk/>
            <pc:sldMk cId="1559173159" sldId="323"/>
            <ac:spMk id="3" creationId="{7D7F63F2-1ECD-C9E1-A1AC-FBD35DB4975F}"/>
          </ac:spMkLst>
        </pc:spChg>
        <pc:spChg chg="mod">
          <ac:chgData name="KRIPI BADONIA" userId="5875e0c1-f727-471f-be94-0832844896ec" providerId="ADAL" clId="{F8B8405B-CA09-FA48-AA14-C32810F61854}" dt="2023-08-18T02:54:48.079" v="5171" actId="20577"/>
          <ac:spMkLst>
            <pc:docMk/>
            <pc:sldMk cId="1559173159" sldId="323"/>
            <ac:spMk id="9" creationId="{D46EC336-76A3-EC54-CC58-5C46FFBEB142}"/>
          </ac:spMkLst>
        </pc:spChg>
        <pc:spChg chg="add mod">
          <ac:chgData name="KRIPI BADONIA" userId="5875e0c1-f727-471f-be94-0832844896ec" providerId="ADAL" clId="{F8B8405B-CA09-FA48-AA14-C32810F61854}" dt="2023-08-18T02:48:10.828" v="4936" actId="571"/>
          <ac:spMkLst>
            <pc:docMk/>
            <pc:sldMk cId="1559173159" sldId="323"/>
            <ac:spMk id="14" creationId="{71AD4434-441C-0B4E-9629-BC3ADBCC0274}"/>
          </ac:spMkLst>
        </pc:spChg>
        <pc:spChg chg="add del mod">
          <ac:chgData name="KRIPI BADONIA" userId="5875e0c1-f727-471f-be94-0832844896ec" providerId="ADAL" clId="{F8B8405B-CA09-FA48-AA14-C32810F61854}" dt="2023-08-18T02:48:16.522" v="4938" actId="478"/>
          <ac:spMkLst>
            <pc:docMk/>
            <pc:sldMk cId="1559173159" sldId="323"/>
            <ac:spMk id="16" creationId="{0642A745-968C-E040-B12A-74E00C9A7995}"/>
          </ac:spMkLst>
        </pc:spChg>
        <pc:spChg chg="add mod">
          <ac:chgData name="KRIPI BADONIA" userId="5875e0c1-f727-471f-be94-0832844896ec" providerId="ADAL" clId="{F8B8405B-CA09-FA48-AA14-C32810F61854}" dt="2023-08-18T02:48:26.692" v="4946" actId="20577"/>
          <ac:spMkLst>
            <pc:docMk/>
            <pc:sldMk cId="1559173159" sldId="323"/>
            <ac:spMk id="17" creationId="{CA3E136F-3897-BA4B-B00A-887BCD085F54}"/>
          </ac:spMkLst>
        </pc:spChg>
        <pc:picChg chg="mod">
          <ac:chgData name="KRIPI BADONIA" userId="5875e0c1-f727-471f-be94-0832844896ec" providerId="ADAL" clId="{F8B8405B-CA09-FA48-AA14-C32810F61854}" dt="2023-08-18T02:48:19.471" v="4939" actId="1076"/>
          <ac:picMkLst>
            <pc:docMk/>
            <pc:sldMk cId="1559173159" sldId="323"/>
            <ac:picMk id="7" creationId="{90F92D14-8DA0-7C67-FE66-F9A5AD4BD3F8}"/>
          </ac:picMkLst>
        </pc:picChg>
      </pc:sldChg>
      <pc:sldChg chg="del">
        <pc:chgData name="KRIPI BADONIA" userId="5875e0c1-f727-471f-be94-0832844896ec" providerId="ADAL" clId="{F8B8405B-CA09-FA48-AA14-C32810F61854}" dt="2023-08-18T07:22:02.210" v="11512" actId="2696"/>
        <pc:sldMkLst>
          <pc:docMk/>
          <pc:sldMk cId="3671871193" sldId="324"/>
        </pc:sldMkLst>
      </pc:sldChg>
      <pc:sldChg chg="addSp delSp modSp mod">
        <pc:chgData name="KRIPI BADONIA" userId="5875e0c1-f727-471f-be94-0832844896ec" providerId="ADAL" clId="{F8B8405B-CA09-FA48-AA14-C32810F61854}" dt="2023-08-18T07:49:39.932" v="11862" actId="14100"/>
        <pc:sldMkLst>
          <pc:docMk/>
          <pc:sldMk cId="870226558" sldId="327"/>
        </pc:sldMkLst>
        <pc:spChg chg="mod">
          <ac:chgData name="KRIPI BADONIA" userId="5875e0c1-f727-471f-be94-0832844896ec" providerId="ADAL" clId="{F8B8405B-CA09-FA48-AA14-C32810F61854}" dt="2023-08-18T07:43:42.610" v="11857" actId="20577"/>
          <ac:spMkLst>
            <pc:docMk/>
            <pc:sldMk cId="870226558" sldId="327"/>
            <ac:spMk id="2" creationId="{2C3CE19A-D163-D672-E252-950B007F66D3}"/>
          </ac:spMkLst>
        </pc:spChg>
        <pc:spChg chg="mod">
          <ac:chgData name="KRIPI BADONIA" userId="5875e0c1-f727-471f-be94-0832844896ec" providerId="ADAL" clId="{F8B8405B-CA09-FA48-AA14-C32810F61854}" dt="2023-08-18T06:56:58.555" v="10487" actId="2711"/>
          <ac:spMkLst>
            <pc:docMk/>
            <pc:sldMk cId="870226558" sldId="327"/>
            <ac:spMk id="3" creationId="{32A4C8F7-C76B-394A-9033-84522AEFC025}"/>
          </ac:spMkLst>
        </pc:spChg>
        <pc:spChg chg="mod">
          <ac:chgData name="KRIPI BADONIA" userId="5875e0c1-f727-471f-be94-0832844896ec" providerId="ADAL" clId="{F8B8405B-CA09-FA48-AA14-C32810F61854}" dt="2023-08-18T07:27:09.652" v="11526" actId="1076"/>
          <ac:spMkLst>
            <pc:docMk/>
            <pc:sldMk cId="870226558" sldId="327"/>
            <ac:spMk id="4" creationId="{035805DA-CC8B-AA40-8F65-9B3199A7C3AB}"/>
          </ac:spMkLst>
        </pc:spChg>
        <pc:spChg chg="mod">
          <ac:chgData name="KRIPI BADONIA" userId="5875e0c1-f727-471f-be94-0832844896ec" providerId="ADAL" clId="{F8B8405B-CA09-FA48-AA14-C32810F61854}" dt="2023-08-18T07:30:53.519" v="11539" actId="207"/>
          <ac:spMkLst>
            <pc:docMk/>
            <pc:sldMk cId="870226558" sldId="327"/>
            <ac:spMk id="5" creationId="{D3595312-A0B8-4F8B-5154-6F9B805A9F34}"/>
          </ac:spMkLst>
        </pc:spChg>
        <pc:spChg chg="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6" creationId="{307A3BDA-6792-B349-8EA6-B5A75445B772}"/>
          </ac:spMkLst>
        </pc:spChg>
        <pc:spChg chg="mod">
          <ac:chgData name="KRIPI BADONIA" userId="5875e0c1-f727-471f-be94-0832844896ec" providerId="ADAL" clId="{F8B8405B-CA09-FA48-AA14-C32810F61854}" dt="2023-08-18T07:26:48.880" v="11523" actId="1076"/>
          <ac:spMkLst>
            <pc:docMk/>
            <pc:sldMk cId="870226558" sldId="327"/>
            <ac:spMk id="7" creationId="{2E5E4BA8-97A3-9F44-AE59-3ADE6E15FF82}"/>
          </ac:spMkLst>
        </pc:spChg>
        <pc:spChg chg="mod">
          <ac:chgData name="KRIPI BADONIA" userId="5875e0c1-f727-471f-be94-0832844896ec" providerId="ADAL" clId="{F8B8405B-CA09-FA48-AA14-C32810F61854}" dt="2023-08-18T07:30:59.432" v="11540" actId="207"/>
          <ac:spMkLst>
            <pc:docMk/>
            <pc:sldMk cId="870226558" sldId="327"/>
            <ac:spMk id="8" creationId="{40F91B0A-BFE6-F8DB-D2D1-710B7BE1C369}"/>
          </ac:spMkLst>
        </pc:spChg>
        <pc:spChg chg="mod">
          <ac:chgData name="KRIPI BADONIA" userId="5875e0c1-f727-471f-be94-0832844896ec" providerId="ADAL" clId="{F8B8405B-CA09-FA48-AA14-C32810F61854}" dt="2023-08-18T06:56:58.555" v="10487" actId="2711"/>
          <ac:spMkLst>
            <pc:docMk/>
            <pc:sldMk cId="870226558" sldId="327"/>
            <ac:spMk id="10" creationId="{7DA5041E-F112-2846-8F9E-3DB86AD3E736}"/>
          </ac:spMkLst>
        </pc:spChg>
        <pc:spChg chg="del mod">
          <ac:chgData name="KRIPI BADONIA" userId="5875e0c1-f727-471f-be94-0832844896ec" providerId="ADAL" clId="{F8B8405B-CA09-FA48-AA14-C32810F61854}" dt="2023-08-18T07:34:32.721" v="11551" actId="478"/>
          <ac:spMkLst>
            <pc:docMk/>
            <pc:sldMk cId="870226558" sldId="327"/>
            <ac:spMk id="11" creationId="{38824CC7-7447-9F8A-48EE-A6D297785945}"/>
          </ac:spMkLst>
        </pc:spChg>
        <pc:spChg chg="del mod">
          <ac:chgData name="KRIPI BADONIA" userId="5875e0c1-f727-471f-be94-0832844896ec" providerId="ADAL" clId="{F8B8405B-CA09-FA48-AA14-C32810F61854}" dt="2023-08-18T06:46:17.379" v="10053" actId="478"/>
          <ac:spMkLst>
            <pc:docMk/>
            <pc:sldMk cId="870226558" sldId="327"/>
            <ac:spMk id="12" creationId="{CE755089-7468-A5CC-BEF5-75319EE533E9}"/>
          </ac:spMkLst>
        </pc:spChg>
        <pc:spChg chg="del mod">
          <ac:chgData name="KRIPI BADONIA" userId="5875e0c1-f727-471f-be94-0832844896ec" providerId="ADAL" clId="{F8B8405B-CA09-FA48-AA14-C32810F61854}" dt="2023-08-18T07:34:37.382" v="11552" actId="478"/>
          <ac:spMkLst>
            <pc:docMk/>
            <pc:sldMk cId="870226558" sldId="327"/>
            <ac:spMk id="13" creationId="{FFB7E339-CC86-F6F3-239A-25FA67B52E64}"/>
          </ac:spMkLst>
        </pc:spChg>
        <pc:spChg chg="mod">
          <ac:chgData name="KRIPI BADONIA" userId="5875e0c1-f727-471f-be94-0832844896ec" providerId="ADAL" clId="{F8B8405B-CA09-FA48-AA14-C32810F61854}" dt="2023-08-18T07:30:59.432" v="11540" actId="207"/>
          <ac:spMkLst>
            <pc:docMk/>
            <pc:sldMk cId="870226558" sldId="327"/>
            <ac:spMk id="16" creationId="{A74AD29A-5EBE-D74A-26B1-79618F243955}"/>
          </ac:spMkLst>
        </pc:spChg>
        <pc:spChg chg="mod">
          <ac:chgData name="KRIPI BADONIA" userId="5875e0c1-f727-471f-be94-0832844896ec" providerId="ADAL" clId="{F8B8405B-CA09-FA48-AA14-C32810F61854}" dt="2023-08-18T07:30:59.432" v="11540" actId="207"/>
          <ac:spMkLst>
            <pc:docMk/>
            <pc:sldMk cId="870226558" sldId="327"/>
            <ac:spMk id="34" creationId="{901D6F2F-D905-B994-C11E-63DE5CFE4F73}"/>
          </ac:spMkLst>
        </pc:spChg>
        <pc:spChg chg="del mod">
          <ac:chgData name="KRIPI BADONIA" userId="5875e0c1-f727-471f-be94-0832844896ec" providerId="ADAL" clId="{F8B8405B-CA09-FA48-AA14-C32810F61854}" dt="2023-08-18T07:34:32.721" v="11551" actId="478"/>
          <ac:spMkLst>
            <pc:docMk/>
            <pc:sldMk cId="870226558" sldId="327"/>
            <ac:spMk id="65" creationId="{D8210D91-25BE-2C65-A6B5-615705779466}"/>
          </ac:spMkLst>
        </pc:spChg>
        <pc:spChg chg="add mod">
          <ac:chgData name="KRIPI BADONIA" userId="5875e0c1-f727-471f-be94-0832844896ec" providerId="ADAL" clId="{F8B8405B-CA09-FA48-AA14-C32810F61854}" dt="2023-08-18T07:30:09.631" v="11531" actId="167"/>
          <ac:spMkLst>
            <pc:docMk/>
            <pc:sldMk cId="870226558" sldId="327"/>
            <ac:spMk id="66" creationId="{CCA356BE-D104-7248-96D7-1BC7D6630EAD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79" creationId="{A127E112-CAB7-D741-81CA-113F06D0E206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80" creationId="{92E1D782-5028-494A-ABA9-8C71364A90D8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81" creationId="{2DC7ADDD-D862-A04E-B76D-9D3F9B86D41F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82" creationId="{001B5A8F-C64B-BB43-8D52-5FA5BC22BEAE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83" creationId="{E328E09A-7DA3-A44B-8BA8-7B8656D4AE90}"/>
          </ac:spMkLst>
        </pc:spChg>
        <pc:spChg chg="add mod">
          <ac:chgData name="KRIPI BADONIA" userId="5875e0c1-f727-471f-be94-0832844896ec" providerId="ADAL" clId="{F8B8405B-CA09-FA48-AA14-C32810F61854}" dt="2023-08-18T07:26:30.576" v="11520" actId="1076"/>
          <ac:spMkLst>
            <pc:docMk/>
            <pc:sldMk cId="870226558" sldId="327"/>
            <ac:spMk id="84" creationId="{D6DA81C2-411A-014C-87A0-EAA6D66A4AF9}"/>
          </ac:spMkLst>
        </pc:spChg>
        <pc:spChg chg="add mod">
          <ac:chgData name="KRIPI BADONIA" userId="5875e0c1-f727-471f-be94-0832844896ec" providerId="ADAL" clId="{F8B8405B-CA09-FA48-AA14-C32810F61854}" dt="2023-08-18T07:33:28.701" v="11550" actId="1076"/>
          <ac:spMkLst>
            <pc:docMk/>
            <pc:sldMk cId="870226558" sldId="327"/>
            <ac:spMk id="85" creationId="{153A7741-336F-9346-9144-C8BD7773F792}"/>
          </ac:spMkLst>
        </pc:spChg>
        <pc:spChg chg="add mod">
          <ac:chgData name="KRIPI BADONIA" userId="5875e0c1-f727-471f-be94-0832844896ec" providerId="ADAL" clId="{F8B8405B-CA09-FA48-AA14-C32810F61854}" dt="2023-08-18T07:30:49.946" v="11538" actId="207"/>
          <ac:spMkLst>
            <pc:docMk/>
            <pc:sldMk cId="870226558" sldId="327"/>
            <ac:spMk id="86" creationId="{E52180DD-05FB-DA44-BF36-100556832623}"/>
          </ac:spMkLst>
        </pc:spChg>
        <pc:spChg chg="add mod">
          <ac:chgData name="KRIPI BADONIA" userId="5875e0c1-f727-471f-be94-0832844896ec" providerId="ADAL" clId="{F8B8405B-CA09-FA48-AA14-C32810F61854}" dt="2023-08-18T07:30:49.946" v="11538" actId="207"/>
          <ac:spMkLst>
            <pc:docMk/>
            <pc:sldMk cId="870226558" sldId="327"/>
            <ac:spMk id="87" creationId="{281C9EF1-B6FB-7E4E-952F-925EB1D37569}"/>
          </ac:spMkLst>
        </pc:spChg>
        <pc:spChg chg="add mod">
          <ac:chgData name="KRIPI BADONIA" userId="5875e0c1-f727-471f-be94-0832844896ec" providerId="ADAL" clId="{F8B8405B-CA09-FA48-AA14-C32810F61854}" dt="2023-08-18T07:30:49.946" v="11538" actId="207"/>
          <ac:spMkLst>
            <pc:docMk/>
            <pc:sldMk cId="870226558" sldId="327"/>
            <ac:spMk id="88" creationId="{644BC98E-99B2-A042-A2CA-EC9371392ABB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89" creationId="{01634AF9-5CDD-E14C-80DC-BEAA89824975}"/>
          </ac:spMkLst>
        </pc:spChg>
        <pc:spChg chg="add mod">
          <ac:chgData name="KRIPI BADONIA" userId="5875e0c1-f727-471f-be94-0832844896ec" providerId="ADAL" clId="{F8B8405B-CA09-FA48-AA14-C32810F61854}" dt="2023-08-18T07:26:15.271" v="11517" actId="1076"/>
          <ac:spMkLst>
            <pc:docMk/>
            <pc:sldMk cId="870226558" sldId="327"/>
            <ac:spMk id="90" creationId="{116599A6-4C53-B040-8AE5-602DD454D566}"/>
          </ac:spMkLst>
        </pc:spChg>
        <pc:spChg chg="mod">
          <ac:chgData name="KRIPI BADONIA" userId="5875e0c1-f727-471f-be94-0832844896ec" providerId="ADAL" clId="{F8B8405B-CA09-FA48-AA14-C32810F61854}" dt="2023-08-18T07:44:14.527" v="11858" actId="207"/>
          <ac:spMkLst>
            <pc:docMk/>
            <pc:sldMk cId="870226558" sldId="327"/>
            <ac:spMk id="96" creationId="{AE97AF2D-E5FF-1647-8079-2F6396863BC4}"/>
          </ac:spMkLst>
        </pc:spChg>
        <pc:spChg chg="mod">
          <ac:chgData name="KRIPI BADONIA" userId="5875e0c1-f727-471f-be94-0832844896ec" providerId="ADAL" clId="{F8B8405B-CA09-FA48-AA14-C32810F61854}" dt="2023-08-18T07:30:26.859" v="11533" actId="1076"/>
          <ac:spMkLst>
            <pc:docMk/>
            <pc:sldMk cId="870226558" sldId="327"/>
            <ac:spMk id="97" creationId="{9A22F250-96A3-C242-BCFF-5055EAE6B157}"/>
          </ac:spMkLst>
        </pc:spChg>
        <pc:spChg chg="mod">
          <ac:chgData name="KRIPI BADONIA" userId="5875e0c1-f727-471f-be94-0832844896ec" providerId="ADAL" clId="{F8B8405B-CA09-FA48-AA14-C32810F61854}" dt="2023-08-18T07:44:18.594" v="11859" actId="207"/>
          <ac:spMkLst>
            <pc:docMk/>
            <pc:sldMk cId="870226558" sldId="327"/>
            <ac:spMk id="99" creationId="{2AD920D5-B921-1D4C-B6A7-CA1689F46CA9}"/>
          </ac:spMkLst>
        </pc:spChg>
        <pc:spChg chg="mod">
          <ac:chgData name="KRIPI BADONIA" userId="5875e0c1-f727-471f-be94-0832844896ec" providerId="ADAL" clId="{F8B8405B-CA09-FA48-AA14-C32810F61854}" dt="2023-08-18T07:26:58.454" v="11525" actId="1076"/>
          <ac:spMkLst>
            <pc:docMk/>
            <pc:sldMk cId="870226558" sldId="327"/>
            <ac:spMk id="100" creationId="{0F654945-2619-3143-AFCE-9519E286855B}"/>
          </ac:spMkLst>
        </pc:spChg>
        <pc:spChg chg="mod">
          <ac:chgData name="KRIPI BADONIA" userId="5875e0c1-f727-471f-be94-0832844896ec" providerId="ADAL" clId="{F8B8405B-CA09-FA48-AA14-C32810F61854}" dt="2023-08-18T07:31:48.508" v="11548" actId="688"/>
          <ac:spMkLst>
            <pc:docMk/>
            <pc:sldMk cId="870226558" sldId="327"/>
            <ac:spMk id="103" creationId="{34BDE2CC-E6BC-9E4E-B78F-BCFC589705D9}"/>
          </ac:spMkLst>
        </pc:spChg>
        <pc:spChg chg="mod">
          <ac:chgData name="KRIPI BADONIA" userId="5875e0c1-f727-471f-be94-0832844896ec" providerId="ADAL" clId="{F8B8405B-CA09-FA48-AA14-C32810F61854}" dt="2023-08-18T07:31:48.508" v="11548" actId="688"/>
          <ac:spMkLst>
            <pc:docMk/>
            <pc:sldMk cId="870226558" sldId="327"/>
            <ac:spMk id="104" creationId="{B676CEC2-1B3C-9949-9F3B-BB9CDDE63EAB}"/>
          </ac:spMkLst>
        </pc:spChg>
        <pc:spChg chg="mod">
          <ac:chgData name="KRIPI BADONIA" userId="5875e0c1-f727-471f-be94-0832844896ec" providerId="ADAL" clId="{F8B8405B-CA09-FA48-AA14-C32810F61854}" dt="2023-08-18T06:56:58.555" v="10487" actId="2711"/>
          <ac:spMkLst>
            <pc:docMk/>
            <pc:sldMk cId="870226558" sldId="327"/>
            <ac:spMk id="5124" creationId="{CEBA7BBD-CA92-0B94-180A-0F2025F0CE26}"/>
          </ac:spMkLst>
        </pc:spChg>
        <pc:grpChg chg="del">
          <ac:chgData name="KRIPI BADONIA" userId="5875e0c1-f727-471f-be94-0832844896ec" providerId="ADAL" clId="{F8B8405B-CA09-FA48-AA14-C32810F61854}" dt="2023-08-18T07:44:36.354" v="11860" actId="478"/>
          <ac:grpSpMkLst>
            <pc:docMk/>
            <pc:sldMk cId="870226558" sldId="327"/>
            <ac:grpSpMk id="12" creationId="{A34C0F9B-5758-A446-1AB2-2F8B56919226}"/>
          </ac:grpSpMkLst>
        </pc:grpChg>
        <pc:grpChg chg="mod">
          <ac:chgData name="KRIPI BADONIA" userId="5875e0c1-f727-471f-be94-0832844896ec" providerId="ADAL" clId="{F8B8405B-CA09-FA48-AA14-C32810F61854}" dt="2023-08-18T06:56:58.555" v="10487" actId="2711"/>
          <ac:grpSpMkLst>
            <pc:docMk/>
            <pc:sldMk cId="870226558" sldId="327"/>
            <ac:grpSpMk id="60" creationId="{A9E52B09-4F14-D32A-3885-3DB17DA633DE}"/>
          </ac:grpSpMkLst>
        </pc:grpChg>
        <pc:grpChg chg="add mod">
          <ac:chgData name="KRIPI BADONIA" userId="5875e0c1-f727-471f-be94-0832844896ec" providerId="ADAL" clId="{F8B8405B-CA09-FA48-AA14-C32810F61854}" dt="2023-08-18T07:30:26.859" v="11533" actId="1076"/>
          <ac:grpSpMkLst>
            <pc:docMk/>
            <pc:sldMk cId="870226558" sldId="327"/>
            <ac:grpSpMk id="95" creationId="{A714D02F-C580-0C48-9A3F-F8604F2E92CE}"/>
          </ac:grpSpMkLst>
        </pc:grpChg>
        <pc:grpChg chg="add mod">
          <ac:chgData name="KRIPI BADONIA" userId="5875e0c1-f727-471f-be94-0832844896ec" providerId="ADAL" clId="{F8B8405B-CA09-FA48-AA14-C32810F61854}" dt="2023-08-18T07:26:58.454" v="11525" actId="1076"/>
          <ac:grpSpMkLst>
            <pc:docMk/>
            <pc:sldMk cId="870226558" sldId="327"/>
            <ac:grpSpMk id="98" creationId="{880F45C2-5C9A-7446-9CE3-7E8B4A6B63C9}"/>
          </ac:grpSpMkLst>
        </pc:grpChg>
        <pc:grpChg chg="add mod">
          <ac:chgData name="KRIPI BADONIA" userId="5875e0c1-f727-471f-be94-0832844896ec" providerId="ADAL" clId="{F8B8405B-CA09-FA48-AA14-C32810F61854}" dt="2023-08-18T07:31:48.508" v="11548" actId="688"/>
          <ac:grpSpMkLst>
            <pc:docMk/>
            <pc:sldMk cId="870226558" sldId="327"/>
            <ac:grpSpMk id="102" creationId="{4F87DF43-ACF9-B347-A824-EE1725415C18}"/>
          </ac:grpSpMkLst>
        </pc:grpChg>
        <pc:grpChg chg="mod">
          <ac:chgData name="KRIPI BADONIA" userId="5875e0c1-f727-471f-be94-0832844896ec" providerId="ADAL" clId="{F8B8405B-CA09-FA48-AA14-C32810F61854}" dt="2023-08-18T06:56:58.555" v="10487" actId="2711"/>
          <ac:grpSpMkLst>
            <pc:docMk/>
            <pc:sldMk cId="870226558" sldId="327"/>
            <ac:grpSpMk id="5125" creationId="{1F6FC03F-12CA-CEC2-CE69-361A6389A06E}"/>
          </ac:grpSpMkLst>
        </pc:grpChg>
        <pc:grpChg chg="mod">
          <ac:chgData name="KRIPI BADONIA" userId="5875e0c1-f727-471f-be94-0832844896ec" providerId="ADAL" clId="{F8B8405B-CA09-FA48-AA14-C32810F61854}" dt="2023-08-18T06:56:58.555" v="10487" actId="2711"/>
          <ac:grpSpMkLst>
            <pc:docMk/>
            <pc:sldMk cId="870226558" sldId="327"/>
            <ac:grpSpMk id="5126" creationId="{D5BC00ED-3DED-8956-2DF3-3A5FF8028984}"/>
          </ac:grpSpMkLst>
        </pc:grpChg>
        <pc:grpChg chg="mod">
          <ac:chgData name="KRIPI BADONIA" userId="5875e0c1-f727-471f-be94-0832844896ec" providerId="ADAL" clId="{F8B8405B-CA09-FA48-AA14-C32810F61854}" dt="2023-08-18T06:56:58.555" v="10487" actId="2711"/>
          <ac:grpSpMkLst>
            <pc:docMk/>
            <pc:sldMk cId="870226558" sldId="327"/>
            <ac:grpSpMk id="5128" creationId="{56060812-2958-4469-677C-BFA99F04AD53}"/>
          </ac:grpSpMkLst>
        </pc:grpChg>
        <pc:graphicFrameChg chg="mod">
          <ac:chgData name="KRIPI BADONIA" userId="5875e0c1-f727-471f-be94-0832844896ec" providerId="ADAL" clId="{F8B8405B-CA09-FA48-AA14-C32810F61854}" dt="2023-08-18T06:56:58.555" v="10487" actId="2711"/>
          <ac:graphicFrameMkLst>
            <pc:docMk/>
            <pc:sldMk cId="870226558" sldId="327"/>
            <ac:graphicFrameMk id="5127" creationId="{447CF91D-4EC7-1E20-4ED6-4560E77399E2}"/>
          </ac:graphicFrameMkLst>
        </pc:graphicFrameChg>
        <pc:picChg chg="del">
          <ac:chgData name="KRIPI BADONIA" userId="5875e0c1-f727-471f-be94-0832844896ec" providerId="ADAL" clId="{F8B8405B-CA09-FA48-AA14-C32810F61854}" dt="2023-08-18T07:31:57.258" v="11549" actId="478"/>
          <ac:picMkLst>
            <pc:docMk/>
            <pc:sldMk cId="870226558" sldId="327"/>
            <ac:picMk id="64" creationId="{16C44152-3E35-6311-3A67-343785B9B327}"/>
          </ac:picMkLst>
        </pc:picChg>
        <pc:picChg chg="add mod">
          <ac:chgData name="KRIPI BADONIA" userId="5875e0c1-f727-471f-be94-0832844896ec" providerId="ADAL" clId="{F8B8405B-CA09-FA48-AA14-C32810F61854}" dt="2023-08-18T07:49:39.932" v="11862" actId="14100"/>
          <ac:picMkLst>
            <pc:docMk/>
            <pc:sldMk cId="870226558" sldId="327"/>
            <ac:picMk id="68" creationId="{DAA7CDFB-45A5-CB4D-B55E-047C2D82A531}"/>
          </ac:picMkLst>
        </pc:picChg>
        <pc:picChg chg="del">
          <ac:chgData name="KRIPI BADONIA" userId="5875e0c1-f727-471f-be94-0832844896ec" providerId="ADAL" clId="{F8B8405B-CA09-FA48-AA14-C32810F61854}" dt="2023-08-18T07:19:17.739" v="11476" actId="478"/>
          <ac:picMkLst>
            <pc:docMk/>
            <pc:sldMk cId="870226558" sldId="327"/>
            <ac:picMk id="2050" creationId="{47936546-FACC-EAF8-918F-2FEA89124641}"/>
          </ac:picMkLst>
        </pc:picChg>
      </pc:sldChg>
      <pc:sldChg chg="addSp delSp modSp mod">
        <pc:chgData name="KRIPI BADONIA" userId="5875e0c1-f727-471f-be94-0832844896ec" providerId="ADAL" clId="{F8B8405B-CA09-FA48-AA14-C32810F61854}" dt="2023-08-18T06:26:41.345" v="10043" actId="1036"/>
        <pc:sldMkLst>
          <pc:docMk/>
          <pc:sldMk cId="3883581720" sldId="329"/>
        </pc:sldMkLst>
        <pc:spChg chg="add del mod">
          <ac:chgData name="KRIPI BADONIA" userId="5875e0c1-f727-471f-be94-0832844896ec" providerId="ADAL" clId="{F8B8405B-CA09-FA48-AA14-C32810F61854}" dt="2023-08-18T06:25:28.527" v="10034"/>
          <ac:spMkLst>
            <pc:docMk/>
            <pc:sldMk cId="3883581720" sldId="329"/>
            <ac:spMk id="9" creationId="{0DBC4E41-DB12-E24D-8238-99D9A7CF28A3}"/>
          </ac:spMkLst>
        </pc:spChg>
        <pc:spChg chg="mod">
          <ac:chgData name="KRIPI BADONIA" userId="5875e0c1-f727-471f-be94-0832844896ec" providerId="ADAL" clId="{F8B8405B-CA09-FA48-AA14-C32810F61854}" dt="2023-08-18T06:18:47.857" v="9931" actId="2085"/>
          <ac:spMkLst>
            <pc:docMk/>
            <pc:sldMk cId="3883581720" sldId="329"/>
            <ac:spMk id="21" creationId="{D6494F22-21E9-2235-F3BA-49706501D18E}"/>
          </ac:spMkLst>
        </pc:spChg>
        <pc:spChg chg="mod">
          <ac:chgData name="KRIPI BADONIA" userId="5875e0c1-f727-471f-be94-0832844896ec" providerId="ADAL" clId="{F8B8405B-CA09-FA48-AA14-C32810F61854}" dt="2023-08-18T06:21:17.012" v="9982" actId="207"/>
          <ac:spMkLst>
            <pc:docMk/>
            <pc:sldMk cId="3883581720" sldId="329"/>
            <ac:spMk id="23" creationId="{4D189BA7-1B9A-1B66-B7B8-11B6DEB8618B}"/>
          </ac:spMkLst>
        </pc:spChg>
        <pc:spChg chg="mod">
          <ac:chgData name="KRIPI BADONIA" userId="5875e0c1-f727-471f-be94-0832844896ec" providerId="ADAL" clId="{F8B8405B-CA09-FA48-AA14-C32810F61854}" dt="2023-08-18T06:21:17.012" v="9982" actId="207"/>
          <ac:spMkLst>
            <pc:docMk/>
            <pc:sldMk cId="3883581720" sldId="329"/>
            <ac:spMk id="24" creationId="{40AB694A-24EE-4ED5-A6BF-72D6DE0253C3}"/>
          </ac:spMkLst>
        </pc:spChg>
        <pc:spChg chg="mod">
          <ac:chgData name="KRIPI BADONIA" userId="5875e0c1-f727-471f-be94-0832844896ec" providerId="ADAL" clId="{F8B8405B-CA09-FA48-AA14-C32810F61854}" dt="2023-08-18T06:18:47.857" v="9931" actId="2085"/>
          <ac:spMkLst>
            <pc:docMk/>
            <pc:sldMk cId="3883581720" sldId="329"/>
            <ac:spMk id="26" creationId="{1C5FD057-9129-D9B9-4E3D-E0EC4A425C56}"/>
          </ac:spMkLst>
        </pc:spChg>
        <pc:spChg chg="mod">
          <ac:chgData name="KRIPI BADONIA" userId="5875e0c1-f727-471f-be94-0832844896ec" providerId="ADAL" clId="{F8B8405B-CA09-FA48-AA14-C32810F61854}" dt="2023-08-18T06:21:40.103" v="9987" actId="207"/>
          <ac:spMkLst>
            <pc:docMk/>
            <pc:sldMk cId="3883581720" sldId="329"/>
            <ac:spMk id="29" creationId="{DC7D0994-C70A-8066-BEC9-4FCBB6685AEC}"/>
          </ac:spMkLst>
        </pc:spChg>
        <pc:spChg chg="mod">
          <ac:chgData name="KRIPI BADONIA" userId="5875e0c1-f727-471f-be94-0832844896ec" providerId="ADAL" clId="{F8B8405B-CA09-FA48-AA14-C32810F61854}" dt="2023-08-18T06:22:22.351" v="9993" actId="2085"/>
          <ac:spMkLst>
            <pc:docMk/>
            <pc:sldMk cId="3883581720" sldId="329"/>
            <ac:spMk id="34" creationId="{8DAD8990-2AC5-2B2F-BFA4-D278BBD12D33}"/>
          </ac:spMkLst>
        </pc:spChg>
        <pc:spChg chg="mod">
          <ac:chgData name="KRIPI BADONIA" userId="5875e0c1-f727-471f-be94-0832844896ec" providerId="ADAL" clId="{F8B8405B-CA09-FA48-AA14-C32810F61854}" dt="2023-08-18T06:21:31.787" v="9986" actId="207"/>
          <ac:spMkLst>
            <pc:docMk/>
            <pc:sldMk cId="3883581720" sldId="329"/>
            <ac:spMk id="35" creationId="{E183B17F-09F1-5A6C-EB10-03B9062199FC}"/>
          </ac:spMkLst>
        </pc:spChg>
        <pc:spChg chg="mod">
          <ac:chgData name="KRIPI BADONIA" userId="5875e0c1-f727-471f-be94-0832844896ec" providerId="ADAL" clId="{F8B8405B-CA09-FA48-AA14-C32810F61854}" dt="2023-08-18T06:23:26.515" v="10000" actId="208"/>
          <ac:spMkLst>
            <pc:docMk/>
            <pc:sldMk cId="3883581720" sldId="329"/>
            <ac:spMk id="43" creationId="{FD6862A7-645A-E904-9BAF-977C8853FA09}"/>
          </ac:spMkLst>
        </pc:spChg>
        <pc:spChg chg="mod">
          <ac:chgData name="KRIPI BADONIA" userId="5875e0c1-f727-471f-be94-0832844896ec" providerId="ADAL" clId="{F8B8405B-CA09-FA48-AA14-C32810F61854}" dt="2023-08-18T06:20:03.525" v="9951" actId="1076"/>
          <ac:spMkLst>
            <pc:docMk/>
            <pc:sldMk cId="3883581720" sldId="329"/>
            <ac:spMk id="44" creationId="{C3295450-5C9E-3243-BC42-4D35E9265448}"/>
          </ac:spMkLst>
        </pc:spChg>
        <pc:spChg chg="mod">
          <ac:chgData name="KRIPI BADONIA" userId="5875e0c1-f727-471f-be94-0832844896ec" providerId="ADAL" clId="{F8B8405B-CA09-FA48-AA14-C32810F61854}" dt="2023-08-18T06:21:45.520" v="9988" actId="207"/>
          <ac:spMkLst>
            <pc:docMk/>
            <pc:sldMk cId="3883581720" sldId="329"/>
            <ac:spMk id="47" creationId="{FAF7C336-541E-3C59-7007-38A384B5924B}"/>
          </ac:spMkLst>
        </pc:spChg>
        <pc:spChg chg="mod">
          <ac:chgData name="KRIPI BADONIA" userId="5875e0c1-f727-471f-be94-0832844896ec" providerId="ADAL" clId="{F8B8405B-CA09-FA48-AA14-C32810F61854}" dt="2023-08-18T06:18:47.857" v="9931" actId="2085"/>
          <ac:spMkLst>
            <pc:docMk/>
            <pc:sldMk cId="3883581720" sldId="329"/>
            <ac:spMk id="51" creationId="{4DB292C1-B76C-80A8-9CD5-7DDABA9A275A}"/>
          </ac:spMkLst>
        </pc:spChg>
        <pc:spChg chg="mod">
          <ac:chgData name="KRIPI BADONIA" userId="5875e0c1-f727-471f-be94-0832844896ec" providerId="ADAL" clId="{F8B8405B-CA09-FA48-AA14-C32810F61854}" dt="2023-08-18T06:19:59.236" v="9950" actId="1076"/>
          <ac:spMkLst>
            <pc:docMk/>
            <pc:sldMk cId="3883581720" sldId="329"/>
            <ac:spMk id="55" creationId="{86610B80-A893-CCD1-B3D0-F95A183BB56B}"/>
          </ac:spMkLst>
        </pc:spChg>
        <pc:spChg chg="mod">
          <ac:chgData name="KRIPI BADONIA" userId="5875e0c1-f727-471f-be94-0832844896ec" providerId="ADAL" clId="{F8B8405B-CA09-FA48-AA14-C32810F61854}" dt="2023-08-18T06:19:56.494" v="9949" actId="1076"/>
          <ac:spMkLst>
            <pc:docMk/>
            <pc:sldMk cId="3883581720" sldId="329"/>
            <ac:spMk id="57" creationId="{CFEF01E0-9A02-B4D6-6C69-B6EC61D7FC56}"/>
          </ac:spMkLst>
        </pc:spChg>
        <pc:spChg chg="mod">
          <ac:chgData name="KRIPI BADONIA" userId="5875e0c1-f727-471f-be94-0832844896ec" providerId="ADAL" clId="{F8B8405B-CA09-FA48-AA14-C32810F61854}" dt="2023-08-18T06:23:32.127" v="10001" actId="208"/>
          <ac:spMkLst>
            <pc:docMk/>
            <pc:sldMk cId="3883581720" sldId="329"/>
            <ac:spMk id="69" creationId="{DB583602-B0FB-5425-D452-2F03A41201E7}"/>
          </ac:spMkLst>
        </pc:spChg>
        <pc:spChg chg="mod">
          <ac:chgData name="KRIPI BADONIA" userId="5875e0c1-f727-471f-be94-0832844896ec" providerId="ADAL" clId="{F8B8405B-CA09-FA48-AA14-C32810F61854}" dt="2023-08-18T06:21:08.652" v="9981" actId="1035"/>
          <ac:spMkLst>
            <pc:docMk/>
            <pc:sldMk cId="3883581720" sldId="329"/>
            <ac:spMk id="71" creationId="{686D4CB4-D79C-57C2-099D-A885D930F5D9}"/>
          </ac:spMkLst>
        </pc:spChg>
        <pc:spChg chg="mod">
          <ac:chgData name="KRIPI BADONIA" userId="5875e0c1-f727-471f-be94-0832844896ec" providerId="ADAL" clId="{F8B8405B-CA09-FA48-AA14-C32810F61854}" dt="2023-08-18T06:23:58.310" v="10006" actId="207"/>
          <ac:spMkLst>
            <pc:docMk/>
            <pc:sldMk cId="3883581720" sldId="329"/>
            <ac:spMk id="73" creationId="{3DA885E9-576B-C61A-B75D-F1802F42EB45}"/>
          </ac:spMkLst>
        </pc:spChg>
        <pc:spChg chg="mod">
          <ac:chgData name="KRIPI BADONIA" userId="5875e0c1-f727-471f-be94-0832844896ec" providerId="ADAL" clId="{F8B8405B-CA09-FA48-AA14-C32810F61854}" dt="2023-08-18T06:21:08.652" v="9981" actId="1035"/>
          <ac:spMkLst>
            <pc:docMk/>
            <pc:sldMk cId="3883581720" sldId="329"/>
            <ac:spMk id="78" creationId="{1498E0CC-4D75-2BC8-F1BF-1DBDE33F1853}"/>
          </ac:spMkLst>
        </pc:spChg>
        <pc:spChg chg="mod">
          <ac:chgData name="KRIPI BADONIA" userId="5875e0c1-f727-471f-be94-0832844896ec" providerId="ADAL" clId="{F8B8405B-CA09-FA48-AA14-C32810F61854}" dt="2023-08-18T06:21:08.652" v="9981" actId="1035"/>
          <ac:spMkLst>
            <pc:docMk/>
            <pc:sldMk cId="3883581720" sldId="329"/>
            <ac:spMk id="79" creationId="{68C89AB2-BE40-DA64-C58E-9C542AE4C7F0}"/>
          </ac:spMkLst>
        </pc:spChg>
        <pc:spChg chg="mod">
          <ac:chgData name="KRIPI BADONIA" userId="5875e0c1-f727-471f-be94-0832844896ec" providerId="ADAL" clId="{F8B8405B-CA09-FA48-AA14-C32810F61854}" dt="2023-08-18T06:21:08.652" v="9981" actId="1035"/>
          <ac:spMkLst>
            <pc:docMk/>
            <pc:sldMk cId="3883581720" sldId="329"/>
            <ac:spMk id="80" creationId="{91ABC9E9-9158-8EC5-8991-1DD681EAF371}"/>
          </ac:spMkLst>
        </pc:spChg>
        <pc:spChg chg="mod">
          <ac:chgData name="KRIPI BADONIA" userId="5875e0c1-f727-471f-be94-0832844896ec" providerId="ADAL" clId="{F8B8405B-CA09-FA48-AA14-C32810F61854}" dt="2023-08-18T06:20:56.597" v="9964" actId="1035"/>
          <ac:spMkLst>
            <pc:docMk/>
            <pc:sldMk cId="3883581720" sldId="329"/>
            <ac:spMk id="81" creationId="{2E3B14B7-3055-1AF6-06FD-9D5E11837819}"/>
          </ac:spMkLst>
        </pc:spChg>
        <pc:spChg chg="mod">
          <ac:chgData name="KRIPI BADONIA" userId="5875e0c1-f727-471f-be94-0832844896ec" providerId="ADAL" clId="{F8B8405B-CA09-FA48-AA14-C32810F61854}" dt="2023-08-18T06:20:56.597" v="9964" actId="1035"/>
          <ac:spMkLst>
            <pc:docMk/>
            <pc:sldMk cId="3883581720" sldId="329"/>
            <ac:spMk id="82" creationId="{F4F6CDAC-3221-126F-168E-593182C51548}"/>
          </ac:spMkLst>
        </pc:spChg>
        <pc:spChg chg="mod">
          <ac:chgData name="KRIPI BADONIA" userId="5875e0c1-f727-471f-be94-0832844896ec" providerId="ADAL" clId="{F8B8405B-CA09-FA48-AA14-C32810F61854}" dt="2023-08-18T06:20:09.279" v="9952" actId="1076"/>
          <ac:spMkLst>
            <pc:docMk/>
            <pc:sldMk cId="3883581720" sldId="329"/>
            <ac:spMk id="106" creationId="{D506E9ED-3EBA-3B29-5F06-7D3DE3DC39D5}"/>
          </ac:spMkLst>
        </pc:spChg>
        <pc:spChg chg="mod">
          <ac:chgData name="KRIPI BADONIA" userId="5875e0c1-f727-471f-be94-0832844896ec" providerId="ADAL" clId="{F8B8405B-CA09-FA48-AA14-C32810F61854}" dt="2023-08-18T06:25:03.232" v="10029" actId="1076"/>
          <ac:spMkLst>
            <pc:docMk/>
            <pc:sldMk cId="3883581720" sldId="329"/>
            <ac:spMk id="110" creationId="{A7BB771A-708B-BC9C-50A3-231FB592DF7F}"/>
          </ac:spMkLst>
        </pc:spChg>
        <pc:spChg chg="mod">
          <ac:chgData name="KRIPI BADONIA" userId="5875e0c1-f727-471f-be94-0832844896ec" providerId="ADAL" clId="{F8B8405B-CA09-FA48-AA14-C32810F61854}" dt="2023-08-18T06:24:44.399" v="10027" actId="1035"/>
          <ac:spMkLst>
            <pc:docMk/>
            <pc:sldMk cId="3883581720" sldId="329"/>
            <ac:spMk id="1031" creationId="{9E4D73E7-7EF5-4273-E646-FFF35AABE78F}"/>
          </ac:spMkLst>
        </pc:spChg>
        <pc:spChg chg="mod">
          <ac:chgData name="KRIPI BADONIA" userId="5875e0c1-f727-471f-be94-0832844896ec" providerId="ADAL" clId="{F8B8405B-CA09-FA48-AA14-C32810F61854}" dt="2023-08-18T06:24:44.399" v="10027" actId="1035"/>
          <ac:spMkLst>
            <pc:docMk/>
            <pc:sldMk cId="3883581720" sldId="329"/>
            <ac:spMk id="1033" creationId="{EB048A52-743C-8E54-A020-4E421C7A1183}"/>
          </ac:spMkLst>
        </pc:spChg>
        <pc:spChg chg="mod">
          <ac:chgData name="KRIPI BADONIA" userId="5875e0c1-f727-471f-be94-0832844896ec" providerId="ADAL" clId="{F8B8405B-CA09-FA48-AA14-C32810F61854}" dt="2023-08-18T06:26:41.345" v="10043" actId="1036"/>
          <ac:spMkLst>
            <pc:docMk/>
            <pc:sldMk cId="3883581720" sldId="329"/>
            <ac:spMk id="1034" creationId="{43D00BA6-42D5-5338-9399-3590A1D3416C}"/>
          </ac:spMkLst>
        </pc:spChg>
        <pc:spChg chg="mod">
          <ac:chgData name="KRIPI BADONIA" userId="5875e0c1-f727-471f-be94-0832844896ec" providerId="ADAL" clId="{F8B8405B-CA09-FA48-AA14-C32810F61854}" dt="2023-08-18T06:23:15.543" v="9997" actId="1076"/>
          <ac:spMkLst>
            <pc:docMk/>
            <pc:sldMk cId="3883581720" sldId="329"/>
            <ac:spMk id="1035" creationId="{5B29770A-BE9B-574B-6CC0-44DFCB1EE4F7}"/>
          </ac:spMkLst>
        </pc:spChg>
        <pc:spChg chg="mod">
          <ac:chgData name="KRIPI BADONIA" userId="5875e0c1-f727-471f-be94-0832844896ec" providerId="ADAL" clId="{F8B8405B-CA09-FA48-AA14-C32810F61854}" dt="2023-08-18T06:24:14.257" v="10008" actId="2085"/>
          <ac:spMkLst>
            <pc:docMk/>
            <pc:sldMk cId="3883581720" sldId="329"/>
            <ac:spMk id="1037" creationId="{76900232-BFFB-AD14-79BA-CCE1D2DA180E}"/>
          </ac:spMkLst>
        </pc:spChg>
        <pc:spChg chg="mod">
          <ac:chgData name="KRIPI BADONIA" userId="5875e0c1-f727-471f-be94-0832844896ec" providerId="ADAL" clId="{F8B8405B-CA09-FA48-AA14-C32810F61854}" dt="2023-08-18T06:23:15.543" v="9997" actId="1076"/>
          <ac:spMkLst>
            <pc:docMk/>
            <pc:sldMk cId="3883581720" sldId="329"/>
            <ac:spMk id="1039" creationId="{20BF9D34-5869-5FE9-6057-B34062197796}"/>
          </ac:spMkLst>
        </pc:spChg>
        <pc:spChg chg="mod">
          <ac:chgData name="KRIPI BADONIA" userId="5875e0c1-f727-471f-be94-0832844896ec" providerId="ADAL" clId="{F8B8405B-CA09-FA48-AA14-C32810F61854}" dt="2023-08-18T06:23:15.543" v="9997" actId="1076"/>
          <ac:spMkLst>
            <pc:docMk/>
            <pc:sldMk cId="3883581720" sldId="329"/>
            <ac:spMk id="1040" creationId="{C1171200-D481-475D-3841-57459BD930FE}"/>
          </ac:spMkLst>
        </pc:spChg>
        <pc:spChg chg="mod">
          <ac:chgData name="KRIPI BADONIA" userId="5875e0c1-f727-471f-be94-0832844896ec" providerId="ADAL" clId="{F8B8405B-CA09-FA48-AA14-C32810F61854}" dt="2023-08-18T06:19:35.739" v="9945" actId="1035"/>
          <ac:spMkLst>
            <pc:docMk/>
            <pc:sldMk cId="3883581720" sldId="329"/>
            <ac:spMk id="1041" creationId="{B8367A4A-C4D2-95BC-8FCF-16A434907E9F}"/>
          </ac:spMkLst>
        </pc:spChg>
        <pc:spChg chg="mod">
          <ac:chgData name="KRIPI BADONIA" userId="5875e0c1-f727-471f-be94-0832844896ec" providerId="ADAL" clId="{F8B8405B-CA09-FA48-AA14-C32810F61854}" dt="2023-08-18T06:19:35.739" v="9945" actId="1035"/>
          <ac:spMkLst>
            <pc:docMk/>
            <pc:sldMk cId="3883581720" sldId="329"/>
            <ac:spMk id="1042" creationId="{F3068040-13D3-2A03-0A3B-09247ADE2BC3}"/>
          </ac:spMkLst>
        </pc:spChg>
        <pc:spChg chg="mod">
          <ac:chgData name="KRIPI BADONIA" userId="5875e0c1-f727-471f-be94-0832844896ec" providerId="ADAL" clId="{F8B8405B-CA09-FA48-AA14-C32810F61854}" dt="2023-08-18T06:19:35.739" v="9945" actId="1035"/>
          <ac:spMkLst>
            <pc:docMk/>
            <pc:sldMk cId="3883581720" sldId="329"/>
            <ac:spMk id="1043" creationId="{93CD8FBB-B281-F7F0-4D6C-E81BC3242860}"/>
          </ac:spMkLst>
        </pc:spChg>
        <pc:spChg chg="mod">
          <ac:chgData name="KRIPI BADONIA" userId="5875e0c1-f727-471f-be94-0832844896ec" providerId="ADAL" clId="{F8B8405B-CA09-FA48-AA14-C32810F61854}" dt="2023-08-18T06:21:50.387" v="9989" actId="207"/>
          <ac:spMkLst>
            <pc:docMk/>
            <pc:sldMk cId="3883581720" sldId="329"/>
            <ac:spMk id="2078" creationId="{369B5139-26C9-9FB7-B09A-E034B274A5F0}"/>
          </ac:spMkLst>
        </pc:spChg>
        <pc:spChg chg="mod">
          <ac:chgData name="KRIPI BADONIA" userId="5875e0c1-f727-471f-be94-0832844896ec" providerId="ADAL" clId="{F8B8405B-CA09-FA48-AA14-C32810F61854}" dt="2023-08-18T06:21:56.339" v="9990" actId="207"/>
          <ac:spMkLst>
            <pc:docMk/>
            <pc:sldMk cId="3883581720" sldId="329"/>
            <ac:spMk id="2079" creationId="{9618EFC8-0782-7A1F-9B45-8259B0C82783}"/>
          </ac:spMkLst>
        </pc:spChg>
        <pc:grpChg chg="mod">
          <ac:chgData name="KRIPI BADONIA" userId="5875e0c1-f727-471f-be94-0832844896ec" providerId="ADAL" clId="{F8B8405B-CA09-FA48-AA14-C32810F61854}" dt="2023-08-18T06:19:04.974" v="9933" actId="14861"/>
          <ac:grpSpMkLst>
            <pc:docMk/>
            <pc:sldMk cId="3883581720" sldId="329"/>
            <ac:grpSpMk id="27" creationId="{34A9CEB8-C9B7-A7B6-E99B-0F1AAFAEC0F7}"/>
          </ac:grpSpMkLst>
        </pc:grpChg>
        <pc:grpChg chg="mod">
          <ac:chgData name="KRIPI BADONIA" userId="5875e0c1-f727-471f-be94-0832844896ec" providerId="ADAL" clId="{F8B8405B-CA09-FA48-AA14-C32810F61854}" dt="2023-08-18T06:22:58.417" v="9996" actId="14861"/>
          <ac:grpSpMkLst>
            <pc:docMk/>
            <pc:sldMk cId="3883581720" sldId="329"/>
            <ac:grpSpMk id="32" creationId="{01A4D1DF-5BCC-551A-8D72-09C11B5893B7}"/>
          </ac:grpSpMkLst>
        </pc:grpChg>
        <pc:grpChg chg="mod">
          <ac:chgData name="KRIPI BADONIA" userId="5875e0c1-f727-471f-be94-0832844896ec" providerId="ADAL" clId="{F8B8405B-CA09-FA48-AA14-C32810F61854}" dt="2023-08-18T06:25:15.605" v="10030" actId="14100"/>
          <ac:grpSpMkLst>
            <pc:docMk/>
            <pc:sldMk cId="3883581720" sldId="329"/>
            <ac:grpSpMk id="42" creationId="{431A0BAC-B3B5-6214-7F39-AE1D443250F2}"/>
          </ac:grpSpMkLst>
        </pc:grpChg>
        <pc:grpChg chg="mod">
          <ac:chgData name="KRIPI BADONIA" userId="5875e0c1-f727-471f-be94-0832844896ec" providerId="ADAL" clId="{F8B8405B-CA09-FA48-AA14-C32810F61854}" dt="2023-08-18T06:25:23.202" v="10031" actId="1076"/>
          <ac:grpSpMkLst>
            <pc:docMk/>
            <pc:sldMk cId="3883581720" sldId="329"/>
            <ac:grpSpMk id="46" creationId="{D1E0AE55-1D32-7763-BA58-3D1A3C8271DF}"/>
          </ac:grpSpMkLst>
        </pc:grpChg>
        <pc:grpChg chg="mod">
          <ac:chgData name="KRIPI BADONIA" userId="5875e0c1-f727-471f-be94-0832844896ec" providerId="ADAL" clId="{F8B8405B-CA09-FA48-AA14-C32810F61854}" dt="2023-08-18T06:20:03.525" v="9951" actId="1076"/>
          <ac:grpSpMkLst>
            <pc:docMk/>
            <pc:sldMk cId="3883581720" sldId="329"/>
            <ac:grpSpMk id="48" creationId="{1D56D6AE-7276-2A6F-D18A-B1C51B073005}"/>
          </ac:grpSpMkLst>
        </pc:grpChg>
        <pc:grpChg chg="mod">
          <ac:chgData name="KRIPI BADONIA" userId="5875e0c1-f727-471f-be94-0832844896ec" providerId="ADAL" clId="{F8B8405B-CA09-FA48-AA14-C32810F61854}" dt="2023-08-18T06:19:59.236" v="9950" actId="1076"/>
          <ac:grpSpMkLst>
            <pc:docMk/>
            <pc:sldMk cId="3883581720" sldId="329"/>
            <ac:grpSpMk id="56" creationId="{E09FA27D-A9EF-BC77-57A4-0EA44A260F31}"/>
          </ac:grpSpMkLst>
        </pc:grpChg>
        <pc:grpChg chg="mod">
          <ac:chgData name="KRIPI BADONIA" userId="5875e0c1-f727-471f-be94-0832844896ec" providerId="ADAL" clId="{F8B8405B-CA09-FA48-AA14-C32810F61854}" dt="2023-08-18T06:19:56.494" v="9949" actId="1076"/>
          <ac:grpSpMkLst>
            <pc:docMk/>
            <pc:sldMk cId="3883581720" sldId="329"/>
            <ac:grpSpMk id="58" creationId="{29AE79C7-DCBB-0ADE-4B7D-F9C355EC31CF}"/>
          </ac:grpSpMkLst>
        </pc:grpChg>
        <pc:grpChg chg="mod">
          <ac:chgData name="KRIPI BADONIA" userId="5875e0c1-f727-471f-be94-0832844896ec" providerId="ADAL" clId="{F8B8405B-CA09-FA48-AA14-C32810F61854}" dt="2023-08-18T06:22:49.949" v="9995" actId="14861"/>
          <ac:grpSpMkLst>
            <pc:docMk/>
            <pc:sldMk cId="3883581720" sldId="329"/>
            <ac:grpSpMk id="72" creationId="{A23EA93E-3B08-4D6D-253C-97CC5A162592}"/>
          </ac:grpSpMkLst>
        </pc:grpChg>
        <pc:grpChg chg="mod">
          <ac:chgData name="KRIPI BADONIA" userId="5875e0c1-f727-471f-be94-0832844896ec" providerId="ADAL" clId="{F8B8405B-CA09-FA48-AA14-C32810F61854}" dt="2023-08-18T06:20:56.597" v="9964" actId="1035"/>
          <ac:grpSpMkLst>
            <pc:docMk/>
            <pc:sldMk cId="3883581720" sldId="329"/>
            <ac:grpSpMk id="84" creationId="{C1538607-9078-73FC-326D-690984834308}"/>
          </ac:grpSpMkLst>
        </pc:grpChg>
        <pc:grpChg chg="mod">
          <ac:chgData name="KRIPI BADONIA" userId="5875e0c1-f727-471f-be94-0832844896ec" providerId="ADAL" clId="{F8B8405B-CA09-FA48-AA14-C32810F61854}" dt="2023-08-18T06:25:03.232" v="10029" actId="1076"/>
          <ac:grpSpMkLst>
            <pc:docMk/>
            <pc:sldMk cId="3883581720" sldId="329"/>
            <ac:grpSpMk id="111" creationId="{85AFD348-16C9-B54F-E9EA-BC2C41B7A9C8}"/>
          </ac:grpSpMkLst>
        </pc:grpChg>
        <pc:grpChg chg="mod">
          <ac:chgData name="KRIPI BADONIA" userId="5875e0c1-f727-471f-be94-0832844896ec" providerId="ADAL" clId="{F8B8405B-CA09-FA48-AA14-C32810F61854}" dt="2023-08-18T06:23:15.543" v="9997" actId="1076"/>
          <ac:grpSpMkLst>
            <pc:docMk/>
            <pc:sldMk cId="3883581720" sldId="329"/>
            <ac:grpSpMk id="1036" creationId="{A2A044A5-3EF6-B10F-BA89-1A7B49C167EC}"/>
          </ac:grpSpMkLst>
        </pc:grpChg>
        <pc:grpChg chg="mod">
          <ac:chgData name="KRIPI BADONIA" userId="5875e0c1-f727-471f-be94-0832844896ec" providerId="ADAL" clId="{F8B8405B-CA09-FA48-AA14-C32810F61854}" dt="2023-08-18T06:25:27.169" v="10032" actId="1076"/>
          <ac:grpSpMkLst>
            <pc:docMk/>
            <pc:sldMk cId="3883581720" sldId="329"/>
            <ac:grpSpMk id="2077" creationId="{8C4E3A14-B8B2-3C5D-135D-D31FC5C4F0DC}"/>
          </ac:grpSpMkLst>
        </pc:grpChg>
        <pc:graphicFrameChg chg="mod modGraphic">
          <ac:chgData name="KRIPI BADONIA" userId="5875e0c1-f727-471f-be94-0832844896ec" providerId="ADAL" clId="{F8B8405B-CA09-FA48-AA14-C32810F61854}" dt="2023-08-18T06:25:53.253" v="10039" actId="1076"/>
          <ac:graphicFrameMkLst>
            <pc:docMk/>
            <pc:sldMk cId="3883581720" sldId="329"/>
            <ac:graphicFrameMk id="3" creationId="{8D9AA43B-DB17-0801-DA16-28332B337908}"/>
          </ac:graphicFrameMkLst>
        </pc:graphicFrameChg>
        <pc:picChg chg="mod">
          <ac:chgData name="KRIPI BADONIA" userId="5875e0c1-f727-471f-be94-0832844896ec" providerId="ADAL" clId="{F8B8405B-CA09-FA48-AA14-C32810F61854}" dt="2023-08-18T06:20:03.525" v="9951" actId="1076"/>
          <ac:picMkLst>
            <pc:docMk/>
            <pc:sldMk cId="3883581720" sldId="329"/>
            <ac:picMk id="9222" creationId="{6B4929BE-0A19-5162-7B8E-62EE3B8B16CA}"/>
          </ac:picMkLst>
        </pc:picChg>
        <pc:picChg chg="mod">
          <ac:chgData name="KRIPI BADONIA" userId="5875e0c1-f727-471f-be94-0832844896ec" providerId="ADAL" clId="{F8B8405B-CA09-FA48-AA14-C32810F61854}" dt="2023-08-18T06:20:03.525" v="9951" actId="1076"/>
          <ac:picMkLst>
            <pc:docMk/>
            <pc:sldMk cId="3883581720" sldId="329"/>
            <ac:picMk id="9224" creationId="{B2F5CEA1-89A8-4FB4-48B5-2064A465AC27}"/>
          </ac:picMkLst>
        </pc:picChg>
        <pc:picChg chg="mod">
          <ac:chgData name="KRIPI BADONIA" userId="5875e0c1-f727-471f-be94-0832844896ec" providerId="ADAL" clId="{F8B8405B-CA09-FA48-AA14-C32810F61854}" dt="2023-08-18T06:19:59.236" v="9950" actId="1076"/>
          <ac:picMkLst>
            <pc:docMk/>
            <pc:sldMk cId="3883581720" sldId="329"/>
            <ac:picMk id="9226" creationId="{FE60C035-7318-637E-E713-1A7F4FFFA94D}"/>
          </ac:picMkLst>
        </pc:picChg>
        <pc:picChg chg="mod">
          <ac:chgData name="KRIPI BADONIA" userId="5875e0c1-f727-471f-be94-0832844896ec" providerId="ADAL" clId="{F8B8405B-CA09-FA48-AA14-C32810F61854}" dt="2023-08-18T06:19:56.494" v="9949" actId="1076"/>
          <ac:picMkLst>
            <pc:docMk/>
            <pc:sldMk cId="3883581720" sldId="329"/>
            <ac:picMk id="9228" creationId="{0E738858-132E-F4E3-7BB2-FDBF1D1E8E7D}"/>
          </ac:picMkLst>
        </pc:picChg>
        <pc:picChg chg="mod">
          <ac:chgData name="KRIPI BADONIA" userId="5875e0c1-f727-471f-be94-0832844896ec" providerId="ADAL" clId="{F8B8405B-CA09-FA48-AA14-C32810F61854}" dt="2023-08-18T06:20:56.597" v="9964" actId="1035"/>
          <ac:picMkLst>
            <pc:docMk/>
            <pc:sldMk cId="3883581720" sldId="329"/>
            <ac:picMk id="9230" creationId="{3C21E281-B293-D0E3-57C6-D2EF60E49A44}"/>
          </ac:picMkLst>
        </pc:picChg>
        <pc:picChg chg="mod">
          <ac:chgData name="KRIPI BADONIA" userId="5875e0c1-f727-471f-be94-0832844896ec" providerId="ADAL" clId="{F8B8405B-CA09-FA48-AA14-C32810F61854}" dt="2023-08-18T06:25:03.232" v="10029" actId="1076"/>
          <ac:picMkLst>
            <pc:docMk/>
            <pc:sldMk cId="3883581720" sldId="329"/>
            <ac:picMk id="9232" creationId="{2091F1F9-7698-D01E-0186-CBB223D46817}"/>
          </ac:picMkLst>
        </pc:picChg>
        <pc:cxnChg chg="mod">
          <ac:chgData name="KRIPI BADONIA" userId="5875e0c1-f727-471f-be94-0832844896ec" providerId="ADAL" clId="{F8B8405B-CA09-FA48-AA14-C32810F61854}" dt="2023-08-18T06:19:44.023" v="9946" actId="14100"/>
          <ac:cxnSpMkLst>
            <pc:docMk/>
            <pc:sldMk cId="3883581720" sldId="329"/>
            <ac:cxnSpMk id="49" creationId="{99F696EF-6F13-6503-C4F4-EE6110785D7D}"/>
          </ac:cxnSpMkLst>
        </pc:cxnChg>
        <pc:cxnChg chg="mod">
          <ac:chgData name="KRIPI BADONIA" userId="5875e0c1-f727-471f-be94-0832844896ec" providerId="ADAL" clId="{F8B8405B-CA09-FA48-AA14-C32810F61854}" dt="2023-08-18T06:19:47.467" v="9947" actId="14100"/>
          <ac:cxnSpMkLst>
            <pc:docMk/>
            <pc:sldMk cId="3883581720" sldId="329"/>
            <ac:cxnSpMk id="59" creationId="{E3421B2D-23E2-A735-726B-1C1CBA5B8A33}"/>
          </ac:cxnSpMkLst>
        </pc:cxnChg>
        <pc:cxnChg chg="mod">
          <ac:chgData name="KRIPI BADONIA" userId="5875e0c1-f727-471f-be94-0832844896ec" providerId="ADAL" clId="{F8B8405B-CA09-FA48-AA14-C32810F61854}" dt="2023-08-18T06:19:52.517" v="9948" actId="14100"/>
          <ac:cxnSpMkLst>
            <pc:docMk/>
            <pc:sldMk cId="3883581720" sldId="329"/>
            <ac:cxnSpMk id="62" creationId="{8AE0C1D0-6D2C-06D9-D3D0-0E50D600D724}"/>
          </ac:cxnSpMkLst>
        </pc:cxnChg>
        <pc:cxnChg chg="mod">
          <ac:chgData name="KRIPI BADONIA" userId="5875e0c1-f727-471f-be94-0832844896ec" providerId="ADAL" clId="{F8B8405B-CA09-FA48-AA14-C32810F61854}" dt="2023-08-18T06:20:56.597" v="9964" actId="1035"/>
          <ac:cxnSpMkLst>
            <pc:docMk/>
            <pc:sldMk cId="3883581720" sldId="329"/>
            <ac:cxnSpMk id="115" creationId="{66BFE325-3075-D3CC-D8D0-180F097A5616}"/>
          </ac:cxnSpMkLst>
        </pc:cxnChg>
        <pc:cxnChg chg="mod">
          <ac:chgData name="KRIPI BADONIA" userId="5875e0c1-f727-471f-be94-0832844896ec" providerId="ADAL" clId="{F8B8405B-CA09-FA48-AA14-C32810F61854}" dt="2023-08-18T06:20:56.597" v="9964" actId="1035"/>
          <ac:cxnSpMkLst>
            <pc:docMk/>
            <pc:sldMk cId="3883581720" sldId="329"/>
            <ac:cxnSpMk id="127" creationId="{67CB2F36-1144-908C-BDB7-09820014A064}"/>
          </ac:cxnSpMkLst>
        </pc:cxnChg>
        <pc:cxnChg chg="mod">
          <ac:chgData name="KRIPI BADONIA" userId="5875e0c1-f727-471f-be94-0832844896ec" providerId="ADAL" clId="{F8B8405B-CA09-FA48-AA14-C32810F61854}" dt="2023-08-18T06:20:56.597" v="9964" actId="1035"/>
          <ac:cxnSpMkLst>
            <pc:docMk/>
            <pc:sldMk cId="3883581720" sldId="329"/>
            <ac:cxnSpMk id="1026" creationId="{127F37C9-44D1-43AE-C045-0A04FCF9BD32}"/>
          </ac:cxnSpMkLst>
        </pc:cxnChg>
      </pc:sldChg>
      <pc:sldChg chg="del">
        <pc:chgData name="KRIPI BADONIA" userId="5875e0c1-f727-471f-be94-0832844896ec" providerId="ADAL" clId="{F8B8405B-CA09-FA48-AA14-C32810F61854}" dt="2023-08-18T07:23:12.688" v="11515" actId="2696"/>
        <pc:sldMkLst>
          <pc:docMk/>
          <pc:sldMk cId="1045723350" sldId="332"/>
        </pc:sldMkLst>
      </pc:sldChg>
      <pc:sldChg chg="del">
        <pc:chgData name="KRIPI BADONIA" userId="5875e0c1-f727-471f-be94-0832844896ec" providerId="ADAL" clId="{F8B8405B-CA09-FA48-AA14-C32810F61854}" dt="2023-08-18T07:22:02.365" v="11514" actId="2696"/>
        <pc:sldMkLst>
          <pc:docMk/>
          <pc:sldMk cId="3325954606" sldId="333"/>
        </pc:sldMkLst>
      </pc:sldChg>
      <pc:sldMasterChg chg="delSldLayout">
        <pc:chgData name="KRIPI BADONIA" userId="5875e0c1-f727-471f-be94-0832844896ec" providerId="ADAL" clId="{F8B8405B-CA09-FA48-AA14-C32810F61854}" dt="2023-08-18T07:22:02.112" v="11511" actId="2696"/>
        <pc:sldMasterMkLst>
          <pc:docMk/>
          <pc:sldMasterMk cId="2075408261" sldId="2147483648"/>
        </pc:sldMasterMkLst>
        <pc:sldLayoutChg chg="del">
          <pc:chgData name="KRIPI BADONIA" userId="5875e0c1-f727-471f-be94-0832844896ec" providerId="ADAL" clId="{F8B8405B-CA09-FA48-AA14-C32810F61854}" dt="2023-08-18T07:22:01.580" v="11483" actId="2696"/>
          <pc:sldLayoutMkLst>
            <pc:docMk/>
            <pc:sldMasterMk cId="2075408261" sldId="2147483648"/>
            <pc:sldLayoutMk cId="1807579255" sldId="2147483663"/>
          </pc:sldLayoutMkLst>
        </pc:sldLayoutChg>
        <pc:sldLayoutChg chg="del">
          <pc:chgData name="KRIPI BADONIA" userId="5875e0c1-f727-471f-be94-0832844896ec" providerId="ADAL" clId="{F8B8405B-CA09-FA48-AA14-C32810F61854}" dt="2023-08-18T07:22:01.621" v="11485" actId="2696"/>
          <pc:sldLayoutMkLst>
            <pc:docMk/>
            <pc:sldMasterMk cId="2075408261" sldId="2147483648"/>
            <pc:sldLayoutMk cId="1725858997" sldId="2147483664"/>
          </pc:sldLayoutMkLst>
        </pc:sldLayoutChg>
        <pc:sldLayoutChg chg="del">
          <pc:chgData name="KRIPI BADONIA" userId="5875e0c1-f727-471f-be94-0832844896ec" providerId="ADAL" clId="{F8B8405B-CA09-FA48-AA14-C32810F61854}" dt="2023-08-18T07:22:01.725" v="11488" actId="2696"/>
          <pc:sldLayoutMkLst>
            <pc:docMk/>
            <pc:sldMasterMk cId="2075408261" sldId="2147483648"/>
            <pc:sldLayoutMk cId="2188397449" sldId="2147483665"/>
          </pc:sldLayoutMkLst>
        </pc:sldLayoutChg>
        <pc:sldLayoutChg chg="del">
          <pc:chgData name="KRIPI BADONIA" userId="5875e0c1-f727-471f-be94-0832844896ec" providerId="ADAL" clId="{F8B8405B-CA09-FA48-AA14-C32810F61854}" dt="2023-08-18T07:22:01.759" v="11490" actId="2696"/>
          <pc:sldLayoutMkLst>
            <pc:docMk/>
            <pc:sldMasterMk cId="2075408261" sldId="2147483648"/>
            <pc:sldLayoutMk cId="2847721695" sldId="2147483666"/>
          </pc:sldLayoutMkLst>
        </pc:sldLayoutChg>
        <pc:sldLayoutChg chg="del">
          <pc:chgData name="KRIPI BADONIA" userId="5875e0c1-f727-471f-be94-0832844896ec" providerId="ADAL" clId="{F8B8405B-CA09-FA48-AA14-C32810F61854}" dt="2023-08-18T07:22:01.778" v="11492" actId="2696"/>
          <pc:sldLayoutMkLst>
            <pc:docMk/>
            <pc:sldMasterMk cId="2075408261" sldId="2147483648"/>
            <pc:sldLayoutMk cId="1076395950" sldId="2147483667"/>
          </pc:sldLayoutMkLst>
        </pc:sldLayoutChg>
        <pc:sldLayoutChg chg="del">
          <pc:chgData name="KRIPI BADONIA" userId="5875e0c1-f727-471f-be94-0832844896ec" providerId="ADAL" clId="{F8B8405B-CA09-FA48-AA14-C32810F61854}" dt="2023-08-18T07:22:01.799" v="11494" actId="2696"/>
          <pc:sldLayoutMkLst>
            <pc:docMk/>
            <pc:sldMasterMk cId="2075408261" sldId="2147483648"/>
            <pc:sldLayoutMk cId="2646590224" sldId="2147483668"/>
          </pc:sldLayoutMkLst>
        </pc:sldLayoutChg>
        <pc:sldLayoutChg chg="del">
          <pc:chgData name="KRIPI BADONIA" userId="5875e0c1-f727-471f-be94-0832844896ec" providerId="ADAL" clId="{F8B8405B-CA09-FA48-AA14-C32810F61854}" dt="2023-08-18T07:22:01.832" v="11496" actId="2696"/>
          <pc:sldLayoutMkLst>
            <pc:docMk/>
            <pc:sldMasterMk cId="2075408261" sldId="2147483648"/>
            <pc:sldLayoutMk cId="367133883" sldId="2147483669"/>
          </pc:sldLayoutMkLst>
        </pc:sldLayoutChg>
        <pc:sldLayoutChg chg="del">
          <pc:chgData name="KRIPI BADONIA" userId="5875e0c1-f727-471f-be94-0832844896ec" providerId="ADAL" clId="{F8B8405B-CA09-FA48-AA14-C32810F61854}" dt="2023-08-18T07:22:01.863" v="11498" actId="2696"/>
          <pc:sldLayoutMkLst>
            <pc:docMk/>
            <pc:sldMasterMk cId="2075408261" sldId="2147483648"/>
            <pc:sldLayoutMk cId="3475712754" sldId="2147483670"/>
          </pc:sldLayoutMkLst>
        </pc:sldLayoutChg>
        <pc:sldLayoutChg chg="del">
          <pc:chgData name="KRIPI BADONIA" userId="5875e0c1-f727-471f-be94-0832844896ec" providerId="ADAL" clId="{F8B8405B-CA09-FA48-AA14-C32810F61854}" dt="2023-08-18T07:22:01.891" v="11500" actId="2696"/>
          <pc:sldLayoutMkLst>
            <pc:docMk/>
            <pc:sldMasterMk cId="2075408261" sldId="2147483648"/>
            <pc:sldLayoutMk cId="1498526846" sldId="2147483671"/>
          </pc:sldLayoutMkLst>
        </pc:sldLayoutChg>
        <pc:sldLayoutChg chg="del">
          <pc:chgData name="KRIPI BADONIA" userId="5875e0c1-f727-471f-be94-0832844896ec" providerId="ADAL" clId="{F8B8405B-CA09-FA48-AA14-C32810F61854}" dt="2023-08-18T07:22:01.925" v="11502" actId="2696"/>
          <pc:sldLayoutMkLst>
            <pc:docMk/>
            <pc:sldMasterMk cId="2075408261" sldId="2147483648"/>
            <pc:sldLayoutMk cId="3698454422" sldId="2147483672"/>
          </pc:sldLayoutMkLst>
        </pc:sldLayoutChg>
        <pc:sldLayoutChg chg="del">
          <pc:chgData name="KRIPI BADONIA" userId="5875e0c1-f727-471f-be94-0832844896ec" providerId="ADAL" clId="{F8B8405B-CA09-FA48-AA14-C32810F61854}" dt="2023-08-18T07:22:01.947" v="11504" actId="2696"/>
          <pc:sldLayoutMkLst>
            <pc:docMk/>
            <pc:sldMasterMk cId="2075408261" sldId="2147483648"/>
            <pc:sldLayoutMk cId="3634292350" sldId="2147483673"/>
          </pc:sldLayoutMkLst>
        </pc:sldLayoutChg>
        <pc:sldLayoutChg chg="del">
          <pc:chgData name="KRIPI BADONIA" userId="5875e0c1-f727-471f-be94-0832844896ec" providerId="ADAL" clId="{F8B8405B-CA09-FA48-AA14-C32810F61854}" dt="2023-08-18T07:22:01.990" v="11507" actId="2696"/>
          <pc:sldLayoutMkLst>
            <pc:docMk/>
            <pc:sldMasterMk cId="2075408261" sldId="2147483648"/>
            <pc:sldLayoutMk cId="1867242942" sldId="2147483674"/>
          </pc:sldLayoutMkLst>
        </pc:sldLayoutChg>
        <pc:sldLayoutChg chg="del">
          <pc:chgData name="KRIPI BADONIA" userId="5875e0c1-f727-471f-be94-0832844896ec" providerId="ADAL" clId="{F8B8405B-CA09-FA48-AA14-C32810F61854}" dt="2023-08-18T07:22:02.014" v="11509" actId="2696"/>
          <pc:sldLayoutMkLst>
            <pc:docMk/>
            <pc:sldMasterMk cId="2075408261" sldId="2147483648"/>
            <pc:sldLayoutMk cId="280060475" sldId="2147483675"/>
          </pc:sldLayoutMkLst>
        </pc:sldLayoutChg>
        <pc:sldLayoutChg chg="del">
          <pc:chgData name="KRIPI BADONIA" userId="5875e0c1-f727-471f-be94-0832844896ec" providerId="ADAL" clId="{F8B8405B-CA09-FA48-AA14-C32810F61854}" dt="2023-08-18T07:22:02.112" v="11511" actId="2696"/>
          <pc:sldLayoutMkLst>
            <pc:docMk/>
            <pc:sldMasterMk cId="2075408261" sldId="2147483648"/>
            <pc:sldLayoutMk cId="3357246286" sldId="2147483676"/>
          </pc:sldLayoutMkLst>
        </pc:sldLayoutChg>
      </pc:sldMasterChg>
    </pc:docChg>
  </pc:docChgLst>
  <pc:docChgLst>
    <pc:chgData name="Guest User" userId="S::urn:spo:anon#9e98e086a0c7520a54a891a461b60573440c30f330cdd32231d79f0963b2b042::" providerId="AD" clId="Web-{071E8BEF-CD8A-32D8-4ABF-6FFFDC1FBC29}"/>
    <pc:docChg chg="modSld">
      <pc:chgData name="Guest User" userId="S::urn:spo:anon#9e98e086a0c7520a54a891a461b60573440c30f330cdd32231d79f0963b2b042::" providerId="AD" clId="Web-{071E8BEF-CD8A-32D8-4ABF-6FFFDC1FBC29}" dt="2023-08-18T07:00:24.338" v="17" actId="1076"/>
      <pc:docMkLst>
        <pc:docMk/>
      </pc:docMkLst>
      <pc:sldChg chg="modSp">
        <pc:chgData name="Guest User" userId="S::urn:spo:anon#9e98e086a0c7520a54a891a461b60573440c30f330cdd32231d79f0963b2b042::" providerId="AD" clId="Web-{071E8BEF-CD8A-32D8-4ABF-6FFFDC1FBC29}" dt="2023-08-18T07:00:24.338" v="17" actId="1076"/>
        <pc:sldMkLst>
          <pc:docMk/>
          <pc:sldMk cId="2564456597" sldId="314"/>
        </pc:sldMkLst>
        <pc:spChg chg="mod">
          <ac:chgData name="Guest User" userId="S::urn:spo:anon#9e98e086a0c7520a54a891a461b60573440c30f330cdd32231d79f0963b2b042::" providerId="AD" clId="Web-{071E8BEF-CD8A-32D8-4ABF-6FFFDC1FBC29}" dt="2023-08-18T07:00:24.338" v="17" actId="1076"/>
          <ac:spMkLst>
            <pc:docMk/>
            <pc:sldMk cId="2564456597" sldId="314"/>
            <ac:spMk id="20" creationId="{C4D8DEFE-00D6-1740-AD63-5081CA18A83F}"/>
          </ac:spMkLst>
        </pc:spChg>
        <pc:spChg chg="mod">
          <ac:chgData name="Guest User" userId="S::urn:spo:anon#9e98e086a0c7520a54a891a461b60573440c30f330cdd32231d79f0963b2b042::" providerId="AD" clId="Web-{071E8BEF-CD8A-32D8-4ABF-6FFFDC1FBC29}" dt="2023-08-18T07:00:24.338" v="16" actId="1076"/>
          <ac:spMkLst>
            <pc:docMk/>
            <pc:sldMk cId="2564456597" sldId="314"/>
            <ac:spMk id="21" creationId="{B0C69509-2568-CE4A-8D3C-270C7A959E57}"/>
          </ac:spMkLst>
        </pc:spChg>
        <pc:spChg chg="mod">
          <ac:chgData name="Guest User" userId="S::urn:spo:anon#9e98e086a0c7520a54a891a461b60573440c30f330cdd32231d79f0963b2b042::" providerId="AD" clId="Web-{071E8BEF-CD8A-32D8-4ABF-6FFFDC1FBC29}" dt="2023-08-18T07:00:24.338" v="15" actId="1076"/>
          <ac:spMkLst>
            <pc:docMk/>
            <pc:sldMk cId="2564456597" sldId="314"/>
            <ac:spMk id="24" creationId="{CE7EE84B-D9F4-1F49-9A2A-7834E11E3CC5}"/>
          </ac:spMkLst>
        </pc:spChg>
        <pc:spChg chg="mod">
          <ac:chgData name="Guest User" userId="S::urn:spo:anon#9e98e086a0c7520a54a891a461b60573440c30f330cdd32231d79f0963b2b042::" providerId="AD" clId="Web-{071E8BEF-CD8A-32D8-4ABF-6FFFDC1FBC29}" dt="2023-08-18T07:00:24.338" v="14" actId="1076"/>
          <ac:spMkLst>
            <pc:docMk/>
            <pc:sldMk cId="2564456597" sldId="314"/>
            <ac:spMk id="33" creationId="{69AA5D39-578B-3740-9FA3-CA82C3CA899F}"/>
          </ac:spMkLst>
        </pc:spChg>
        <pc:spChg chg="mod">
          <ac:chgData name="Guest User" userId="S::urn:spo:anon#9e98e086a0c7520a54a891a461b60573440c30f330cdd32231d79f0963b2b042::" providerId="AD" clId="Web-{071E8BEF-CD8A-32D8-4ABF-6FFFDC1FBC29}" dt="2023-08-18T07:00:24.338" v="13" actId="1076"/>
          <ac:spMkLst>
            <pc:docMk/>
            <pc:sldMk cId="2564456597" sldId="314"/>
            <ac:spMk id="34" creationId="{B8DA00C1-D2E7-B94B-875F-2DD7CCF941C2}"/>
          </ac:spMkLst>
        </pc:spChg>
        <pc:spChg chg="mod">
          <ac:chgData name="Guest User" userId="S::urn:spo:anon#9e98e086a0c7520a54a891a461b60573440c30f330cdd32231d79f0963b2b042::" providerId="AD" clId="Web-{071E8BEF-CD8A-32D8-4ABF-6FFFDC1FBC29}" dt="2023-08-18T07:00:24.338" v="12" actId="1076"/>
          <ac:spMkLst>
            <pc:docMk/>
            <pc:sldMk cId="2564456597" sldId="314"/>
            <ac:spMk id="35" creationId="{A9218D0D-7898-F44C-B819-60695033AE91}"/>
          </ac:spMkLst>
        </pc:spChg>
        <pc:grpChg chg="mod">
          <ac:chgData name="Guest User" userId="S::urn:spo:anon#9e98e086a0c7520a54a891a461b60573440c30f330cdd32231d79f0963b2b042::" providerId="AD" clId="Web-{071E8BEF-CD8A-32D8-4ABF-6FFFDC1FBC29}" dt="2023-08-18T07:00:24.338" v="11" actId="1076"/>
          <ac:grpSpMkLst>
            <pc:docMk/>
            <pc:sldMk cId="2564456597" sldId="314"/>
            <ac:grpSpMk id="37" creationId="{48E455BC-C402-9247-8260-0324CF2C4B4D}"/>
          </ac:grpSpMkLst>
        </pc:grpChg>
        <pc:grpChg chg="mod">
          <ac:chgData name="Guest User" userId="S::urn:spo:anon#9e98e086a0c7520a54a891a461b60573440c30f330cdd32231d79f0963b2b042::" providerId="AD" clId="Web-{071E8BEF-CD8A-32D8-4ABF-6FFFDC1FBC29}" dt="2023-08-18T07:00:24.338" v="10" actId="1076"/>
          <ac:grpSpMkLst>
            <pc:docMk/>
            <pc:sldMk cId="2564456597" sldId="314"/>
            <ac:grpSpMk id="40" creationId="{F83B35E2-CC5D-C24F-AFAC-58D50D91DBAD}"/>
          </ac:grpSpMkLst>
        </pc:grpChg>
        <pc:grpChg chg="mod">
          <ac:chgData name="Guest User" userId="S::urn:spo:anon#9e98e086a0c7520a54a891a461b60573440c30f330cdd32231d79f0963b2b042::" providerId="AD" clId="Web-{071E8BEF-CD8A-32D8-4ABF-6FFFDC1FBC29}" dt="2023-08-18T07:00:24.338" v="9" actId="1076"/>
          <ac:grpSpMkLst>
            <pc:docMk/>
            <pc:sldMk cId="2564456597" sldId="314"/>
            <ac:grpSpMk id="43" creationId="{4B443374-B564-8A4E-9B23-F53FCEFA2DEE}"/>
          </ac:grpSpMkLst>
        </pc:grpChg>
      </pc:sldChg>
    </pc:docChg>
  </pc:docChgLst>
  <pc:docChgLst>
    <pc:chgData name="Guest User" userId="S::urn:spo:anon#9e98e086a0c7520a54a891a461b60573440c30f330cdd32231d79f0963b2b042::" providerId="AD" clId="Web-{380C9CF6-CFC3-8DBE-64B6-778D383A46E6}"/>
    <pc:docChg chg="modSld">
      <pc:chgData name="Guest User" userId="S::urn:spo:anon#9e98e086a0c7520a54a891a461b60573440c30f330cdd32231d79f0963b2b042::" providerId="AD" clId="Web-{380C9CF6-CFC3-8DBE-64B6-778D383A46E6}" dt="2023-09-02T09:01:56.615" v="1" actId="20577"/>
      <pc:docMkLst>
        <pc:docMk/>
      </pc:docMkLst>
      <pc:sldChg chg="modSp">
        <pc:chgData name="Guest User" userId="S::urn:spo:anon#9e98e086a0c7520a54a891a461b60573440c30f330cdd32231d79f0963b2b042::" providerId="AD" clId="Web-{380C9CF6-CFC3-8DBE-64B6-778D383A46E6}" dt="2023-09-02T09:01:56.615" v="1" actId="20577"/>
        <pc:sldMkLst>
          <pc:docMk/>
          <pc:sldMk cId="2646481569" sldId="335"/>
        </pc:sldMkLst>
        <pc:spChg chg="mod">
          <ac:chgData name="Guest User" userId="S::urn:spo:anon#9e98e086a0c7520a54a891a461b60573440c30f330cdd32231d79f0963b2b042::" providerId="AD" clId="Web-{380C9CF6-CFC3-8DBE-64B6-778D383A46E6}" dt="2023-09-02T09:01:56.615" v="1" actId="20577"/>
          <ac:spMkLst>
            <pc:docMk/>
            <pc:sldMk cId="2646481569" sldId="335"/>
            <ac:spMk id="2" creationId="{A6AA2842-23D1-9D4C-8C34-54F396B0B405}"/>
          </ac:spMkLst>
        </pc:spChg>
      </pc:sldChg>
    </pc:docChg>
  </pc:docChgLst>
  <pc:docChgLst>
    <pc:chgData name="Guest User" userId="S::urn:spo:anon#9e98e086a0c7520a54a891a461b60573440c30f330cdd32231d79f0963b2b042::" providerId="AD" clId="Web-{9AE9D811-914C-DEC5-83DE-BD8F1DB124BB}"/>
    <pc:docChg chg="modSld">
      <pc:chgData name="Guest User" userId="S::urn:spo:anon#9e98e086a0c7520a54a891a461b60573440c30f330cdd32231d79f0963b2b042::" providerId="AD" clId="Web-{9AE9D811-914C-DEC5-83DE-BD8F1DB124BB}" dt="2023-08-18T06:47:31.836" v="4" actId="20577"/>
      <pc:docMkLst>
        <pc:docMk/>
      </pc:docMkLst>
      <pc:sldChg chg="modSp">
        <pc:chgData name="Guest User" userId="S::urn:spo:anon#9e98e086a0c7520a54a891a461b60573440c30f330cdd32231d79f0963b2b042::" providerId="AD" clId="Web-{9AE9D811-914C-DEC5-83DE-BD8F1DB124BB}" dt="2023-08-18T06:47:31.836" v="4" actId="20577"/>
        <pc:sldMkLst>
          <pc:docMk/>
          <pc:sldMk cId="2564456597" sldId="314"/>
        </pc:sldMkLst>
        <pc:spChg chg="mod">
          <ac:chgData name="Guest User" userId="S::urn:spo:anon#9e98e086a0c7520a54a891a461b60573440c30f330cdd32231d79f0963b2b042::" providerId="AD" clId="Web-{9AE9D811-914C-DEC5-83DE-BD8F1DB124BB}" dt="2023-08-18T06:47:31.836" v="4" actId="20577"/>
          <ac:spMkLst>
            <pc:docMk/>
            <pc:sldMk cId="2564456597" sldId="314"/>
            <ac:spMk id="2" creationId="{A6AA2842-23D1-9D4C-8C34-54F396B0B405}"/>
          </ac:spMkLst>
        </pc:spChg>
      </pc:sldChg>
      <pc:sldChg chg="modSp">
        <pc:chgData name="Guest User" userId="S::urn:spo:anon#9e98e086a0c7520a54a891a461b60573440c30f330cdd32231d79f0963b2b042::" providerId="AD" clId="Web-{9AE9D811-914C-DEC5-83DE-BD8F1DB124BB}" dt="2023-08-18T06:36:57.141" v="0" actId="1076"/>
        <pc:sldMkLst>
          <pc:docMk/>
          <pc:sldMk cId="870226558" sldId="327"/>
        </pc:sldMkLst>
        <pc:spChg chg="mod">
          <ac:chgData name="Guest User" userId="S::urn:spo:anon#9e98e086a0c7520a54a891a461b60573440c30f330cdd32231d79f0963b2b042::" providerId="AD" clId="Web-{9AE9D811-914C-DEC5-83DE-BD8F1DB124BB}" dt="2023-08-18T06:36:57.141" v="0" actId="1076"/>
          <ac:spMkLst>
            <pc:docMk/>
            <pc:sldMk cId="870226558" sldId="327"/>
            <ac:spMk id="12" creationId="{CE755089-7468-A5CC-BEF5-75319EE533E9}"/>
          </ac:spMkLst>
        </pc:spChg>
      </pc:sldChg>
    </pc:docChg>
  </pc:docChgLst>
  <pc:docChgLst>
    <pc:chgData name="Guest User" userId="S::urn:spo:anon#9e98e086a0c7520a54a891a461b60573440c30f330cdd32231d79f0963b2b042::" providerId="AD" clId="Web-{254D1132-8860-829A-10CC-FC60E3D4B263}"/>
    <pc:docChg chg="modSld">
      <pc:chgData name="Guest User" userId="S::urn:spo:anon#9e98e086a0c7520a54a891a461b60573440c30f330cdd32231d79f0963b2b042::" providerId="AD" clId="Web-{254D1132-8860-829A-10CC-FC60E3D4B263}" dt="2023-09-01T18:54:18.473" v="11" actId="20577"/>
      <pc:docMkLst>
        <pc:docMk/>
      </pc:docMkLst>
      <pc:sldChg chg="modSp">
        <pc:chgData name="Guest User" userId="S::urn:spo:anon#9e98e086a0c7520a54a891a461b60573440c30f330cdd32231d79f0963b2b042::" providerId="AD" clId="Web-{254D1132-8860-829A-10CC-FC60E3D4B263}" dt="2023-09-01T18:54:18.473" v="11" actId="20577"/>
        <pc:sldMkLst>
          <pc:docMk/>
          <pc:sldMk cId="3883581720" sldId="329"/>
        </pc:sldMkLst>
        <pc:spChg chg="mod">
          <ac:chgData name="Guest User" userId="S::urn:spo:anon#9e98e086a0c7520a54a891a461b60573440c30f330cdd32231d79f0963b2b042::" providerId="AD" clId="Web-{254D1132-8860-829A-10CC-FC60E3D4B263}" dt="2023-09-01T18:54:18.473" v="11" actId="20577"/>
          <ac:spMkLst>
            <pc:docMk/>
            <pc:sldMk cId="3883581720" sldId="329"/>
            <ac:spMk id="2" creationId="{A6AA2842-23D1-9D4C-8C34-54F396B0B405}"/>
          </ac:spMkLst>
        </pc:spChg>
      </pc:sldChg>
    </pc:docChg>
  </pc:docChgLst>
  <pc:docChgLst>
    <pc:chgData name="SHIVAM PATHAK" userId="98657f1d-a575-4ed8-ae6e-c7768e70acff" providerId="ADAL" clId="{175D4790-8382-4FF6-941E-14A32FEF4E6F}"/>
    <pc:docChg chg="undo redo custSel addSld delSld modSld sldOrd">
      <pc:chgData name="SHIVAM PATHAK" userId="98657f1d-a575-4ed8-ae6e-c7768e70acff" providerId="ADAL" clId="{175D4790-8382-4FF6-941E-14A32FEF4E6F}" dt="2023-08-18T08:23:28.643" v="6714" actId="1076"/>
      <pc:docMkLst>
        <pc:docMk/>
      </pc:docMkLst>
      <pc:sldChg chg="modSp add">
        <pc:chgData name="SHIVAM PATHAK" userId="98657f1d-a575-4ed8-ae6e-c7768e70acff" providerId="ADAL" clId="{175D4790-8382-4FF6-941E-14A32FEF4E6F}" dt="2023-08-18T05:16:45.254" v="3367"/>
        <pc:sldMkLst>
          <pc:docMk/>
          <pc:sldMk cId="0" sldId="269"/>
        </pc:sldMkLst>
        <pc:spChg chg="mod">
          <ac:chgData name="SHIVAM PATHAK" userId="98657f1d-a575-4ed8-ae6e-c7768e70acff" providerId="ADAL" clId="{175D4790-8382-4FF6-941E-14A32FEF4E6F}" dt="2023-08-18T05:16:45.254" v="3367"/>
          <ac:spMkLst>
            <pc:docMk/>
            <pc:sldMk cId="0" sldId="269"/>
            <ac:spMk id="30" creationId="{00000000-0000-0000-0000-000000000000}"/>
          </ac:spMkLst>
        </pc:spChg>
      </pc:sldChg>
      <pc:sldChg chg="addSp delSp modSp mod">
        <pc:chgData name="SHIVAM PATHAK" userId="98657f1d-a575-4ed8-ae6e-c7768e70acff" providerId="ADAL" clId="{175D4790-8382-4FF6-941E-14A32FEF4E6F}" dt="2023-08-18T06:58:41.739" v="5893" actId="255"/>
        <pc:sldMkLst>
          <pc:docMk/>
          <pc:sldMk cId="1058593630" sldId="305"/>
        </pc:sldMkLst>
        <pc:grpChg chg="del mod">
          <ac:chgData name="SHIVAM PATHAK" userId="98657f1d-a575-4ed8-ae6e-c7768e70acff" providerId="ADAL" clId="{175D4790-8382-4FF6-941E-14A32FEF4E6F}" dt="2023-08-18T06:46:59.797" v="5814" actId="478"/>
          <ac:grpSpMkLst>
            <pc:docMk/>
            <pc:sldMk cId="1058593630" sldId="305"/>
            <ac:grpSpMk id="20" creationId="{DA4A4689-439A-F140-9CDE-7493B2A953FF}"/>
          </ac:grpSpMkLst>
        </pc:grpChg>
        <pc:grpChg chg="del">
          <ac:chgData name="SHIVAM PATHAK" userId="98657f1d-a575-4ed8-ae6e-c7768e70acff" providerId="ADAL" clId="{175D4790-8382-4FF6-941E-14A32FEF4E6F}" dt="2023-08-18T06:47:06.771" v="5816" actId="478"/>
          <ac:grpSpMkLst>
            <pc:docMk/>
            <pc:sldMk cId="1058593630" sldId="305"/>
            <ac:grpSpMk id="23" creationId="{4EFF575D-2155-8346-A12D-2833C86EFE8F}"/>
          </ac:grpSpMkLst>
        </pc:grpChg>
        <pc:grpChg chg="del">
          <ac:chgData name="SHIVAM PATHAK" userId="98657f1d-a575-4ed8-ae6e-c7768e70acff" providerId="ADAL" clId="{175D4790-8382-4FF6-941E-14A32FEF4E6F}" dt="2023-08-18T06:47:37.289" v="5820" actId="478"/>
          <ac:grpSpMkLst>
            <pc:docMk/>
            <pc:sldMk cId="1058593630" sldId="305"/>
            <ac:grpSpMk id="26" creationId="{F19DA946-A061-A044-A8BB-052DBF6639CB}"/>
          </ac:grpSpMkLst>
        </pc:grpChg>
        <pc:graphicFrameChg chg="add del mod modGraphic">
          <ac:chgData name="SHIVAM PATHAK" userId="98657f1d-a575-4ed8-ae6e-c7768e70acff" providerId="ADAL" clId="{175D4790-8382-4FF6-941E-14A32FEF4E6F}" dt="2023-08-18T06:58:41.739" v="5893" actId="255"/>
          <ac:graphicFrameMkLst>
            <pc:docMk/>
            <pc:sldMk cId="1058593630" sldId="305"/>
            <ac:graphicFrameMk id="18" creationId="{EAF75968-4269-2D43-B4FE-0B36FF1782D3}"/>
          </ac:graphicFrameMkLst>
        </pc:graphicFrameChg>
        <pc:picChg chg="add mod modCrop">
          <ac:chgData name="SHIVAM PATHAK" userId="98657f1d-a575-4ed8-ae6e-c7768e70acff" providerId="ADAL" clId="{175D4790-8382-4FF6-941E-14A32FEF4E6F}" dt="2023-08-18T06:51:32.103" v="5833" actId="14100"/>
          <ac:picMkLst>
            <pc:docMk/>
            <pc:sldMk cId="1058593630" sldId="305"/>
            <ac:picMk id="4" creationId="{97E54252-79C7-5238-4DA1-43199515C118}"/>
          </ac:picMkLst>
        </pc:picChg>
        <pc:picChg chg="add mod">
          <ac:chgData name="SHIVAM PATHAK" userId="98657f1d-a575-4ed8-ae6e-c7768e70acff" providerId="ADAL" clId="{175D4790-8382-4FF6-941E-14A32FEF4E6F}" dt="2023-08-18T06:46:19.436" v="5804" actId="1076"/>
          <ac:picMkLst>
            <pc:docMk/>
            <pc:sldMk cId="1058593630" sldId="305"/>
            <ac:picMk id="6" creationId="{DB32C0B5-497C-92F9-1BE2-86A7F879A8CC}"/>
          </ac:picMkLst>
        </pc:picChg>
        <pc:picChg chg="add mod">
          <ac:chgData name="SHIVAM PATHAK" userId="98657f1d-a575-4ed8-ae6e-c7768e70acff" providerId="ADAL" clId="{175D4790-8382-4FF6-941E-14A32FEF4E6F}" dt="2023-08-18T06:51:26.807" v="5831" actId="14100"/>
          <ac:picMkLst>
            <pc:docMk/>
            <pc:sldMk cId="1058593630" sldId="305"/>
            <ac:picMk id="8" creationId="{ACBD461B-C80B-B6EA-7D74-E60F62B78FE8}"/>
          </ac:picMkLst>
        </pc:picChg>
        <pc:picChg chg="add mod">
          <ac:chgData name="SHIVAM PATHAK" userId="98657f1d-a575-4ed8-ae6e-c7768e70acff" providerId="ADAL" clId="{175D4790-8382-4FF6-941E-14A32FEF4E6F}" dt="2023-08-18T06:51:20.995" v="5829" actId="14100"/>
          <ac:picMkLst>
            <pc:docMk/>
            <pc:sldMk cId="1058593630" sldId="305"/>
            <ac:picMk id="11" creationId="{FD6AF8A9-C5BC-B8F1-2370-F4BF1E67186D}"/>
          </ac:picMkLst>
        </pc:picChg>
        <pc:picChg chg="mod">
          <ac:chgData name="SHIVAM PATHAK" userId="98657f1d-a575-4ed8-ae6e-c7768e70acff" providerId="ADAL" clId="{175D4790-8382-4FF6-941E-14A32FEF4E6F}" dt="2023-08-18T06:33:28.487" v="5778"/>
          <ac:picMkLst>
            <pc:docMk/>
            <pc:sldMk cId="1058593630" sldId="305"/>
            <ac:picMk id="21" creationId="{D7FBEADB-5E17-5F4C-B41A-DBB3D38012A3}"/>
          </ac:picMkLst>
        </pc:picChg>
      </pc:sldChg>
      <pc:sldChg chg="addSp delSp modSp mod">
        <pc:chgData name="SHIVAM PATHAK" userId="98657f1d-a575-4ed8-ae6e-c7768e70acff" providerId="ADAL" clId="{175D4790-8382-4FF6-941E-14A32FEF4E6F}" dt="2023-08-18T04:41:36.349" v="3192" actId="14100"/>
        <pc:sldMkLst>
          <pc:docMk/>
          <pc:sldMk cId="2685883932" sldId="310"/>
        </pc:sldMkLst>
        <pc:spChg chg="del mod">
          <ac:chgData name="SHIVAM PATHAK" userId="98657f1d-a575-4ed8-ae6e-c7768e70acff" providerId="ADAL" clId="{175D4790-8382-4FF6-941E-14A32FEF4E6F}" dt="2023-08-18T04:41:30.693" v="3190" actId="21"/>
          <ac:spMkLst>
            <pc:docMk/>
            <pc:sldMk cId="2685883932" sldId="310"/>
            <ac:spMk id="12" creationId="{ADE1A110-0751-6B48-912B-8666F3EC86D4}"/>
          </ac:spMkLst>
        </pc:spChg>
        <pc:spChg chg="add mod">
          <ac:chgData name="SHIVAM PATHAK" userId="98657f1d-a575-4ed8-ae6e-c7768e70acff" providerId="ADAL" clId="{175D4790-8382-4FF6-941E-14A32FEF4E6F}" dt="2023-08-18T04:41:36.349" v="3192" actId="14100"/>
          <ac:spMkLst>
            <pc:docMk/>
            <pc:sldMk cId="2685883932" sldId="310"/>
            <ac:spMk id="13" creationId="{1B51669C-E425-AC79-C473-3869C538CC6A}"/>
          </ac:spMkLst>
        </pc:spChg>
      </pc:sldChg>
      <pc:sldChg chg="addSp delSp modSp mod">
        <pc:chgData name="SHIVAM PATHAK" userId="98657f1d-a575-4ed8-ae6e-c7768e70acff" providerId="ADAL" clId="{175D4790-8382-4FF6-941E-14A32FEF4E6F}" dt="2023-08-18T08:01:40.577" v="6261" actId="1076"/>
        <pc:sldMkLst>
          <pc:docMk/>
          <pc:sldMk cId="2564456597" sldId="314"/>
        </pc:sldMkLst>
        <pc:spChg chg="add mod">
          <ac:chgData name="SHIVAM PATHAK" userId="98657f1d-a575-4ed8-ae6e-c7768e70acff" providerId="ADAL" clId="{175D4790-8382-4FF6-941E-14A32FEF4E6F}" dt="2023-08-18T00:02:19.267" v="263" actId="20577"/>
          <ac:spMkLst>
            <pc:docMk/>
            <pc:sldMk cId="2564456597" sldId="314"/>
            <ac:spMk id="9" creationId="{1D495F5F-47E0-8A35-27C1-69E4AB18AD75}"/>
          </ac:spMkLst>
        </pc:spChg>
        <pc:spChg chg="add mod">
          <ac:chgData name="SHIVAM PATHAK" userId="98657f1d-a575-4ed8-ae6e-c7768e70acff" providerId="ADAL" clId="{175D4790-8382-4FF6-941E-14A32FEF4E6F}" dt="2023-08-18T00:03:55.628" v="282" actId="20577"/>
          <ac:spMkLst>
            <pc:docMk/>
            <pc:sldMk cId="2564456597" sldId="314"/>
            <ac:spMk id="10" creationId="{FB8620D9-DC6F-4DD7-C170-8D8C69F15AB2}"/>
          </ac:spMkLst>
        </pc:spChg>
        <pc:spChg chg="mod">
          <ac:chgData name="SHIVAM PATHAK" userId="98657f1d-a575-4ed8-ae6e-c7768e70acff" providerId="ADAL" clId="{175D4790-8382-4FF6-941E-14A32FEF4E6F}" dt="2023-08-18T07:42:29.625" v="5998" actId="14100"/>
          <ac:spMkLst>
            <pc:docMk/>
            <pc:sldMk cId="2564456597" sldId="314"/>
            <ac:spMk id="12" creationId="{758E03E1-4D25-7708-ABF2-1A47C8B77872}"/>
          </ac:spMkLst>
        </pc:spChg>
        <pc:spChg chg="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13" creationId="{B2C616AA-56C7-42F6-29D1-251BCF3DBC12}"/>
          </ac:spMkLst>
        </pc:spChg>
        <pc:spChg chg="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14" creationId="{F2F6AE68-D908-6728-5B6A-1EA13793973F}"/>
          </ac:spMkLst>
        </pc:spChg>
        <pc:spChg chg="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15" creationId="{119BBBFF-6E5F-8273-056E-8D9FD62714E5}"/>
          </ac:spMkLst>
        </pc:spChg>
        <pc:spChg chg="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16" creationId="{126D24D3-3918-FDA2-6126-F1D1D5A7CA81}"/>
          </ac:spMkLst>
        </pc:spChg>
        <pc:spChg chg="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17" creationId="{929465AC-23E7-EEA1-3F13-B97FA079F38C}"/>
          </ac:spMkLst>
        </pc:spChg>
        <pc:spChg chg="add mod">
          <ac:chgData name="SHIVAM PATHAK" userId="98657f1d-a575-4ed8-ae6e-c7768e70acff" providerId="ADAL" clId="{175D4790-8382-4FF6-941E-14A32FEF4E6F}" dt="2023-08-18T06:14:50.950" v="5456" actId="1076"/>
          <ac:spMkLst>
            <pc:docMk/>
            <pc:sldMk cId="2564456597" sldId="314"/>
            <ac:spMk id="19" creationId="{08186A15-D7FC-F725-B543-DB062D8BBEB2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69" creationId="{3AFC1ACF-36CD-1314-FC26-B6A17AABCCFA}"/>
          </ac:spMkLst>
        </pc:spChg>
        <pc:spChg chg="mod">
          <ac:chgData name="SHIVAM PATHAK" userId="98657f1d-a575-4ed8-ae6e-c7768e70acff" providerId="ADAL" clId="{175D4790-8382-4FF6-941E-14A32FEF4E6F}" dt="2023-08-18T07:41:20.292" v="5980"/>
          <ac:spMkLst>
            <pc:docMk/>
            <pc:sldMk cId="2564456597" sldId="314"/>
            <ac:spMk id="99" creationId="{466EC057-5604-5BF6-CA0B-088BB75DFB98}"/>
          </ac:spMkLst>
        </pc:spChg>
        <pc:spChg chg="mod">
          <ac:chgData name="SHIVAM PATHAK" userId="98657f1d-a575-4ed8-ae6e-c7768e70acff" providerId="ADAL" clId="{175D4790-8382-4FF6-941E-14A32FEF4E6F}" dt="2023-08-18T08:01:40.577" v="6261" actId="1076"/>
          <ac:spMkLst>
            <pc:docMk/>
            <pc:sldMk cId="2564456597" sldId="314"/>
            <ac:spMk id="112" creationId="{56E34AD5-6BB6-6140-B9AF-30E74D0BABD2}"/>
          </ac:spMkLst>
        </pc:spChg>
        <pc:spChg chg="mod">
          <ac:chgData name="SHIVAM PATHAK" userId="98657f1d-a575-4ed8-ae6e-c7768e70acff" providerId="ADAL" clId="{175D4790-8382-4FF6-941E-14A32FEF4E6F}" dt="2023-08-18T08:01:28.205" v="6251" actId="1076"/>
          <ac:spMkLst>
            <pc:docMk/>
            <pc:sldMk cId="2564456597" sldId="314"/>
            <ac:spMk id="113" creationId="{EE589DC4-6B32-6D43-85B3-74A3320FDC8D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15" creationId="{6DA92EBD-F656-85A4-EDEE-D6B5F2503218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16" creationId="{24F0B9E3-E2E6-E72E-CA95-5CA7F8DD8A08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0" creationId="{3C79FE55-2328-0612-FE05-C598CB7B4BEA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1" creationId="{CC7668B8-825E-4D1D-5127-F811AAAE8506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2" creationId="{26AC4D5E-D970-4F6E-E9CE-CEB9F1602BA4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3" creationId="{4F5992F3-5641-AF63-A740-F5D35D525026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4" creationId="{73810CBD-4095-8E7D-7E18-4F5DFA025E56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5" creationId="{AA1F0E29-D751-132B-BEBA-EF7EEF107EC5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26" creationId="{5B66C4EB-875B-14AF-30DC-22E463827E0B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44" creationId="{A2B44547-8DF4-9B3D-8285-B126C4475E00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46" creationId="{BAA34DF0-7C59-FDC0-42DD-AAE60AFF8375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47" creationId="{485FCB05-4EED-5C8F-B765-FCFCC579CCE6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48" creationId="{4B2D2E92-2644-6592-01D6-67BC840743A2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49" creationId="{B94A7633-3B2B-7490-34F3-D0252F3E5572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160" creationId="{8EC539C9-FE43-91C0-BBF0-13AB3B6C60EB}"/>
          </ac:spMkLst>
        </pc:spChg>
        <pc:spChg chg="mod">
          <ac:chgData name="SHIVAM PATHAK" userId="98657f1d-a575-4ed8-ae6e-c7768e70acff" providerId="ADAL" clId="{175D4790-8382-4FF6-941E-14A32FEF4E6F}" dt="2023-08-18T07:59:08.887" v="6227" actId="20577"/>
          <ac:spMkLst>
            <pc:docMk/>
            <pc:sldMk cId="2564456597" sldId="314"/>
            <ac:spMk id="173" creationId="{68738422-2EB1-3843-BA9D-857604A0F58F}"/>
          </ac:spMkLst>
        </pc:spChg>
        <pc:spChg chg="mod">
          <ac:chgData name="SHIVAM PATHAK" userId="98657f1d-a575-4ed8-ae6e-c7768e70acff" providerId="ADAL" clId="{175D4790-8382-4FF6-941E-14A32FEF4E6F}" dt="2023-08-18T07:41:20.292" v="5980"/>
          <ac:spMkLst>
            <pc:docMk/>
            <pc:sldMk cId="2564456597" sldId="314"/>
            <ac:spMk id="175" creationId="{F901AA0A-83F3-90E0-E4FD-774C3509919A}"/>
          </ac:spMkLst>
        </pc:spChg>
        <pc:spChg chg="mod">
          <ac:chgData name="SHIVAM PATHAK" userId="98657f1d-a575-4ed8-ae6e-c7768e70acff" providerId="ADAL" clId="{175D4790-8382-4FF6-941E-14A32FEF4E6F}" dt="2023-08-18T07:41:20.292" v="5980"/>
          <ac:spMkLst>
            <pc:docMk/>
            <pc:sldMk cId="2564456597" sldId="314"/>
            <ac:spMk id="178" creationId="{16AF0519-003B-B45D-0BD9-AF5C6090B402}"/>
          </ac:spMkLst>
        </pc:spChg>
        <pc:spChg chg="mod">
          <ac:chgData name="SHIVAM PATHAK" userId="98657f1d-a575-4ed8-ae6e-c7768e70acff" providerId="ADAL" clId="{175D4790-8382-4FF6-941E-14A32FEF4E6F}" dt="2023-08-18T07:58:46.215" v="6221" actId="404"/>
          <ac:spMkLst>
            <pc:docMk/>
            <pc:sldMk cId="2564456597" sldId="314"/>
            <ac:spMk id="183" creationId="{BC57AAFD-8502-BA4C-887B-4E5EA5796614}"/>
          </ac:spMkLst>
        </pc:spChg>
        <pc:spChg chg="add del mod">
          <ac:chgData name="SHIVAM PATHAK" userId="98657f1d-a575-4ed8-ae6e-c7768e70acff" providerId="ADAL" clId="{175D4790-8382-4FF6-941E-14A32FEF4E6F}" dt="2023-08-18T07:58:23.445" v="6211" actId="14100"/>
          <ac:spMkLst>
            <pc:docMk/>
            <pc:sldMk cId="2564456597" sldId="314"/>
            <ac:spMk id="184" creationId="{2EA0B741-ED92-254C-B3F7-EFF43D786877}"/>
          </ac:spMkLst>
        </pc:spChg>
        <pc:spChg chg="mod">
          <ac:chgData name="SHIVAM PATHAK" userId="98657f1d-a575-4ed8-ae6e-c7768e70acff" providerId="ADAL" clId="{175D4790-8382-4FF6-941E-14A32FEF4E6F}" dt="2023-08-18T08:00:41.346" v="6245" actId="20577"/>
          <ac:spMkLst>
            <pc:docMk/>
            <pc:sldMk cId="2564456597" sldId="314"/>
            <ac:spMk id="185" creationId="{700B6358-53EA-224E-9B29-A624602D7DC0}"/>
          </ac:spMkLst>
        </pc:spChg>
        <pc:spChg chg="mod">
          <ac:chgData name="SHIVAM PATHAK" userId="98657f1d-a575-4ed8-ae6e-c7768e70acff" providerId="ADAL" clId="{175D4790-8382-4FF6-941E-14A32FEF4E6F}" dt="2023-08-18T07:58:58.232" v="6223" actId="1076"/>
          <ac:spMkLst>
            <pc:docMk/>
            <pc:sldMk cId="2564456597" sldId="314"/>
            <ac:spMk id="186" creationId="{28D68469-CD35-DE41-9117-62AC3E975BB4}"/>
          </ac:spMkLst>
        </pc:spChg>
        <pc:spChg chg="mod">
          <ac:chgData name="SHIVAM PATHAK" userId="98657f1d-a575-4ed8-ae6e-c7768e70acff" providerId="ADAL" clId="{175D4790-8382-4FF6-941E-14A32FEF4E6F}" dt="2023-08-18T07:41:20.292" v="5980"/>
          <ac:spMkLst>
            <pc:docMk/>
            <pc:sldMk cId="2564456597" sldId="314"/>
            <ac:spMk id="191" creationId="{009B95FF-EF88-A8B1-AE63-3FE9C053192E}"/>
          </ac:spMkLst>
        </pc:spChg>
        <pc:spChg chg="mod">
          <ac:chgData name="SHIVAM PATHAK" userId="98657f1d-a575-4ed8-ae6e-c7768e70acff" providerId="ADAL" clId="{175D4790-8382-4FF6-941E-14A32FEF4E6F}" dt="2023-08-18T07:41:20.292" v="5980"/>
          <ac:spMkLst>
            <pc:docMk/>
            <pc:sldMk cId="2564456597" sldId="314"/>
            <ac:spMk id="202" creationId="{6EDF44DE-4232-2C18-2780-57228C795D0A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208" creationId="{80E3D899-9160-B4CB-CF4D-12DE0384D743}"/>
          </ac:spMkLst>
        </pc:spChg>
        <pc:spChg chg="add del mod">
          <ac:chgData name="SHIVAM PATHAK" userId="98657f1d-a575-4ed8-ae6e-c7768e70acff" providerId="ADAL" clId="{175D4790-8382-4FF6-941E-14A32FEF4E6F}" dt="2023-08-18T07:41:21.254" v="5981"/>
          <ac:spMkLst>
            <pc:docMk/>
            <pc:sldMk cId="2564456597" sldId="314"/>
            <ac:spMk id="209" creationId="{0450CE3B-767A-A906-7A3A-5B71CA395848}"/>
          </ac:spMkLst>
        </pc:spChg>
        <pc:spChg chg="add del mod">
          <ac:chgData name="SHIVAM PATHAK" userId="98657f1d-a575-4ed8-ae6e-c7768e70acff" providerId="ADAL" clId="{175D4790-8382-4FF6-941E-14A32FEF4E6F}" dt="2023-08-18T07:42:08.848" v="5993" actId="478"/>
          <ac:spMkLst>
            <pc:docMk/>
            <pc:sldMk cId="2564456597" sldId="314"/>
            <ac:spMk id="210" creationId="{7612104A-AE5D-2DEE-9088-91979820224A}"/>
          </ac:spMkLst>
        </pc:spChg>
        <pc:spChg chg="add 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211" creationId="{BE5ECCAF-6210-E7E1-8D35-7D800BDCC595}"/>
          </ac:spMkLst>
        </pc:spChg>
        <pc:spChg chg="add mod">
          <ac:chgData name="SHIVAM PATHAK" userId="98657f1d-a575-4ed8-ae6e-c7768e70acff" providerId="ADAL" clId="{175D4790-8382-4FF6-941E-14A32FEF4E6F}" dt="2023-08-18T07:41:26.428" v="5983" actId="571"/>
          <ac:spMkLst>
            <pc:docMk/>
            <pc:sldMk cId="2564456597" sldId="314"/>
            <ac:spMk id="212" creationId="{80293F18-4520-08EB-8FF3-C125AE57F4B2}"/>
          </ac:spMkLst>
        </pc:spChg>
        <pc:spChg chg="add del mod">
          <ac:chgData name="SHIVAM PATHAK" userId="98657f1d-a575-4ed8-ae6e-c7768e70acff" providerId="ADAL" clId="{175D4790-8382-4FF6-941E-14A32FEF4E6F}" dt="2023-08-18T07:41:32.245" v="5985" actId="21"/>
          <ac:spMkLst>
            <pc:docMk/>
            <pc:sldMk cId="2564456597" sldId="314"/>
            <ac:spMk id="213" creationId="{D85E2E54-6B4E-024F-ED7E-762B8BF06074}"/>
          </ac:spMkLst>
        </pc:spChg>
        <pc:spChg chg="add del mod">
          <ac:chgData name="SHIVAM PATHAK" userId="98657f1d-a575-4ed8-ae6e-c7768e70acff" providerId="ADAL" clId="{175D4790-8382-4FF6-941E-14A32FEF4E6F}" dt="2023-08-18T07:41:32.245" v="5985" actId="21"/>
          <ac:spMkLst>
            <pc:docMk/>
            <pc:sldMk cId="2564456597" sldId="314"/>
            <ac:spMk id="214" creationId="{D1D150C1-F5C2-1607-4650-070BA30BC4A3}"/>
          </ac:spMkLst>
        </pc:spChg>
        <pc:spChg chg="add del mod">
          <ac:chgData name="SHIVAM PATHAK" userId="98657f1d-a575-4ed8-ae6e-c7768e70acff" providerId="ADAL" clId="{175D4790-8382-4FF6-941E-14A32FEF4E6F}" dt="2023-08-18T07:41:32.245" v="5985" actId="21"/>
          <ac:spMkLst>
            <pc:docMk/>
            <pc:sldMk cId="2564456597" sldId="314"/>
            <ac:spMk id="215" creationId="{42BDA37A-79B4-67A0-70F9-C0A4ED90BE31}"/>
          </ac:spMkLst>
        </pc:spChg>
        <pc:spChg chg="add del mod">
          <ac:chgData name="SHIVAM PATHAK" userId="98657f1d-a575-4ed8-ae6e-c7768e70acff" providerId="ADAL" clId="{175D4790-8382-4FF6-941E-14A32FEF4E6F}" dt="2023-08-18T07:41:32.245" v="5985" actId="21"/>
          <ac:spMkLst>
            <pc:docMk/>
            <pc:sldMk cId="2564456597" sldId="314"/>
            <ac:spMk id="216" creationId="{A6DF7DBA-18F1-DDFE-2497-F34BA3D0067D}"/>
          </ac:spMkLst>
        </pc:spChg>
        <pc:spChg chg="add del mod">
          <ac:chgData name="SHIVAM PATHAK" userId="98657f1d-a575-4ed8-ae6e-c7768e70acff" providerId="ADAL" clId="{175D4790-8382-4FF6-941E-14A32FEF4E6F}" dt="2023-08-18T07:41:32.245" v="5985" actId="21"/>
          <ac:spMkLst>
            <pc:docMk/>
            <pc:sldMk cId="2564456597" sldId="314"/>
            <ac:spMk id="217" creationId="{131B347C-CBAB-8740-9899-FDD146555E55}"/>
          </ac:spMkLst>
        </pc:spChg>
        <pc:grpChg chg="mod">
          <ac:chgData name="SHIVAM PATHAK" userId="98657f1d-a575-4ed8-ae6e-c7768e70acff" providerId="ADAL" clId="{175D4790-8382-4FF6-941E-14A32FEF4E6F}" dt="2023-08-18T07:42:11.977" v="5995" actId="1076"/>
          <ac:grpSpMkLst>
            <pc:docMk/>
            <pc:sldMk cId="2564456597" sldId="314"/>
            <ac:grpSpMk id="11" creationId="{233EEB0D-F49E-B20D-8CC4-BE2BCAF1874D}"/>
          </ac:grpSpMkLst>
        </pc:grpChg>
        <pc:grpChg chg="add del mod">
          <ac:chgData name="SHIVAM PATHAK" userId="98657f1d-a575-4ed8-ae6e-c7768e70acff" providerId="ADAL" clId="{175D4790-8382-4FF6-941E-14A32FEF4E6F}" dt="2023-08-18T07:41:21.254" v="5981"/>
          <ac:grpSpMkLst>
            <pc:docMk/>
            <pc:sldMk cId="2564456597" sldId="314"/>
            <ac:grpSpMk id="98" creationId="{B46F4172-5FD2-4569-BD29-00B0D1767854}"/>
          </ac:grpSpMkLst>
        </pc:grpChg>
        <pc:grpChg chg="add del mod">
          <ac:chgData name="SHIVAM PATHAK" userId="98657f1d-a575-4ed8-ae6e-c7768e70acff" providerId="ADAL" clId="{175D4790-8382-4FF6-941E-14A32FEF4E6F}" dt="2023-08-18T07:41:21.254" v="5981"/>
          <ac:grpSpMkLst>
            <pc:docMk/>
            <pc:sldMk cId="2564456597" sldId="314"/>
            <ac:grpSpMk id="164" creationId="{8C1D7159-6017-94C1-D66A-8820AA8FDE2B}"/>
          </ac:grpSpMkLst>
        </pc:grpChg>
        <pc:grpChg chg="add del mod">
          <ac:chgData name="SHIVAM PATHAK" userId="98657f1d-a575-4ed8-ae6e-c7768e70acff" providerId="ADAL" clId="{175D4790-8382-4FF6-941E-14A32FEF4E6F}" dt="2023-08-18T07:41:21.254" v="5981"/>
          <ac:grpSpMkLst>
            <pc:docMk/>
            <pc:sldMk cId="2564456597" sldId="314"/>
            <ac:grpSpMk id="177" creationId="{BE28B196-C725-CF75-1901-DAFB0C447399}"/>
          </ac:grpSpMkLst>
        </pc:grpChg>
        <pc:grpChg chg="add del mod">
          <ac:chgData name="SHIVAM PATHAK" userId="98657f1d-a575-4ed8-ae6e-c7768e70acff" providerId="ADAL" clId="{175D4790-8382-4FF6-941E-14A32FEF4E6F}" dt="2023-08-18T07:41:21.254" v="5981"/>
          <ac:grpSpMkLst>
            <pc:docMk/>
            <pc:sldMk cId="2564456597" sldId="314"/>
            <ac:grpSpMk id="190" creationId="{BEF6457A-92B1-8ACD-F35C-8592E9305393}"/>
          </ac:grpSpMkLst>
        </pc:grpChg>
        <pc:grpChg chg="add del mod">
          <ac:chgData name="SHIVAM PATHAK" userId="98657f1d-a575-4ed8-ae6e-c7768e70acff" providerId="ADAL" clId="{175D4790-8382-4FF6-941E-14A32FEF4E6F}" dt="2023-08-18T07:41:21.254" v="5981"/>
          <ac:grpSpMkLst>
            <pc:docMk/>
            <pc:sldMk cId="2564456597" sldId="314"/>
            <ac:grpSpMk id="201" creationId="{854DD207-6BB4-B959-126E-5D5CBFF47B2C}"/>
          </ac:grpSpMkLst>
        </pc:grpChg>
        <pc:graphicFrameChg chg="add del mod">
          <ac:chgData name="SHIVAM PATHAK" userId="98657f1d-a575-4ed8-ae6e-c7768e70acff" providerId="ADAL" clId="{175D4790-8382-4FF6-941E-14A32FEF4E6F}" dt="2023-08-18T07:41:21.254" v="5981"/>
          <ac:graphicFrameMkLst>
            <pc:docMk/>
            <pc:sldMk cId="2564456597" sldId="314"/>
            <ac:graphicFrameMk id="119" creationId="{9F59837E-1A46-D013-2A6D-001412389189}"/>
          </ac:graphicFrameMkLst>
        </pc:graphicFrame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102" creationId="{EF511102-7A22-3485-0471-FA2E87005D50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03" creationId="{95B89BBA-133F-4FB6-40AD-1E6BC037CA77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14" creationId="{F2521E2F-670A-DEFC-B0BC-40C29982C3CD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17" creationId="{B2FFF00C-8241-2EBE-33F6-0DED6A35B979}"/>
          </ac:picMkLst>
        </pc:pic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176" creationId="{8EC6855B-5EB0-0EEF-0521-B34B93BD3CEB}"/>
          </ac:picMkLst>
        </pc:pic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179" creationId="{64C0DC9E-002E-A5AE-4F9C-E72CAE23DAF1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80" creationId="{D9398936-82EE-D222-C19A-AB96D6E142C0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81" creationId="{C699F0E1-DA62-1F59-FE22-51D6AE5B4C82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82" creationId="{9DE05E85-FD65-646F-EE25-4BFEF2E90D47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88" creationId="{7860A358-7F5C-A0D4-E13C-62CDD07CE8A9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89" creationId="{55086927-ACE2-B45C-E1F0-65DC9C783936}"/>
          </ac:picMkLst>
        </pc:pic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192" creationId="{D2EA09C7-B03F-EC2E-8586-15CD78E27A5D}"/>
          </ac:picMkLst>
        </pc:pic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193" creationId="{46CA12C5-F985-6085-96B6-20A37E9E4607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4" creationId="{CB2C4D20-1DBA-5571-856F-18C5C2A24E40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5" creationId="{8792D1F8-F6D9-2D96-5381-0B226D678372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6" creationId="{6A43D2EA-C3DA-74BB-7463-B1DFAA423B37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7" creationId="{2D1EA1EB-5F5E-D2ED-ED69-A653D147338B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8" creationId="{5CC2FEEE-5D65-9CD1-5646-7ED115AAFDC2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199" creationId="{A40D03AA-6C50-6F5F-DF34-854C8E2107FE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200" creationId="{C60E08F7-392B-80F8-2AF5-45C04319D083}"/>
          </ac:picMkLst>
        </pc:picChg>
        <pc:picChg chg="mod">
          <ac:chgData name="SHIVAM PATHAK" userId="98657f1d-a575-4ed8-ae6e-c7768e70acff" providerId="ADAL" clId="{175D4790-8382-4FF6-941E-14A32FEF4E6F}" dt="2023-08-18T07:41:20.292" v="5980"/>
          <ac:picMkLst>
            <pc:docMk/>
            <pc:sldMk cId="2564456597" sldId="314"/>
            <ac:picMk id="203" creationId="{81A39A7E-2591-AD2C-AF00-43B5357D9492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204" creationId="{A753B256-3135-A11A-1B5A-F49BCFAFD7F0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205" creationId="{2F3841E4-173A-7B0F-A8D9-BD878F31A68D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206" creationId="{5A755944-A500-E08F-4F66-362AB911D204}"/>
          </ac:picMkLst>
        </pc:picChg>
        <pc:picChg chg="add del mod">
          <ac:chgData name="SHIVAM PATHAK" userId="98657f1d-a575-4ed8-ae6e-c7768e70acff" providerId="ADAL" clId="{175D4790-8382-4FF6-941E-14A32FEF4E6F}" dt="2023-08-18T07:41:21.254" v="5981"/>
          <ac:picMkLst>
            <pc:docMk/>
            <pc:sldMk cId="2564456597" sldId="314"/>
            <ac:picMk id="207" creationId="{1E4D0EF1-DFCF-D404-23FF-8DAD8E000BE0}"/>
          </ac:picMkLst>
        </pc:picChg>
      </pc:sldChg>
      <pc:sldChg chg="addSp delSp modSp del mod">
        <pc:chgData name="SHIVAM PATHAK" userId="98657f1d-a575-4ed8-ae6e-c7768e70acff" providerId="ADAL" clId="{175D4790-8382-4FF6-941E-14A32FEF4E6F}" dt="2023-08-18T02:33:40.328" v="3003" actId="47"/>
        <pc:sldMkLst>
          <pc:docMk/>
          <pc:sldMk cId="907593752" sldId="315"/>
        </pc:sldMkLst>
        <pc:spChg chg="mod">
          <ac:chgData name="SHIVAM PATHAK" userId="98657f1d-a575-4ed8-ae6e-c7768e70acff" providerId="ADAL" clId="{175D4790-8382-4FF6-941E-14A32FEF4E6F}" dt="2023-08-17T22:59:47.269" v="32" actId="1076"/>
          <ac:spMkLst>
            <pc:docMk/>
            <pc:sldMk cId="907593752" sldId="315"/>
            <ac:spMk id="2" creationId="{A6AA2842-23D1-9D4C-8C34-54F396B0B405}"/>
          </ac:spMkLst>
        </pc:spChg>
        <pc:spChg chg="add mod">
          <ac:chgData name="SHIVAM PATHAK" userId="98657f1d-a575-4ed8-ae6e-c7768e70acff" providerId="ADAL" clId="{175D4790-8382-4FF6-941E-14A32FEF4E6F}" dt="2023-08-17T23:37:18.704" v="179" actId="1076"/>
          <ac:spMkLst>
            <pc:docMk/>
            <pc:sldMk cId="907593752" sldId="315"/>
            <ac:spMk id="3" creationId="{EF3DB338-29AD-96D2-B2B1-88A78D6E6B26}"/>
          </ac:spMkLst>
        </pc:spChg>
        <pc:spChg chg="add mod">
          <ac:chgData name="SHIVAM PATHAK" userId="98657f1d-a575-4ed8-ae6e-c7768e70acff" providerId="ADAL" clId="{175D4790-8382-4FF6-941E-14A32FEF4E6F}" dt="2023-08-17T23:36:20.448" v="175" actId="14100"/>
          <ac:spMkLst>
            <pc:docMk/>
            <pc:sldMk cId="907593752" sldId="315"/>
            <ac:spMk id="4" creationId="{8BC3CF9A-67B0-CB9D-7798-8553A92C29A3}"/>
          </ac:spMkLst>
        </pc:spChg>
        <pc:spChg chg="add mod">
          <ac:chgData name="SHIVAM PATHAK" userId="98657f1d-a575-4ed8-ae6e-c7768e70acff" providerId="ADAL" clId="{175D4790-8382-4FF6-941E-14A32FEF4E6F}" dt="2023-08-17T23:36:29.264" v="178" actId="14100"/>
          <ac:spMkLst>
            <pc:docMk/>
            <pc:sldMk cId="907593752" sldId="315"/>
            <ac:spMk id="5" creationId="{A187E262-D467-3300-3399-2B09B10B5D2C}"/>
          </ac:spMkLst>
        </pc:spChg>
        <pc:spChg chg="add del mod">
          <ac:chgData name="SHIVAM PATHAK" userId="98657f1d-a575-4ed8-ae6e-c7768e70acff" providerId="ADAL" clId="{175D4790-8382-4FF6-941E-14A32FEF4E6F}" dt="2023-08-17T22:59:20.889" v="9" actId="478"/>
          <ac:spMkLst>
            <pc:docMk/>
            <pc:sldMk cId="907593752" sldId="315"/>
            <ac:spMk id="6" creationId="{6F6FDCFA-7E80-4ACC-DBF2-4E1C1F45977D}"/>
          </ac:spMkLst>
        </pc:spChg>
        <pc:spChg chg="add mod">
          <ac:chgData name="SHIVAM PATHAK" userId="98657f1d-a575-4ed8-ae6e-c7768e70acff" providerId="ADAL" clId="{175D4790-8382-4FF6-941E-14A32FEF4E6F}" dt="2023-08-17T23:25:46.617" v="154" actId="1076"/>
          <ac:spMkLst>
            <pc:docMk/>
            <pc:sldMk cId="907593752" sldId="315"/>
            <ac:spMk id="7" creationId="{14C832E4-6713-019B-5D1A-E2311377A462}"/>
          </ac:spMkLst>
        </pc:spChg>
        <pc:spChg chg="add del mod">
          <ac:chgData name="SHIVAM PATHAK" userId="98657f1d-a575-4ed8-ae6e-c7768e70acff" providerId="ADAL" clId="{175D4790-8382-4FF6-941E-14A32FEF4E6F}" dt="2023-08-17T23:00:47.295" v="113" actId="478"/>
          <ac:spMkLst>
            <pc:docMk/>
            <pc:sldMk cId="907593752" sldId="315"/>
            <ac:spMk id="8" creationId="{C6F179CE-1683-37D0-B8AE-9499852D2D25}"/>
          </ac:spMkLst>
        </pc:spChg>
        <pc:spChg chg="add del mod">
          <ac:chgData name="SHIVAM PATHAK" userId="98657f1d-a575-4ed8-ae6e-c7768e70acff" providerId="ADAL" clId="{175D4790-8382-4FF6-941E-14A32FEF4E6F}" dt="2023-08-18T02:33:27.509" v="3001" actId="21"/>
          <ac:spMkLst>
            <pc:docMk/>
            <pc:sldMk cId="907593752" sldId="315"/>
            <ac:spMk id="18" creationId="{80836559-833D-0007-70B1-9285770712AF}"/>
          </ac:spMkLst>
        </pc:spChg>
        <pc:picChg chg="add del mod modCrop">
          <ac:chgData name="SHIVAM PATHAK" userId="98657f1d-a575-4ed8-ae6e-c7768e70acff" providerId="ADAL" clId="{175D4790-8382-4FF6-941E-14A32FEF4E6F}" dt="2023-08-18T02:32:44.577" v="2990" actId="21"/>
          <ac:picMkLst>
            <pc:docMk/>
            <pc:sldMk cId="907593752" sldId="315"/>
            <ac:picMk id="10" creationId="{C87D72BA-FF8B-7D9B-DE92-21548F21A451}"/>
          </ac:picMkLst>
        </pc:picChg>
        <pc:picChg chg="add del mod">
          <ac:chgData name="SHIVAM PATHAK" userId="98657f1d-a575-4ed8-ae6e-c7768e70acff" providerId="ADAL" clId="{175D4790-8382-4FF6-941E-14A32FEF4E6F}" dt="2023-08-18T02:32:53.829" v="2994" actId="21"/>
          <ac:picMkLst>
            <pc:docMk/>
            <pc:sldMk cId="907593752" sldId="315"/>
            <ac:picMk id="12" creationId="{6CF5AAF2-3974-E5D0-6D96-D7A440F7772E}"/>
          </ac:picMkLst>
        </pc:picChg>
        <pc:picChg chg="add del mod">
          <ac:chgData name="SHIVAM PATHAK" userId="98657f1d-a575-4ed8-ae6e-c7768e70acff" providerId="ADAL" clId="{175D4790-8382-4FF6-941E-14A32FEF4E6F}" dt="2023-08-17T23:39:29.715" v="188" actId="478"/>
          <ac:picMkLst>
            <pc:docMk/>
            <pc:sldMk cId="907593752" sldId="315"/>
            <ac:picMk id="14" creationId="{C32FCF75-F1F3-843A-0916-A1E84BB878A7}"/>
          </ac:picMkLst>
        </pc:picChg>
        <pc:picChg chg="add del mod">
          <ac:chgData name="SHIVAM PATHAK" userId="98657f1d-a575-4ed8-ae6e-c7768e70acff" providerId="ADAL" clId="{175D4790-8382-4FF6-941E-14A32FEF4E6F}" dt="2023-08-18T02:33:22.140" v="3000" actId="478"/>
          <ac:picMkLst>
            <pc:docMk/>
            <pc:sldMk cId="907593752" sldId="315"/>
            <ac:picMk id="16" creationId="{CFC56A46-74DB-C67A-8C33-68861CF70F70}"/>
          </ac:picMkLst>
        </pc:picChg>
      </pc:sldChg>
      <pc:sldChg chg="addSp delSp modSp del mod">
        <pc:chgData name="SHIVAM PATHAK" userId="98657f1d-a575-4ed8-ae6e-c7768e70acff" providerId="ADAL" clId="{175D4790-8382-4FF6-941E-14A32FEF4E6F}" dt="2023-08-18T05:09:02.568" v="3358" actId="47"/>
        <pc:sldMkLst>
          <pc:docMk/>
          <pc:sldMk cId="2701717150" sldId="317"/>
        </pc:sldMkLst>
        <pc:spChg chg="mod">
          <ac:chgData name="SHIVAM PATHAK" userId="98657f1d-a575-4ed8-ae6e-c7768e70acff" providerId="ADAL" clId="{175D4790-8382-4FF6-941E-14A32FEF4E6F}" dt="2023-08-18T01:52:55.058" v="1992" actId="1076"/>
          <ac:spMkLst>
            <pc:docMk/>
            <pc:sldMk cId="2701717150" sldId="317"/>
            <ac:spMk id="2" creationId="{A6AA2842-23D1-9D4C-8C34-54F396B0B405}"/>
          </ac:spMkLst>
        </pc:spChg>
        <pc:spChg chg="del mod">
          <ac:chgData name="SHIVAM PATHAK" userId="98657f1d-a575-4ed8-ae6e-c7768e70acff" providerId="ADAL" clId="{175D4790-8382-4FF6-941E-14A32FEF4E6F}" dt="2023-08-18T02:10:12.126" v="2304" actId="478"/>
          <ac:spMkLst>
            <pc:docMk/>
            <pc:sldMk cId="2701717150" sldId="317"/>
            <ac:spMk id="3" creationId="{9CE1D20E-0CBC-474B-B6C7-EE00A80770F4}"/>
          </ac:spMkLst>
        </pc:spChg>
        <pc:spChg chg="del">
          <ac:chgData name="SHIVAM PATHAK" userId="98657f1d-a575-4ed8-ae6e-c7768e70acff" providerId="ADAL" clId="{175D4790-8382-4FF6-941E-14A32FEF4E6F}" dt="2023-08-18T02:10:09.864" v="2303" actId="478"/>
          <ac:spMkLst>
            <pc:docMk/>
            <pc:sldMk cId="2701717150" sldId="317"/>
            <ac:spMk id="4" creationId="{5BA3D02F-09FA-304A-AC09-87C3866D18C5}"/>
          </ac:spMkLst>
        </pc:spChg>
        <pc:spChg chg="add del mod">
          <ac:chgData name="SHIVAM PATHAK" userId="98657f1d-a575-4ed8-ae6e-c7768e70acff" providerId="ADAL" clId="{175D4790-8382-4FF6-941E-14A32FEF4E6F}" dt="2023-08-18T01:59:10.116" v="2150" actId="478"/>
          <ac:spMkLst>
            <pc:docMk/>
            <pc:sldMk cId="2701717150" sldId="317"/>
            <ac:spMk id="7" creationId="{65A70591-9F50-94C6-C9D4-76637870E4F2}"/>
          </ac:spMkLst>
        </pc:spChg>
        <pc:spChg chg="add del mod">
          <ac:chgData name="SHIVAM PATHAK" userId="98657f1d-a575-4ed8-ae6e-c7768e70acff" providerId="ADAL" clId="{175D4790-8382-4FF6-941E-14A32FEF4E6F}" dt="2023-08-18T01:59:11.581" v="2151" actId="478"/>
          <ac:spMkLst>
            <pc:docMk/>
            <pc:sldMk cId="2701717150" sldId="317"/>
            <ac:spMk id="8" creationId="{ADD489B8-8AE8-A93F-35BB-C50FF89C2DD2}"/>
          </ac:spMkLst>
        </pc:spChg>
        <pc:spChg chg="add del mod">
          <ac:chgData name="SHIVAM PATHAK" userId="98657f1d-a575-4ed8-ae6e-c7768e70acff" providerId="ADAL" clId="{175D4790-8382-4FF6-941E-14A32FEF4E6F}" dt="2023-08-18T01:59:06.357" v="2148" actId="478"/>
          <ac:spMkLst>
            <pc:docMk/>
            <pc:sldMk cId="2701717150" sldId="317"/>
            <ac:spMk id="9" creationId="{3C0DDD86-DFB7-DBC1-9FF5-F50BF2C7D81A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10" creationId="{45B3BE8E-49E1-30C2-E014-384705DF6CFD}"/>
          </ac:spMkLst>
        </pc:spChg>
        <pc:spChg chg="add del mod">
          <ac:chgData name="SHIVAM PATHAK" userId="98657f1d-a575-4ed8-ae6e-c7768e70acff" providerId="ADAL" clId="{175D4790-8382-4FF6-941E-14A32FEF4E6F}" dt="2023-08-18T01:57:40.126" v="2091"/>
          <ac:spMkLst>
            <pc:docMk/>
            <pc:sldMk cId="2701717150" sldId="317"/>
            <ac:spMk id="11" creationId="{2B59B059-CE04-518D-0679-90CC1107DA6C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12" creationId="{45FF3C07-A06C-862B-1298-329A49E8EFA8}"/>
          </ac:spMkLst>
        </pc:spChg>
        <pc:spChg chg="add del mod">
          <ac:chgData name="SHIVAM PATHAK" userId="98657f1d-a575-4ed8-ae6e-c7768e70acff" providerId="ADAL" clId="{175D4790-8382-4FF6-941E-14A32FEF4E6F}" dt="2023-08-18T01:58:15.683" v="2112"/>
          <ac:spMkLst>
            <pc:docMk/>
            <pc:sldMk cId="2701717150" sldId="317"/>
            <ac:spMk id="13" creationId="{70C66EF8-3FB6-C569-D48D-8BA054E806FA}"/>
          </ac:spMkLst>
        </pc:spChg>
        <pc:spChg chg="add del mod">
          <ac:chgData name="SHIVAM PATHAK" userId="98657f1d-a575-4ed8-ae6e-c7768e70acff" providerId="ADAL" clId="{175D4790-8382-4FF6-941E-14A32FEF4E6F}" dt="2023-08-18T01:58:03.079" v="2101"/>
          <ac:spMkLst>
            <pc:docMk/>
            <pc:sldMk cId="2701717150" sldId="317"/>
            <ac:spMk id="14" creationId="{1F49FDAD-DB88-85BD-5B9B-628B810115B5}"/>
          </ac:spMkLst>
        </pc:spChg>
        <pc:spChg chg="add del mod">
          <ac:chgData name="SHIVAM PATHAK" userId="98657f1d-a575-4ed8-ae6e-c7768e70acff" providerId="ADAL" clId="{175D4790-8382-4FF6-941E-14A32FEF4E6F}" dt="2023-08-18T01:58:03.079" v="2103"/>
          <ac:spMkLst>
            <pc:docMk/>
            <pc:sldMk cId="2701717150" sldId="317"/>
            <ac:spMk id="15" creationId="{FB05A006-620D-06AE-99C6-43CE1CB10A95}"/>
          </ac:spMkLst>
        </pc:spChg>
        <pc:spChg chg="add del mod">
          <ac:chgData name="SHIVAM PATHAK" userId="98657f1d-a575-4ed8-ae6e-c7768e70acff" providerId="ADAL" clId="{175D4790-8382-4FF6-941E-14A32FEF4E6F}" dt="2023-08-18T01:58:15.683" v="2110"/>
          <ac:spMkLst>
            <pc:docMk/>
            <pc:sldMk cId="2701717150" sldId="317"/>
            <ac:spMk id="16" creationId="{AC98083E-A27E-D0AE-34A4-51D90558F075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17" creationId="{5F3D91DA-F284-7078-2603-AAA1B8F1B2CF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18" creationId="{E6C5175D-15E8-28F7-C715-BF350E4863E0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19" creationId="{0BB10E69-E990-EF26-F3F6-4DF00D017CEE}"/>
          </ac:spMkLst>
        </pc:spChg>
        <pc:spChg chg="add del mod">
          <ac:chgData name="SHIVAM PATHAK" userId="98657f1d-a575-4ed8-ae6e-c7768e70acff" providerId="ADAL" clId="{175D4790-8382-4FF6-941E-14A32FEF4E6F}" dt="2023-08-18T01:59:02.316" v="2146" actId="478"/>
          <ac:spMkLst>
            <pc:docMk/>
            <pc:sldMk cId="2701717150" sldId="317"/>
            <ac:spMk id="20" creationId="{A6E48F7B-A89C-8EAD-5A59-CB2A466E892F}"/>
          </ac:spMkLst>
        </pc:spChg>
        <pc:spChg chg="add del mod">
          <ac:chgData name="SHIVAM PATHAK" userId="98657f1d-a575-4ed8-ae6e-c7768e70acff" providerId="ADAL" clId="{175D4790-8382-4FF6-941E-14A32FEF4E6F}" dt="2023-08-18T01:59:08.298" v="2149" actId="478"/>
          <ac:spMkLst>
            <pc:docMk/>
            <pc:sldMk cId="2701717150" sldId="317"/>
            <ac:spMk id="21" creationId="{F5727A0F-0FB1-6295-AD80-6559153DF182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27" creationId="{17D5EA9A-C7C1-19FF-678C-63B53D16C2D5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28" creationId="{23E62759-EF34-0A36-08CD-A34BACD85F90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29" creationId="{04FA0804-2921-2CA7-9B19-C6783DECD5A5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0" creationId="{BF4F0D2E-0409-9643-DC5B-03C44DDC01AC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1" creationId="{4EDDE438-A48D-707B-902C-BF89C09E936D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2" creationId="{950761B9-57E0-39C1-FD35-BDAAA962A863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3" creationId="{7EFEBBC3-9AC6-2042-8B77-AF6573E2350E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4" creationId="{BDE96F0B-441E-7892-5134-441C335C7A18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5" creationId="{9A2BDEE4-98FF-D1EC-1A95-4B3D50053708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6" creationId="{E8210F79-DAD9-7EF8-4537-8DA556F0C98B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7" creationId="{FB475740-A866-F2BB-39D3-7A3BEB86905C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38" creationId="{94779774-D1D6-37BE-FB7A-CAE73914C5DC}"/>
          </ac:spMkLst>
        </pc:spChg>
        <pc:spChg chg="add del mod">
          <ac:chgData name="SHIVAM PATHAK" userId="98657f1d-a575-4ed8-ae6e-c7768e70acff" providerId="ADAL" clId="{175D4790-8382-4FF6-941E-14A32FEF4E6F}" dt="2023-08-18T02:10:42.313" v="2310"/>
          <ac:spMkLst>
            <pc:docMk/>
            <pc:sldMk cId="2701717150" sldId="317"/>
            <ac:spMk id="39" creationId="{087C56B9-4B78-8266-9AE2-155D53C66D11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40" creationId="{81338CED-1538-975F-4DEB-DBD588C761EA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41" creationId="{0FDC8FEB-AABA-AC12-7CB9-4E4495087A97}"/>
          </ac:spMkLst>
        </pc:spChg>
        <pc:spChg chg="add mod">
          <ac:chgData name="SHIVAM PATHAK" userId="98657f1d-a575-4ed8-ae6e-c7768e70acff" providerId="ADAL" clId="{175D4790-8382-4FF6-941E-14A32FEF4E6F}" dt="2023-08-18T02:26:54.205" v="2907" actId="1076"/>
          <ac:spMkLst>
            <pc:docMk/>
            <pc:sldMk cId="2701717150" sldId="317"/>
            <ac:spMk id="42" creationId="{4ADD2B09-0151-D952-2D8D-A65270D6A7C9}"/>
          </ac:spMkLst>
        </pc:spChg>
        <pc:spChg chg="add mod">
          <ac:chgData name="SHIVAM PATHAK" userId="98657f1d-a575-4ed8-ae6e-c7768e70acff" providerId="ADAL" clId="{175D4790-8382-4FF6-941E-14A32FEF4E6F}" dt="2023-08-18T04:24:33.584" v="3110" actId="13926"/>
          <ac:spMkLst>
            <pc:docMk/>
            <pc:sldMk cId="2701717150" sldId="317"/>
            <ac:spMk id="43" creationId="{3B5C168E-B03C-6292-CDA9-7F1F59613C30}"/>
          </ac:spMkLst>
        </pc:spChg>
        <pc:spChg chg="add mod">
          <ac:chgData name="SHIVAM PATHAK" userId="98657f1d-a575-4ed8-ae6e-c7768e70acff" providerId="ADAL" clId="{175D4790-8382-4FF6-941E-14A32FEF4E6F}" dt="2023-08-18T02:33:33.014" v="3002"/>
          <ac:spMkLst>
            <pc:docMk/>
            <pc:sldMk cId="2701717150" sldId="317"/>
            <ac:spMk id="44" creationId="{8DCD28FF-1092-D0E4-EF96-81F33D849207}"/>
          </ac:spMkLst>
        </pc:spChg>
        <pc:graphicFrameChg chg="add del">
          <ac:chgData name="SHIVAM PATHAK" userId="98657f1d-a575-4ed8-ae6e-c7768e70acff" providerId="ADAL" clId="{175D4790-8382-4FF6-941E-14A32FEF4E6F}" dt="2023-08-18T04:23:53.633" v="3095" actId="478"/>
          <ac:graphicFrameMkLst>
            <pc:docMk/>
            <pc:sldMk cId="2701717150" sldId="317"/>
            <ac:graphicFrameMk id="46" creationId="{4304DD89-EF10-986A-4717-BEE261122F8D}"/>
          </ac:graphicFrameMkLst>
        </pc:graphicFrameChg>
        <pc:graphicFrameChg chg="add del mod modGraphic">
          <ac:chgData name="SHIVAM PATHAK" userId="98657f1d-a575-4ed8-ae6e-c7768e70acff" providerId="ADAL" clId="{175D4790-8382-4FF6-941E-14A32FEF4E6F}" dt="2023-08-18T04:25:29.943" v="3119" actId="21"/>
          <ac:graphicFrameMkLst>
            <pc:docMk/>
            <pc:sldMk cId="2701717150" sldId="317"/>
            <ac:graphicFrameMk id="47" creationId="{B415F698-0C52-5108-1FA7-BBFFD554D29F}"/>
          </ac:graphicFrameMkLst>
        </pc:graphicFrameChg>
        <pc:graphicFrameChg chg="add del mod modGraphic">
          <ac:chgData name="SHIVAM PATHAK" userId="98657f1d-a575-4ed8-ae6e-c7768e70acff" providerId="ADAL" clId="{175D4790-8382-4FF6-941E-14A32FEF4E6F}" dt="2023-08-18T04:28:04.761" v="3140" actId="20577"/>
          <ac:graphicFrameMkLst>
            <pc:docMk/>
            <pc:sldMk cId="2701717150" sldId="317"/>
            <ac:graphicFrameMk id="48" creationId="{FEAC06EE-C2FB-152E-B60C-E9C08F61F12F}"/>
          </ac:graphicFrameMkLst>
        </pc:graphicFrameChg>
        <pc:picChg chg="add del mod">
          <ac:chgData name="SHIVAM PATHAK" userId="98657f1d-a575-4ed8-ae6e-c7768e70acff" providerId="ADAL" clId="{175D4790-8382-4FF6-941E-14A32FEF4E6F}" dt="2023-08-18T02:10:14.088" v="2305" actId="478"/>
          <ac:picMkLst>
            <pc:docMk/>
            <pc:sldMk cId="2701717150" sldId="317"/>
            <ac:picMk id="22" creationId="{1D8F840E-D78D-9162-CDED-85D1DF7F2447}"/>
          </ac:picMkLst>
        </pc:picChg>
        <pc:picChg chg="add del mod">
          <ac:chgData name="SHIVAM PATHAK" userId="98657f1d-a575-4ed8-ae6e-c7768e70acff" providerId="ADAL" clId="{175D4790-8382-4FF6-941E-14A32FEF4E6F}" dt="2023-08-18T01:59:23.705" v="2155" actId="478"/>
          <ac:picMkLst>
            <pc:docMk/>
            <pc:sldMk cId="2701717150" sldId="317"/>
            <ac:picMk id="23" creationId="{210293C8-356C-BDF8-F044-27BD21BE79ED}"/>
          </ac:picMkLst>
        </pc:picChg>
        <pc:picChg chg="add del mod">
          <ac:chgData name="SHIVAM PATHAK" userId="98657f1d-a575-4ed8-ae6e-c7768e70acff" providerId="ADAL" clId="{175D4790-8382-4FF6-941E-14A32FEF4E6F}" dt="2023-08-18T01:59:22.373" v="2154" actId="478"/>
          <ac:picMkLst>
            <pc:docMk/>
            <pc:sldMk cId="2701717150" sldId="317"/>
            <ac:picMk id="24" creationId="{D8EFF745-DE7C-8560-C172-398AAD991F17}"/>
          </ac:picMkLst>
        </pc:picChg>
        <pc:picChg chg="add del mod">
          <ac:chgData name="SHIVAM PATHAK" userId="98657f1d-a575-4ed8-ae6e-c7768e70acff" providerId="ADAL" clId="{175D4790-8382-4FF6-941E-14A32FEF4E6F}" dt="2023-08-18T01:59:25.303" v="2156" actId="478"/>
          <ac:picMkLst>
            <pc:docMk/>
            <pc:sldMk cId="2701717150" sldId="317"/>
            <ac:picMk id="25" creationId="{55505247-5462-DBA1-7851-1DC0C65D8083}"/>
          </ac:picMkLst>
        </pc:picChg>
        <pc:picChg chg="add del mod">
          <ac:chgData name="SHIVAM PATHAK" userId="98657f1d-a575-4ed8-ae6e-c7768e70acff" providerId="ADAL" clId="{175D4790-8382-4FF6-941E-14A32FEF4E6F}" dt="2023-08-18T01:59:17.411" v="2152" actId="478"/>
          <ac:picMkLst>
            <pc:docMk/>
            <pc:sldMk cId="2701717150" sldId="317"/>
            <ac:picMk id="26" creationId="{4283A8B1-402D-3817-8D15-5158F0F921EA}"/>
          </ac:picMkLst>
        </pc:picChg>
        <pc:picChg chg="add del mod">
          <ac:chgData name="SHIVAM PATHAK" userId="98657f1d-a575-4ed8-ae6e-c7768e70acff" providerId="ADAL" clId="{175D4790-8382-4FF6-941E-14A32FEF4E6F}" dt="2023-08-18T04:24:02.993" v="3099" actId="478"/>
          <ac:picMkLst>
            <pc:docMk/>
            <pc:sldMk cId="2701717150" sldId="317"/>
            <ac:picMk id="45" creationId="{CD793B09-B65E-8D17-9971-D11F351A2C4C}"/>
          </ac:picMkLst>
        </pc:picChg>
        <pc:cxnChg chg="add">
          <ac:chgData name="SHIVAM PATHAK" userId="98657f1d-a575-4ed8-ae6e-c7768e70acff" providerId="ADAL" clId="{175D4790-8382-4FF6-941E-14A32FEF4E6F}" dt="2023-08-17T22:54:40.616" v="0" actId="11529"/>
          <ac:cxnSpMkLst>
            <pc:docMk/>
            <pc:sldMk cId="2701717150" sldId="317"/>
            <ac:cxnSpMk id="6" creationId="{4EB3E144-4AA0-A07A-4919-D34D3278C3E5}"/>
          </ac:cxnSpMkLst>
        </pc:cxnChg>
      </pc:sldChg>
      <pc:sldChg chg="addSp delSp modSp mod">
        <pc:chgData name="SHIVAM PATHAK" userId="98657f1d-a575-4ed8-ae6e-c7768e70acff" providerId="ADAL" clId="{175D4790-8382-4FF6-941E-14A32FEF4E6F}" dt="2023-08-18T07:46:00.827" v="6028" actId="108"/>
        <pc:sldMkLst>
          <pc:docMk/>
          <pc:sldMk cId="2580202144" sldId="318"/>
        </pc:sldMkLst>
        <pc:spChg chg="mod">
          <ac:chgData name="SHIVAM PATHAK" userId="98657f1d-a575-4ed8-ae6e-c7768e70acff" providerId="ADAL" clId="{175D4790-8382-4FF6-941E-14A32FEF4E6F}" dt="2023-08-18T02:50:40.574" v="3052" actId="2711"/>
          <ac:spMkLst>
            <pc:docMk/>
            <pc:sldMk cId="2580202144" sldId="318"/>
            <ac:spMk id="5" creationId="{8341088B-5D1E-BC4D-ABAF-1A0E1FF5695A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10" creationId="{27AACEBC-6D3A-270D-6316-F8BC54F78720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11" creationId="{D8D92503-89E1-BEA3-951B-2267F2B7C77D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20" creationId="{A1957A3A-906C-81E0-9042-1821CEF9FB0D}"/>
          </ac:spMkLst>
        </pc:spChg>
        <pc:spChg chg="mod topLvl">
          <ac:chgData name="SHIVAM PATHAK" userId="98657f1d-a575-4ed8-ae6e-c7768e70acff" providerId="ADAL" clId="{175D4790-8382-4FF6-941E-14A32FEF4E6F}" dt="2023-08-18T07:45:43.922" v="6025" actId="404"/>
          <ac:spMkLst>
            <pc:docMk/>
            <pc:sldMk cId="2580202144" sldId="318"/>
            <ac:spMk id="34" creationId="{9607D310-D96E-422F-99C0-06E9DCEC36BC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38" creationId="{1BD343FE-AE70-2DE6-C37B-B544E0D5F705}"/>
          </ac:spMkLst>
        </pc:spChg>
        <pc:spChg chg="mod topLvl">
          <ac:chgData name="SHIVAM PATHAK" userId="98657f1d-a575-4ed8-ae6e-c7768e70acff" providerId="ADAL" clId="{175D4790-8382-4FF6-941E-14A32FEF4E6F}" dt="2023-08-18T07:46:00.827" v="6028" actId="108"/>
          <ac:spMkLst>
            <pc:docMk/>
            <pc:sldMk cId="2580202144" sldId="318"/>
            <ac:spMk id="39" creationId="{9BD06BEB-1AF8-7396-847F-36EF8F56382D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40" creationId="{A2CEE02D-2843-6701-CF8B-1F4207647F3C}"/>
          </ac:spMkLst>
        </pc:spChg>
        <pc:spChg chg="mod topLvl">
          <ac:chgData name="SHIVAM PATHAK" userId="98657f1d-a575-4ed8-ae6e-c7768e70acff" providerId="ADAL" clId="{175D4790-8382-4FF6-941E-14A32FEF4E6F}" dt="2023-08-18T07:45:08.016" v="6017" actId="165"/>
          <ac:spMkLst>
            <pc:docMk/>
            <pc:sldMk cId="2580202144" sldId="318"/>
            <ac:spMk id="41" creationId="{10CA02BE-A611-E0CB-D301-AAF59CF30B63}"/>
          </ac:spMkLst>
        </pc:spChg>
        <pc:spChg chg="mod">
          <ac:chgData name="SHIVAM PATHAK" userId="98657f1d-a575-4ed8-ae6e-c7768e70acff" providerId="ADAL" clId="{175D4790-8382-4FF6-941E-14A32FEF4E6F}" dt="2023-08-18T04:36:21.926" v="3184" actId="20577"/>
          <ac:spMkLst>
            <pc:docMk/>
            <pc:sldMk cId="2580202144" sldId="318"/>
            <ac:spMk id="150" creationId="{7D5A8E8D-5EDB-5C43-AED0-79EB0FA74FF5}"/>
          </ac:spMkLst>
        </pc:spChg>
        <pc:spChg chg="mod">
          <ac:chgData name="SHIVAM PATHAK" userId="98657f1d-a575-4ed8-ae6e-c7768e70acff" providerId="ADAL" clId="{175D4790-8382-4FF6-941E-14A32FEF4E6F}" dt="2023-08-18T05:28:19.427" v="3977" actId="20577"/>
          <ac:spMkLst>
            <pc:docMk/>
            <pc:sldMk cId="2580202144" sldId="318"/>
            <ac:spMk id="206" creationId="{57730987-976A-4540-9E5D-77683893241C}"/>
          </ac:spMkLst>
        </pc:spChg>
        <pc:spChg chg="mod">
          <ac:chgData name="SHIVAM PATHAK" userId="98657f1d-a575-4ed8-ae6e-c7768e70acff" providerId="ADAL" clId="{175D4790-8382-4FF6-941E-14A32FEF4E6F}" dt="2023-08-18T05:26:28.284" v="3802" actId="21"/>
          <ac:spMkLst>
            <pc:docMk/>
            <pc:sldMk cId="2580202144" sldId="318"/>
            <ac:spMk id="207" creationId="{FF0C1C14-351A-B942-93E8-84881106FAC6}"/>
          </ac:spMkLst>
        </pc:spChg>
        <pc:spChg chg="mod">
          <ac:chgData name="SHIVAM PATHAK" userId="98657f1d-a575-4ed8-ae6e-c7768e70acff" providerId="ADAL" clId="{175D4790-8382-4FF6-941E-14A32FEF4E6F}" dt="2023-08-18T05:26:33.297" v="3803"/>
          <ac:spMkLst>
            <pc:docMk/>
            <pc:sldMk cId="2580202144" sldId="318"/>
            <ac:spMk id="209" creationId="{F3C9E123-AF31-B14B-9B1F-EF8940B3C579}"/>
          </ac:spMkLst>
        </pc:spChg>
        <pc:grpChg chg="add del mod">
          <ac:chgData name="SHIVAM PATHAK" userId="98657f1d-a575-4ed8-ae6e-c7768e70acff" providerId="ADAL" clId="{175D4790-8382-4FF6-941E-14A32FEF4E6F}" dt="2023-08-18T07:45:08.016" v="6017" actId="165"/>
          <ac:grpSpMkLst>
            <pc:docMk/>
            <pc:sldMk cId="2580202144" sldId="318"/>
            <ac:grpSpMk id="9" creationId="{461B20CA-DB63-8AA3-DF06-89055FB75732}"/>
          </ac:grpSpMkLst>
        </pc:grpChg>
        <pc:grpChg chg="del">
          <ac:chgData name="SHIVAM PATHAK" userId="98657f1d-a575-4ed8-ae6e-c7768e70acff" providerId="ADAL" clId="{175D4790-8382-4FF6-941E-14A32FEF4E6F}" dt="2023-08-18T07:42:59.426" v="6004" actId="478"/>
          <ac:grpSpMkLst>
            <pc:docMk/>
            <pc:sldMk cId="2580202144" sldId="318"/>
            <ac:grpSpMk id="25" creationId="{69272B1E-D793-FB67-BDAF-1A50ECFFAE71}"/>
          </ac:grpSpMkLst>
        </pc:grpChg>
      </pc:sldChg>
      <pc:sldChg chg="addSp modSp mod">
        <pc:chgData name="SHIVAM PATHAK" userId="98657f1d-a575-4ed8-ae6e-c7768e70acff" providerId="ADAL" clId="{175D4790-8382-4FF6-941E-14A32FEF4E6F}" dt="2023-08-18T00:32:21.712" v="789" actId="1076"/>
        <pc:sldMkLst>
          <pc:docMk/>
          <pc:sldMk cId="982315962" sldId="320"/>
        </pc:sldMkLst>
        <pc:spChg chg="add mod">
          <ac:chgData name="SHIVAM PATHAK" userId="98657f1d-a575-4ed8-ae6e-c7768e70acff" providerId="ADAL" clId="{175D4790-8382-4FF6-941E-14A32FEF4E6F}" dt="2023-08-18T00:30:49.303" v="684" actId="20577"/>
          <ac:spMkLst>
            <pc:docMk/>
            <pc:sldMk cId="982315962" sldId="320"/>
            <ac:spMk id="11" creationId="{38824CC7-7447-9F8A-48EE-A6D297785945}"/>
          </ac:spMkLst>
        </pc:spChg>
        <pc:spChg chg="add mod">
          <ac:chgData name="SHIVAM PATHAK" userId="98657f1d-a575-4ed8-ae6e-c7768e70acff" providerId="ADAL" clId="{175D4790-8382-4FF6-941E-14A32FEF4E6F}" dt="2023-08-18T00:31:01.867" v="716" actId="20577"/>
          <ac:spMkLst>
            <pc:docMk/>
            <pc:sldMk cId="982315962" sldId="320"/>
            <ac:spMk id="12" creationId="{CE755089-7468-A5CC-BEF5-75319EE533E9}"/>
          </ac:spMkLst>
        </pc:spChg>
        <pc:spChg chg="add mod">
          <ac:chgData name="SHIVAM PATHAK" userId="98657f1d-a575-4ed8-ae6e-c7768e70acff" providerId="ADAL" clId="{175D4790-8382-4FF6-941E-14A32FEF4E6F}" dt="2023-08-18T00:31:22.004" v="767" actId="14100"/>
          <ac:spMkLst>
            <pc:docMk/>
            <pc:sldMk cId="982315962" sldId="320"/>
            <ac:spMk id="13" creationId="{FFB7E339-CC86-F6F3-239A-25FA67B52E64}"/>
          </ac:spMkLst>
        </pc:spChg>
        <pc:spChg chg="add mod">
          <ac:chgData name="SHIVAM PATHAK" userId="98657f1d-a575-4ed8-ae6e-c7768e70acff" providerId="ADAL" clId="{175D4790-8382-4FF6-941E-14A32FEF4E6F}" dt="2023-08-18T00:32:21.712" v="789" actId="1076"/>
          <ac:spMkLst>
            <pc:docMk/>
            <pc:sldMk cId="982315962" sldId="320"/>
            <ac:spMk id="14" creationId="{127AAC5E-4E68-88CE-9E8E-98FB05C60CC4}"/>
          </ac:spMkLst>
        </pc:spChg>
      </pc:sldChg>
      <pc:sldChg chg="addSp delSp modSp mod">
        <pc:chgData name="SHIVAM PATHAK" userId="98657f1d-a575-4ed8-ae6e-c7768e70acff" providerId="ADAL" clId="{175D4790-8382-4FF6-941E-14A32FEF4E6F}" dt="2023-08-18T07:48:13.529" v="6046" actId="404"/>
        <pc:sldMkLst>
          <pc:docMk/>
          <pc:sldMk cId="1947640091" sldId="321"/>
        </pc:sldMkLst>
        <pc:spChg chg="mod">
          <ac:chgData name="SHIVAM PATHAK" userId="98657f1d-a575-4ed8-ae6e-c7768e70acff" providerId="ADAL" clId="{175D4790-8382-4FF6-941E-14A32FEF4E6F}" dt="2023-08-18T07:01:42.579" v="5907" actId="20577"/>
          <ac:spMkLst>
            <pc:docMk/>
            <pc:sldMk cId="1947640091" sldId="321"/>
            <ac:spMk id="3" creationId="{080D71E6-2122-0D40-7972-92B9DC14FA22}"/>
          </ac:spMkLst>
        </pc:spChg>
        <pc:spChg chg="add del mod">
          <ac:chgData name="SHIVAM PATHAK" userId="98657f1d-a575-4ed8-ae6e-c7768e70acff" providerId="ADAL" clId="{175D4790-8382-4FF6-941E-14A32FEF4E6F}" dt="2023-08-18T07:41:56.768" v="5990" actId="478"/>
          <ac:spMkLst>
            <pc:docMk/>
            <pc:sldMk cId="1947640091" sldId="321"/>
            <ac:spMk id="6" creationId="{2F5EA748-A69C-FBF3-AE48-E5FF60036262}"/>
          </ac:spMkLst>
        </pc:spChg>
        <pc:spChg chg="add mod">
          <ac:chgData name="SHIVAM PATHAK" userId="98657f1d-a575-4ed8-ae6e-c7768e70acff" providerId="ADAL" clId="{175D4790-8382-4FF6-941E-14A32FEF4E6F}" dt="2023-08-17T23:48:13.333" v="190" actId="21"/>
          <ac:spMkLst>
            <pc:docMk/>
            <pc:sldMk cId="1947640091" sldId="321"/>
            <ac:spMk id="14" creationId="{2F70ACEE-1AFB-3E43-39F0-74DF22155402}"/>
          </ac:spMkLst>
        </pc:spChg>
        <pc:spChg chg="add del mod">
          <ac:chgData name="SHIVAM PATHAK" userId="98657f1d-a575-4ed8-ae6e-c7768e70acff" providerId="ADAL" clId="{175D4790-8382-4FF6-941E-14A32FEF4E6F}" dt="2023-08-18T07:41:56.768" v="5990" actId="478"/>
          <ac:spMkLst>
            <pc:docMk/>
            <pc:sldMk cId="1947640091" sldId="321"/>
            <ac:spMk id="14" creationId="{98B1EBF4-6719-7407-A0B0-E6FBBE0A8076}"/>
          </ac:spMkLst>
        </pc:spChg>
        <pc:spChg chg="add del mod">
          <ac:chgData name="SHIVAM PATHAK" userId="98657f1d-a575-4ed8-ae6e-c7768e70acff" providerId="ADAL" clId="{175D4790-8382-4FF6-941E-14A32FEF4E6F}" dt="2023-08-18T00:18:05.847" v="576" actId="478"/>
          <ac:spMkLst>
            <pc:docMk/>
            <pc:sldMk cId="1947640091" sldId="321"/>
            <ac:spMk id="16" creationId="{CE90B423-6B82-4178-B577-23F278657C20}"/>
          </ac:spMkLst>
        </pc:spChg>
        <pc:spChg chg="add del mod">
          <ac:chgData name="SHIVAM PATHAK" userId="98657f1d-a575-4ed8-ae6e-c7768e70acff" providerId="ADAL" clId="{175D4790-8382-4FF6-941E-14A32FEF4E6F}" dt="2023-08-18T07:41:56.768" v="5990" actId="478"/>
          <ac:spMkLst>
            <pc:docMk/>
            <pc:sldMk cId="1947640091" sldId="321"/>
            <ac:spMk id="16" creationId="{DD9223DA-C39E-DEB4-7028-20CAADC8D323}"/>
          </ac:spMkLst>
        </pc:spChg>
        <pc:spChg chg="add mod">
          <ac:chgData name="SHIVAM PATHAK" userId="98657f1d-a575-4ed8-ae6e-c7768e70acff" providerId="ADAL" clId="{175D4790-8382-4FF6-941E-14A32FEF4E6F}" dt="2023-08-18T05:02:04.920" v="3264" actId="1076"/>
          <ac:spMkLst>
            <pc:docMk/>
            <pc:sldMk cId="1947640091" sldId="321"/>
            <ac:spMk id="17" creationId="{55050067-C8A2-D38F-AEF5-74F2B20ABE70}"/>
          </ac:spMkLst>
        </pc:spChg>
        <pc:spChg chg="add del">
          <ac:chgData name="SHIVAM PATHAK" userId="98657f1d-a575-4ed8-ae6e-c7768e70acff" providerId="ADAL" clId="{175D4790-8382-4FF6-941E-14A32FEF4E6F}" dt="2023-08-18T01:39:35.763" v="1854" actId="22"/>
          <ac:spMkLst>
            <pc:docMk/>
            <pc:sldMk cId="1947640091" sldId="321"/>
            <ac:spMk id="18" creationId="{B3EB041A-7954-C874-CEF9-C9BA20EA097A}"/>
          </ac:spMkLst>
        </pc:spChg>
        <pc:spChg chg="add mod">
          <ac:chgData name="SHIVAM PATHAK" userId="98657f1d-a575-4ed8-ae6e-c7768e70acff" providerId="ADAL" clId="{175D4790-8382-4FF6-941E-14A32FEF4E6F}" dt="2023-08-18T05:03:03.213" v="3265" actId="1076"/>
          <ac:spMkLst>
            <pc:docMk/>
            <pc:sldMk cId="1947640091" sldId="321"/>
            <ac:spMk id="18" creationId="{C7FCAEF5-FAD5-7F89-BB7B-05F36A2470C7}"/>
          </ac:spMkLst>
        </pc:spChg>
        <pc:spChg chg="add mod">
          <ac:chgData name="SHIVAM PATHAK" userId="98657f1d-a575-4ed8-ae6e-c7768e70acff" providerId="ADAL" clId="{175D4790-8382-4FF6-941E-14A32FEF4E6F}" dt="2023-08-18T05:03:03.213" v="3265" actId="1076"/>
          <ac:spMkLst>
            <pc:docMk/>
            <pc:sldMk cId="1947640091" sldId="321"/>
            <ac:spMk id="19" creationId="{3E77B0F7-6E4A-6755-7C3E-5ECC6EA8A591}"/>
          </ac:spMkLst>
        </pc:spChg>
        <pc:spChg chg="add del mod">
          <ac:chgData name="SHIVAM PATHAK" userId="98657f1d-a575-4ed8-ae6e-c7768e70acff" providerId="ADAL" clId="{175D4790-8382-4FF6-941E-14A32FEF4E6F}" dt="2023-08-18T07:41:56.768" v="5990" actId="478"/>
          <ac:spMkLst>
            <pc:docMk/>
            <pc:sldMk cId="1947640091" sldId="321"/>
            <ac:spMk id="20" creationId="{294567B6-E5E6-9930-50CF-116673DD3F20}"/>
          </ac:spMkLst>
        </pc:spChg>
        <pc:spChg chg="add mod">
          <ac:chgData name="SHIVAM PATHAK" userId="98657f1d-a575-4ed8-ae6e-c7768e70acff" providerId="ADAL" clId="{175D4790-8382-4FF6-941E-14A32FEF4E6F}" dt="2023-08-18T06:26:11.743" v="5771" actId="1076"/>
          <ac:spMkLst>
            <pc:docMk/>
            <pc:sldMk cId="1947640091" sldId="321"/>
            <ac:spMk id="21" creationId="{FB963501-5F15-0B9C-C746-416F8A3C78D1}"/>
          </ac:spMkLst>
        </pc:spChg>
        <pc:spChg chg="add del mod">
          <ac:chgData name="SHIVAM PATHAK" userId="98657f1d-a575-4ed8-ae6e-c7768e70acff" providerId="ADAL" clId="{175D4790-8382-4FF6-941E-14A32FEF4E6F}" dt="2023-08-18T07:41:56.768" v="5990" actId="478"/>
          <ac:spMkLst>
            <pc:docMk/>
            <pc:sldMk cId="1947640091" sldId="321"/>
            <ac:spMk id="22" creationId="{18504BE0-A1F5-FDBC-B570-5D978BF0DB1E}"/>
          </ac:spMkLst>
        </pc:spChg>
        <pc:spChg chg="add mod">
          <ac:chgData name="SHIVAM PATHAK" userId="98657f1d-a575-4ed8-ae6e-c7768e70acff" providerId="ADAL" clId="{175D4790-8382-4FF6-941E-14A32FEF4E6F}" dt="2023-08-18T01:58:54.278" v="2145" actId="14100"/>
          <ac:spMkLst>
            <pc:docMk/>
            <pc:sldMk cId="1947640091" sldId="321"/>
            <ac:spMk id="23" creationId="{AE4A9A5F-C510-C1D1-031C-6296C4F749D0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24" creationId="{29205ACD-FF73-36AD-96A0-88D0744222AF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26" creationId="{D42799C8-F1A8-118E-8037-712E56C95AB4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27" creationId="{895C96A6-013D-7308-2303-2F020A1EC7F2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29" creationId="{A767183C-988A-83D1-B13B-965F9A9F9747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35" creationId="{22E81078-3F32-2121-D843-53A521772EFC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42" creationId="{A7A4091A-9BB0-FF27-75C7-377BD9A64773}"/>
          </ac:spMkLst>
        </pc:spChg>
        <pc:spChg chg="mod topLvl">
          <ac:chgData name="SHIVAM PATHAK" userId="98657f1d-a575-4ed8-ae6e-c7768e70acff" providerId="ADAL" clId="{175D4790-8382-4FF6-941E-14A32FEF4E6F}" dt="2023-08-18T07:48:13.529" v="6046" actId="404"/>
          <ac:spMkLst>
            <pc:docMk/>
            <pc:sldMk cId="1947640091" sldId="321"/>
            <ac:spMk id="46" creationId="{6E91EE74-C193-B48F-9B62-C4A58791D414}"/>
          </ac:spMkLst>
        </pc:spChg>
        <pc:spChg chg="mod topLvl">
          <ac:chgData name="SHIVAM PATHAK" userId="98657f1d-a575-4ed8-ae6e-c7768e70acff" providerId="ADAL" clId="{175D4790-8382-4FF6-941E-14A32FEF4E6F}" dt="2023-08-18T07:47:37.796" v="6040" actId="165"/>
          <ac:spMkLst>
            <pc:docMk/>
            <pc:sldMk cId="1947640091" sldId="321"/>
            <ac:spMk id="47" creationId="{167009E1-0B0C-558A-90EB-C16A1F4701C9}"/>
          </ac:spMkLst>
        </pc:spChg>
        <pc:spChg chg="del mod">
          <ac:chgData name="SHIVAM PATHAK" userId="98657f1d-a575-4ed8-ae6e-c7768e70acff" providerId="ADAL" clId="{175D4790-8382-4FF6-941E-14A32FEF4E6F}" dt="2023-08-18T00:18:07.283" v="577" actId="478"/>
          <ac:spMkLst>
            <pc:docMk/>
            <pc:sldMk cId="1947640091" sldId="321"/>
            <ac:spMk id="75" creationId="{28A8AF75-82BF-6448-849B-8176BA7FA94A}"/>
          </ac:spMkLst>
        </pc:spChg>
        <pc:spChg chg="del">
          <ac:chgData name="SHIVAM PATHAK" userId="98657f1d-a575-4ed8-ae6e-c7768e70acff" providerId="ADAL" clId="{175D4790-8382-4FF6-941E-14A32FEF4E6F}" dt="2023-08-18T04:31:04.742" v="3148" actId="478"/>
          <ac:spMkLst>
            <pc:docMk/>
            <pc:sldMk cId="1947640091" sldId="321"/>
            <ac:spMk id="78" creationId="{A2897697-22DB-A741-BAF2-37B0C079EEDB}"/>
          </ac:spMkLst>
        </pc:spChg>
        <pc:spChg chg="mod">
          <ac:chgData name="SHIVAM PATHAK" userId="98657f1d-a575-4ed8-ae6e-c7768e70acff" providerId="ADAL" clId="{175D4790-8382-4FF6-941E-14A32FEF4E6F}" dt="2023-08-18T05:04:28.713" v="3295" actId="20577"/>
          <ac:spMkLst>
            <pc:docMk/>
            <pc:sldMk cId="1947640091" sldId="321"/>
            <ac:spMk id="79" creationId="{E8D130D4-A5C3-6A43-848F-62A53DFF23C3}"/>
          </ac:spMkLst>
        </pc:spChg>
        <pc:spChg chg="del">
          <ac:chgData name="SHIVAM PATHAK" userId="98657f1d-a575-4ed8-ae6e-c7768e70acff" providerId="ADAL" clId="{175D4790-8382-4FF6-941E-14A32FEF4E6F}" dt="2023-08-18T04:30:26.645" v="3141" actId="478"/>
          <ac:spMkLst>
            <pc:docMk/>
            <pc:sldMk cId="1947640091" sldId="321"/>
            <ac:spMk id="80" creationId="{7D3032C8-B18F-8649-940F-75A1DDFCE3F4}"/>
          </ac:spMkLst>
        </pc:spChg>
        <pc:spChg chg="del">
          <ac:chgData name="SHIVAM PATHAK" userId="98657f1d-a575-4ed8-ae6e-c7768e70acff" providerId="ADAL" clId="{175D4790-8382-4FF6-941E-14A32FEF4E6F}" dt="2023-08-18T04:30:28.973" v="3142" actId="478"/>
          <ac:spMkLst>
            <pc:docMk/>
            <pc:sldMk cId="1947640091" sldId="321"/>
            <ac:spMk id="81" creationId="{633F3A57-C378-7E4F-96F9-FB6AE4FF45D1}"/>
          </ac:spMkLst>
        </pc:spChg>
        <pc:spChg chg="del">
          <ac:chgData name="SHIVAM PATHAK" userId="98657f1d-a575-4ed8-ae6e-c7768e70acff" providerId="ADAL" clId="{175D4790-8382-4FF6-941E-14A32FEF4E6F}" dt="2023-08-18T04:30:30.846" v="3143" actId="478"/>
          <ac:spMkLst>
            <pc:docMk/>
            <pc:sldMk cId="1947640091" sldId="321"/>
            <ac:spMk id="82" creationId="{A6EDC331-991C-BF47-B228-E9D6B76E6FC8}"/>
          </ac:spMkLst>
        </pc:spChg>
        <pc:spChg chg="del">
          <ac:chgData name="SHIVAM PATHAK" userId="98657f1d-a575-4ed8-ae6e-c7768e70acff" providerId="ADAL" clId="{175D4790-8382-4FF6-941E-14A32FEF4E6F}" dt="2023-08-18T04:30:32.990" v="3144" actId="478"/>
          <ac:spMkLst>
            <pc:docMk/>
            <pc:sldMk cId="1947640091" sldId="321"/>
            <ac:spMk id="83" creationId="{0ED2E369-0077-9D43-A5A7-83275B419C22}"/>
          </ac:spMkLst>
        </pc:spChg>
        <pc:grpChg chg="add del mod">
          <ac:chgData name="SHIVAM PATHAK" userId="98657f1d-a575-4ed8-ae6e-c7768e70acff" providerId="ADAL" clId="{175D4790-8382-4FF6-941E-14A32FEF4E6F}" dt="2023-08-18T07:47:37.796" v="6040" actId="165"/>
          <ac:grpSpMkLst>
            <pc:docMk/>
            <pc:sldMk cId="1947640091" sldId="321"/>
            <ac:grpSpMk id="23" creationId="{EA36EBAC-DC30-35E6-F827-478294214774}"/>
          </ac:grpSpMkLst>
        </pc:grpChg>
        <pc:grpChg chg="del">
          <ac:chgData name="SHIVAM PATHAK" userId="98657f1d-a575-4ed8-ae6e-c7768e70acff" providerId="ADAL" clId="{175D4790-8382-4FF6-941E-14A32FEF4E6F}" dt="2023-08-18T07:41:47.707" v="5986" actId="478"/>
          <ac:grpSpMkLst>
            <pc:docMk/>
            <pc:sldMk cId="1947640091" sldId="321"/>
            <ac:grpSpMk id="1057" creationId="{E1219A75-5312-EA6D-1C54-E251956C8EC6}"/>
          </ac:grpSpMkLst>
        </pc:grpChg>
        <pc:graphicFrameChg chg="add del mod modGraphic">
          <ac:chgData name="SHIVAM PATHAK" userId="98657f1d-a575-4ed8-ae6e-c7768e70acff" providerId="ADAL" clId="{175D4790-8382-4FF6-941E-14A32FEF4E6F}" dt="2023-08-18T04:25:42.123" v="3123"/>
          <ac:graphicFrameMkLst>
            <pc:docMk/>
            <pc:sldMk cId="1947640091" sldId="321"/>
            <ac:graphicFrameMk id="24" creationId="{A5049289-94CE-0418-082E-86E59B14692F}"/>
          </ac:graphicFrameMkLst>
        </pc:graphicFrameChg>
        <pc:picChg chg="mod">
          <ac:chgData name="SHIVAM PATHAK" userId="98657f1d-a575-4ed8-ae6e-c7768e70acff" providerId="ADAL" clId="{175D4790-8382-4FF6-941E-14A32FEF4E6F}" dt="2023-08-18T05:01:59.857" v="3263" actId="1076"/>
          <ac:picMkLst>
            <pc:docMk/>
            <pc:sldMk cId="1947640091" sldId="321"/>
            <ac:picMk id="4" creationId="{8FD44C9C-DD72-A35C-1F0F-35361F9848E4}"/>
          </ac:picMkLst>
        </pc:picChg>
        <pc:picChg chg="add del mod modCrop">
          <ac:chgData name="SHIVAM PATHAK" userId="98657f1d-a575-4ed8-ae6e-c7768e70acff" providerId="ADAL" clId="{175D4790-8382-4FF6-941E-14A32FEF4E6F}" dt="2023-08-18T04:51:42.626" v="3205" actId="478"/>
          <ac:picMkLst>
            <pc:docMk/>
            <pc:sldMk cId="1947640091" sldId="321"/>
            <ac:picMk id="16" creationId="{3C000488-14EF-F664-1DC4-F81580C8EE01}"/>
          </ac:picMkLst>
        </pc:picChg>
        <pc:picChg chg="add del mod">
          <ac:chgData name="SHIVAM PATHAK" userId="98657f1d-a575-4ed8-ae6e-c7768e70acff" providerId="ADAL" clId="{175D4790-8382-4FF6-941E-14A32FEF4E6F}" dt="2023-08-18T01:40:29.940" v="1860" actId="22"/>
          <ac:picMkLst>
            <pc:docMk/>
            <pc:sldMk cId="1947640091" sldId="321"/>
            <ac:picMk id="20" creationId="{DD390F2F-39D2-02C3-AFA6-E6871C132DA2}"/>
          </ac:picMkLst>
        </pc:picChg>
        <pc:picChg chg="add del mod">
          <ac:chgData name="SHIVAM PATHAK" userId="98657f1d-a575-4ed8-ae6e-c7768e70acff" providerId="ADAL" clId="{175D4790-8382-4FF6-941E-14A32FEF4E6F}" dt="2023-08-18T04:20:05.682" v="3092" actId="21"/>
          <ac:picMkLst>
            <pc:docMk/>
            <pc:sldMk cId="1947640091" sldId="321"/>
            <ac:picMk id="22" creationId="{67AF6C0A-C8DC-08F8-50CB-61B37ED9876F}"/>
          </ac:picMkLst>
        </pc:picChg>
      </pc:sldChg>
      <pc:sldChg chg="new del">
        <pc:chgData name="SHIVAM PATHAK" userId="98657f1d-a575-4ed8-ae6e-c7768e70acff" providerId="ADAL" clId="{175D4790-8382-4FF6-941E-14A32FEF4E6F}" dt="2023-08-17T23:03:52.886" v="116" actId="47"/>
        <pc:sldMkLst>
          <pc:docMk/>
          <pc:sldMk cId="4015611848" sldId="322"/>
        </pc:sldMkLst>
      </pc:sldChg>
      <pc:sldChg chg="addSp delSp modSp new mod">
        <pc:chgData name="SHIVAM PATHAK" userId="98657f1d-a575-4ed8-ae6e-c7768e70acff" providerId="ADAL" clId="{175D4790-8382-4FF6-941E-14A32FEF4E6F}" dt="2023-08-17T23:20:48.463" v="122" actId="1076"/>
        <pc:sldMkLst>
          <pc:docMk/>
          <pc:sldMk cId="1559173159" sldId="323"/>
        </pc:sldMkLst>
        <pc:spChg chg="add mod">
          <ac:chgData name="SHIVAM PATHAK" userId="98657f1d-a575-4ed8-ae6e-c7768e70acff" providerId="ADAL" clId="{175D4790-8382-4FF6-941E-14A32FEF4E6F}" dt="2023-08-17T23:20:48.463" v="122" actId="1076"/>
          <ac:spMkLst>
            <pc:docMk/>
            <pc:sldMk cId="1559173159" sldId="323"/>
            <ac:spMk id="9" creationId="{D46EC336-76A3-EC54-CC58-5C46FFBEB142}"/>
          </ac:spMkLst>
        </pc:spChg>
        <pc:picChg chg="add del">
          <ac:chgData name="SHIVAM PATHAK" userId="98657f1d-a575-4ed8-ae6e-c7768e70acff" providerId="ADAL" clId="{175D4790-8382-4FF6-941E-14A32FEF4E6F}" dt="2023-08-17T23:03:59.091" v="118" actId="478"/>
          <ac:picMkLst>
            <pc:docMk/>
            <pc:sldMk cId="1559173159" sldId="323"/>
            <ac:picMk id="5" creationId="{CEB78EE3-2898-A71D-1829-627232ECCEF1}"/>
          </ac:picMkLst>
        </pc:picChg>
        <pc:picChg chg="add mod">
          <ac:chgData name="SHIVAM PATHAK" userId="98657f1d-a575-4ed8-ae6e-c7768e70acff" providerId="ADAL" clId="{175D4790-8382-4FF6-941E-14A32FEF4E6F}" dt="2023-08-17T23:04:00.856" v="120" actId="1076"/>
          <ac:picMkLst>
            <pc:docMk/>
            <pc:sldMk cId="1559173159" sldId="323"/>
            <ac:picMk id="7" creationId="{90F92D14-8DA0-7C67-FE66-F9A5AD4BD3F8}"/>
          </ac:picMkLst>
        </pc:picChg>
      </pc:sldChg>
      <pc:sldChg chg="addSp delSp modSp mod">
        <pc:chgData name="SHIVAM PATHAK" userId="98657f1d-a575-4ed8-ae6e-c7768e70acff" providerId="ADAL" clId="{175D4790-8382-4FF6-941E-14A32FEF4E6F}" dt="2023-08-18T04:52:36.568" v="3209" actId="478"/>
        <pc:sldMkLst>
          <pc:docMk/>
          <pc:sldMk cId="3671871193" sldId="324"/>
        </pc:sldMkLst>
        <pc:spChg chg="mod">
          <ac:chgData name="SHIVAM PATHAK" userId="98657f1d-a575-4ed8-ae6e-c7768e70acff" providerId="ADAL" clId="{175D4790-8382-4FF6-941E-14A32FEF4E6F}" dt="2023-08-18T04:52:22.366" v="3207" actId="1076"/>
          <ac:spMkLst>
            <pc:docMk/>
            <pc:sldMk cId="3671871193" sldId="324"/>
            <ac:spMk id="2" creationId="{A6AA2842-23D1-9D4C-8C34-54F396B0B405}"/>
          </ac:spMkLst>
        </pc:spChg>
        <pc:spChg chg="mod">
          <ac:chgData name="SHIVAM PATHAK" userId="98657f1d-a575-4ed8-ae6e-c7768e70acff" providerId="ADAL" clId="{175D4790-8382-4FF6-941E-14A32FEF4E6F}" dt="2023-08-18T00:56:15.371" v="1449" actId="165"/>
          <ac:spMkLst>
            <pc:docMk/>
            <pc:sldMk cId="3671871193" sldId="324"/>
            <ac:spMk id="21" creationId="{D6494F22-21E9-2235-F3BA-49706501D18E}"/>
          </ac:spMkLst>
        </pc:spChg>
        <pc:spChg chg="del mod topLvl">
          <ac:chgData name="SHIVAM PATHAK" userId="98657f1d-a575-4ed8-ae6e-c7768e70acff" providerId="ADAL" clId="{175D4790-8382-4FF6-941E-14A32FEF4E6F}" dt="2023-08-18T00:56:17.817" v="1450" actId="478"/>
          <ac:spMkLst>
            <pc:docMk/>
            <pc:sldMk cId="3671871193" sldId="324"/>
            <ac:spMk id="22" creationId="{F474D7D5-8336-713D-5003-34759FF67240}"/>
          </ac:spMkLst>
        </pc:spChg>
        <pc:spChg chg="del mod topLvl">
          <ac:chgData name="SHIVAM PATHAK" userId="98657f1d-a575-4ed8-ae6e-c7768e70acff" providerId="ADAL" clId="{175D4790-8382-4FF6-941E-14A32FEF4E6F}" dt="2023-08-18T00:56:19.238" v="1451" actId="478"/>
          <ac:spMkLst>
            <pc:docMk/>
            <pc:sldMk cId="3671871193" sldId="324"/>
            <ac:spMk id="23" creationId="{E56777AA-8EB1-A8EA-6FF8-071F2D4E62EC}"/>
          </ac:spMkLst>
        </pc:spChg>
        <pc:spChg chg="del mod topLvl">
          <ac:chgData name="SHIVAM PATHAK" userId="98657f1d-a575-4ed8-ae6e-c7768e70acff" providerId="ADAL" clId="{175D4790-8382-4FF6-941E-14A32FEF4E6F}" dt="2023-08-18T00:56:22.443" v="1452" actId="478"/>
          <ac:spMkLst>
            <pc:docMk/>
            <pc:sldMk cId="3671871193" sldId="324"/>
            <ac:spMk id="24" creationId="{051708F0-BBCD-1E73-3659-6AAAC70AB615}"/>
          </ac:spMkLst>
        </pc:spChg>
        <pc:spChg chg="mod">
          <ac:chgData name="SHIVAM PATHAK" userId="98657f1d-a575-4ed8-ae6e-c7768e70acff" providerId="ADAL" clId="{175D4790-8382-4FF6-941E-14A32FEF4E6F}" dt="2023-08-18T02:16:11.923" v="2334" actId="404"/>
          <ac:spMkLst>
            <pc:docMk/>
            <pc:sldMk cId="3671871193" sldId="324"/>
            <ac:spMk id="26" creationId="{1C5FD057-9129-D9B9-4E3D-E0EC4A425C56}"/>
          </ac:spMkLst>
        </pc:spChg>
        <pc:spChg chg="mod">
          <ac:chgData name="SHIVAM PATHAK" userId="98657f1d-a575-4ed8-ae6e-c7768e70acff" providerId="ADAL" clId="{175D4790-8382-4FF6-941E-14A32FEF4E6F}" dt="2023-08-18T00:56:15.371" v="1449" actId="165"/>
          <ac:spMkLst>
            <pc:docMk/>
            <pc:sldMk cId="3671871193" sldId="324"/>
            <ac:spMk id="29" creationId="{DC7D0994-C70A-8066-BEC9-4FCBB6685AEC}"/>
          </ac:spMkLst>
        </pc:spChg>
        <pc:spChg chg="mod">
          <ac:chgData name="SHIVAM PATHAK" userId="98657f1d-a575-4ed8-ae6e-c7768e70acff" providerId="ADAL" clId="{175D4790-8382-4FF6-941E-14A32FEF4E6F}" dt="2023-08-18T02:16:08.725" v="2332" actId="404"/>
          <ac:spMkLst>
            <pc:docMk/>
            <pc:sldMk cId="3671871193" sldId="324"/>
            <ac:spMk id="35" creationId="{E183B17F-09F1-5A6C-EB10-03B9062199FC}"/>
          </ac:spMkLst>
        </pc:spChg>
        <pc:spChg chg="mod">
          <ac:chgData name="SHIVAM PATHAK" userId="98657f1d-a575-4ed8-ae6e-c7768e70acff" providerId="ADAL" clId="{175D4790-8382-4FF6-941E-14A32FEF4E6F}" dt="2023-08-18T00:56:15.371" v="1449" actId="165"/>
          <ac:spMkLst>
            <pc:docMk/>
            <pc:sldMk cId="3671871193" sldId="324"/>
            <ac:spMk id="47" creationId="{FAF7C336-541E-3C59-7007-38A384B5924B}"/>
          </ac:spMkLst>
        </pc:spChg>
        <pc:spChg chg="mod">
          <ac:chgData name="SHIVAM PATHAK" userId="98657f1d-a575-4ed8-ae6e-c7768e70acff" providerId="ADAL" clId="{175D4790-8382-4FF6-941E-14A32FEF4E6F}" dt="2023-08-18T02:16:05.483" v="2330" actId="404"/>
          <ac:spMkLst>
            <pc:docMk/>
            <pc:sldMk cId="3671871193" sldId="324"/>
            <ac:spMk id="51" creationId="{4DB292C1-B76C-80A8-9CD5-7DDABA9A275A}"/>
          </ac:spMkLst>
        </pc:spChg>
        <pc:spChg chg="mod topLvl">
          <ac:chgData name="SHIVAM PATHAK" userId="98657f1d-a575-4ed8-ae6e-c7768e70acff" providerId="ADAL" clId="{175D4790-8382-4FF6-941E-14A32FEF4E6F}" dt="2023-08-18T01:05:01.189" v="1696" actId="1076"/>
          <ac:spMkLst>
            <pc:docMk/>
            <pc:sldMk cId="3671871193" sldId="324"/>
            <ac:spMk id="53" creationId="{CE1C7B71-ECC5-D853-55C3-5C1CFC50F39C}"/>
          </ac:spMkLst>
        </pc:spChg>
        <pc:spChg chg="del mod topLvl">
          <ac:chgData name="SHIVAM PATHAK" userId="98657f1d-a575-4ed8-ae6e-c7768e70acff" providerId="ADAL" clId="{175D4790-8382-4FF6-941E-14A32FEF4E6F}" dt="2023-08-18T02:23:00.309" v="2629" actId="478"/>
          <ac:spMkLst>
            <pc:docMk/>
            <pc:sldMk cId="3671871193" sldId="324"/>
            <ac:spMk id="54" creationId="{898E725D-4240-D10B-C40E-C02F3824F828}"/>
          </ac:spMkLst>
        </pc:spChg>
        <pc:spChg chg="del mod topLvl">
          <ac:chgData name="SHIVAM PATHAK" userId="98657f1d-a575-4ed8-ae6e-c7768e70acff" providerId="ADAL" clId="{175D4790-8382-4FF6-941E-14A32FEF4E6F}" dt="2023-08-18T02:21:07.425" v="2544" actId="478"/>
          <ac:spMkLst>
            <pc:docMk/>
            <pc:sldMk cId="3671871193" sldId="324"/>
            <ac:spMk id="58" creationId="{81175AB3-033F-B2BA-EC7C-2CB01B2644E2}"/>
          </ac:spMkLst>
        </pc:spChg>
        <pc:spChg chg="mod topLvl">
          <ac:chgData name="SHIVAM PATHAK" userId="98657f1d-a575-4ed8-ae6e-c7768e70acff" providerId="ADAL" clId="{175D4790-8382-4FF6-941E-14A32FEF4E6F}" dt="2023-08-18T00:56:49.163" v="1472" actId="1076"/>
          <ac:spMkLst>
            <pc:docMk/>
            <pc:sldMk cId="3671871193" sldId="324"/>
            <ac:spMk id="64" creationId="{5CB3544F-1FE9-D4BC-53B1-12CE8AE46E99}"/>
          </ac:spMkLst>
        </pc:spChg>
        <pc:spChg chg="mod topLvl">
          <ac:chgData name="SHIVAM PATHAK" userId="98657f1d-a575-4ed8-ae6e-c7768e70acff" providerId="ADAL" clId="{175D4790-8382-4FF6-941E-14A32FEF4E6F}" dt="2023-08-18T02:25:06.567" v="2847" actId="113"/>
          <ac:spMkLst>
            <pc:docMk/>
            <pc:sldMk cId="3671871193" sldId="324"/>
            <ac:spMk id="65" creationId="{170865F7-ADC5-A493-E954-20DFD900FB87}"/>
          </ac:spMkLst>
        </pc:spChg>
        <pc:spChg chg="mod topLvl">
          <ac:chgData name="SHIVAM PATHAK" userId="98657f1d-a575-4ed8-ae6e-c7768e70acff" providerId="ADAL" clId="{175D4790-8382-4FF6-941E-14A32FEF4E6F}" dt="2023-08-18T02:30:25.181" v="2986" actId="14100"/>
          <ac:spMkLst>
            <pc:docMk/>
            <pc:sldMk cId="3671871193" sldId="324"/>
            <ac:spMk id="66" creationId="{B67E6A27-7095-1548-5373-92407F8B7B90}"/>
          </ac:spMkLst>
        </pc:spChg>
        <pc:spChg chg="add del mod">
          <ac:chgData name="SHIVAM PATHAK" userId="98657f1d-a575-4ed8-ae6e-c7768e70acff" providerId="ADAL" clId="{175D4790-8382-4FF6-941E-14A32FEF4E6F}" dt="2023-08-18T00:51:32.836" v="1383" actId="478"/>
          <ac:spMkLst>
            <pc:docMk/>
            <pc:sldMk cId="3671871193" sldId="324"/>
            <ac:spMk id="72" creationId="{9B2EE049-FC63-015B-5862-07D7D7FD6E4A}"/>
          </ac:spMkLst>
        </pc:spChg>
        <pc:spChg chg="add del mod">
          <ac:chgData name="SHIVAM PATHAK" userId="98657f1d-a575-4ed8-ae6e-c7768e70acff" providerId="ADAL" clId="{175D4790-8382-4FF6-941E-14A32FEF4E6F}" dt="2023-08-18T00:51:08.285" v="1376" actId="21"/>
          <ac:spMkLst>
            <pc:docMk/>
            <pc:sldMk cId="3671871193" sldId="324"/>
            <ac:spMk id="73" creationId="{00F1D29F-80F4-B5FC-2CB2-51FCFFFBAA72}"/>
          </ac:spMkLst>
        </pc:spChg>
        <pc:spChg chg="add del mod">
          <ac:chgData name="SHIVAM PATHAK" userId="98657f1d-a575-4ed8-ae6e-c7768e70acff" providerId="ADAL" clId="{175D4790-8382-4FF6-941E-14A32FEF4E6F}" dt="2023-08-18T00:51:29.507" v="1381" actId="478"/>
          <ac:spMkLst>
            <pc:docMk/>
            <pc:sldMk cId="3671871193" sldId="324"/>
            <ac:spMk id="74" creationId="{2A688841-DDA7-FBA7-2511-91440406109C}"/>
          </ac:spMkLst>
        </pc:spChg>
        <pc:spChg chg="add del mod">
          <ac:chgData name="SHIVAM PATHAK" userId="98657f1d-a575-4ed8-ae6e-c7768e70acff" providerId="ADAL" clId="{175D4790-8382-4FF6-941E-14A32FEF4E6F}" dt="2023-08-18T00:51:34.380" v="1384" actId="478"/>
          <ac:spMkLst>
            <pc:docMk/>
            <pc:sldMk cId="3671871193" sldId="324"/>
            <ac:spMk id="76" creationId="{044D96A1-AF35-4C5E-0FCB-6CE4EFF63BAE}"/>
          </ac:spMkLst>
        </pc:spChg>
        <pc:spChg chg="add del mod">
          <ac:chgData name="SHIVAM PATHAK" userId="98657f1d-a575-4ed8-ae6e-c7768e70acff" providerId="ADAL" clId="{175D4790-8382-4FF6-941E-14A32FEF4E6F}" dt="2023-08-18T00:51:37.268" v="1385" actId="478"/>
          <ac:spMkLst>
            <pc:docMk/>
            <pc:sldMk cId="3671871193" sldId="324"/>
            <ac:spMk id="77" creationId="{C9BFA15E-7F4B-AEEE-C706-7A70D8AB925A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94" creationId="{9DC3BA72-4024-5A2D-F176-3E86AE86181F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96" creationId="{D9BA604E-46B9-135D-176F-B38B522A3B32}"/>
          </ac:spMkLst>
        </pc:spChg>
        <pc:spChg chg="add del mod">
          <ac:chgData name="SHIVAM PATHAK" userId="98657f1d-a575-4ed8-ae6e-c7768e70acff" providerId="ADAL" clId="{175D4790-8382-4FF6-941E-14A32FEF4E6F}" dt="2023-08-18T01:48:53.006" v="1979" actId="478"/>
          <ac:spMkLst>
            <pc:docMk/>
            <pc:sldMk cId="3671871193" sldId="324"/>
            <ac:spMk id="97" creationId="{C2443AF3-475B-28B2-F5ED-4386613BFD0F}"/>
          </ac:spMkLst>
        </pc:spChg>
        <pc:spChg chg="add del mod">
          <ac:chgData name="SHIVAM PATHAK" userId="98657f1d-a575-4ed8-ae6e-c7768e70acff" providerId="ADAL" clId="{175D4790-8382-4FF6-941E-14A32FEF4E6F}" dt="2023-08-18T01:38:36.347" v="1841"/>
          <ac:spMkLst>
            <pc:docMk/>
            <pc:sldMk cId="3671871193" sldId="324"/>
            <ac:spMk id="98" creationId="{D04AF578-75A4-F11E-27D8-C5717462DBAC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0" creationId="{E1741600-F7DD-DD6F-F263-5B7A18F98EB5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2" creationId="{41EEE1AA-72CE-8C1F-2EAD-6173E642364E}"/>
          </ac:spMkLst>
        </pc:spChg>
        <pc:spChg chg="add del mod">
          <ac:chgData name="SHIVAM PATHAK" userId="98657f1d-a575-4ed8-ae6e-c7768e70acff" providerId="ADAL" clId="{175D4790-8382-4FF6-941E-14A32FEF4E6F}" dt="2023-08-18T01:13:19.208" v="1728" actId="478"/>
          <ac:spMkLst>
            <pc:docMk/>
            <pc:sldMk cId="3671871193" sldId="324"/>
            <ac:spMk id="103" creationId="{E0D06540-8F9E-7854-B289-00A0C3B61A7F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8" creationId="{CD3B2A1A-B048-BE35-9DA4-1BE88F587D37}"/>
          </ac:spMkLst>
        </pc:spChg>
        <pc:spChg chg="add del mod">
          <ac:chgData name="SHIVAM PATHAK" userId="98657f1d-a575-4ed8-ae6e-c7768e70acff" providerId="ADAL" clId="{175D4790-8382-4FF6-941E-14A32FEF4E6F}" dt="2023-08-18T01:42:39.318" v="1888" actId="478"/>
          <ac:spMkLst>
            <pc:docMk/>
            <pc:sldMk cId="3671871193" sldId="324"/>
            <ac:spMk id="109" creationId="{687C6FFE-E825-C9FB-B4B0-B94ABC092875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11" creationId="{1C10B44B-F1D9-AE98-12F7-800A7EFCA80C}"/>
          </ac:spMkLst>
        </pc:spChg>
        <pc:spChg chg="add del mod">
          <ac:chgData name="SHIVAM PATHAK" userId="98657f1d-a575-4ed8-ae6e-c7768e70acff" providerId="ADAL" clId="{175D4790-8382-4FF6-941E-14A32FEF4E6F}" dt="2023-08-18T02:14:58.569" v="2327" actId="478"/>
          <ac:spMkLst>
            <pc:docMk/>
            <pc:sldMk cId="3671871193" sldId="324"/>
            <ac:spMk id="113" creationId="{14374D74-C0CC-0D8D-15AA-2A6CECCF9620}"/>
          </ac:spMkLst>
        </pc:spChg>
        <pc:spChg chg="add del mod">
          <ac:chgData name="SHIVAM PATHAK" userId="98657f1d-a575-4ed8-ae6e-c7768e70acff" providerId="ADAL" clId="{175D4790-8382-4FF6-941E-14A32FEF4E6F}" dt="2023-08-18T01:43:51.016" v="1909" actId="478"/>
          <ac:spMkLst>
            <pc:docMk/>
            <pc:sldMk cId="3671871193" sldId="324"/>
            <ac:spMk id="114" creationId="{4B895B74-5B4A-680D-ED98-496D791D7094}"/>
          </ac:spMkLst>
        </pc:spChg>
        <pc:spChg chg="add del mod">
          <ac:chgData name="SHIVAM PATHAK" userId="98657f1d-a575-4ed8-ae6e-c7768e70acff" providerId="ADAL" clId="{175D4790-8382-4FF6-941E-14A32FEF4E6F}" dt="2023-08-18T01:43:46.295" v="1907" actId="478"/>
          <ac:spMkLst>
            <pc:docMk/>
            <pc:sldMk cId="3671871193" sldId="324"/>
            <ac:spMk id="115" creationId="{BE6315D9-65E4-782D-A878-3CCBF3FCF4A9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18" creationId="{619ED85D-9451-AAAA-5914-36E8D48C2E9F}"/>
          </ac:spMkLst>
        </pc:spChg>
        <pc:spChg chg="add del mod">
          <ac:chgData name="SHIVAM PATHAK" userId="98657f1d-a575-4ed8-ae6e-c7768e70acff" providerId="ADAL" clId="{175D4790-8382-4FF6-941E-14A32FEF4E6F}" dt="2023-08-18T01:44:16.682" v="1916" actId="478"/>
          <ac:spMkLst>
            <pc:docMk/>
            <pc:sldMk cId="3671871193" sldId="324"/>
            <ac:spMk id="119" creationId="{7EF2650C-D3ED-1691-1F96-057D630C7288}"/>
          </ac:spMkLst>
        </pc:spChg>
        <pc:spChg chg="add del mod">
          <ac:chgData name="SHIVAM PATHAK" userId="98657f1d-a575-4ed8-ae6e-c7768e70acff" providerId="ADAL" clId="{175D4790-8382-4FF6-941E-14A32FEF4E6F}" dt="2023-08-18T01:44:26.648" v="1919" actId="478"/>
          <ac:spMkLst>
            <pc:docMk/>
            <pc:sldMk cId="3671871193" sldId="324"/>
            <ac:spMk id="120" creationId="{920C4EF4-DC4B-0614-EA0F-B6F852770390}"/>
          </ac:spMkLst>
        </pc:spChg>
        <pc:spChg chg="add del mod">
          <ac:chgData name="SHIVAM PATHAK" userId="98657f1d-a575-4ed8-ae6e-c7768e70acff" providerId="ADAL" clId="{175D4790-8382-4FF6-941E-14A32FEF4E6F}" dt="2023-08-18T01:44:18.754" v="1917" actId="478"/>
          <ac:spMkLst>
            <pc:docMk/>
            <pc:sldMk cId="3671871193" sldId="324"/>
            <ac:spMk id="121" creationId="{64F3C0AF-962C-08B4-36E4-13FDC5D25533}"/>
          </ac:spMkLst>
        </pc:spChg>
        <pc:spChg chg="mod">
          <ac:chgData name="SHIVAM PATHAK" userId="98657f1d-a575-4ed8-ae6e-c7768e70acff" providerId="ADAL" clId="{175D4790-8382-4FF6-941E-14A32FEF4E6F}" dt="2023-08-18T01:14:07.751" v="1734" actId="208"/>
          <ac:spMkLst>
            <pc:docMk/>
            <pc:sldMk cId="3671871193" sldId="324"/>
            <ac:spMk id="127" creationId="{4FC6E9C9-E601-79BA-C22E-07E0A8EC4468}"/>
          </ac:spMkLst>
        </pc:spChg>
        <pc:spChg chg="add del mod">
          <ac:chgData name="SHIVAM PATHAK" userId="98657f1d-a575-4ed8-ae6e-c7768e70acff" providerId="ADAL" clId="{175D4790-8382-4FF6-941E-14A32FEF4E6F}" dt="2023-08-18T01:13:14.205" v="1726" actId="478"/>
          <ac:spMkLst>
            <pc:docMk/>
            <pc:sldMk cId="3671871193" sldId="324"/>
            <ac:spMk id="1027" creationId="{C1EE86B6-DF12-96D0-F3F1-5190A0BADD54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30" creationId="{0D0BD43E-59A2-DC2C-E793-EAC6E2A24B66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32" creationId="{EB1B0297-419F-0C14-CD67-B0B32A484DE0}"/>
          </ac:spMkLst>
        </pc:spChg>
        <pc:spChg chg="mod">
          <ac:chgData name="SHIVAM PATHAK" userId="98657f1d-a575-4ed8-ae6e-c7768e70acff" providerId="ADAL" clId="{175D4790-8382-4FF6-941E-14A32FEF4E6F}" dt="2023-08-18T00:58:07.421" v="1486"/>
          <ac:spMkLst>
            <pc:docMk/>
            <pc:sldMk cId="3671871193" sldId="324"/>
            <ac:spMk id="1038" creationId="{F64CFD5D-334E-50B3-F4D6-54E421182DAC}"/>
          </ac:spMkLst>
        </pc:spChg>
        <pc:spChg chg="add del mod">
          <ac:chgData name="SHIVAM PATHAK" userId="98657f1d-a575-4ed8-ae6e-c7768e70acff" providerId="ADAL" clId="{175D4790-8382-4FF6-941E-14A32FEF4E6F}" dt="2023-08-18T01:13:11.626" v="1725" actId="478"/>
          <ac:spMkLst>
            <pc:docMk/>
            <pc:sldMk cId="3671871193" sldId="324"/>
            <ac:spMk id="1040" creationId="{9295844D-FC8E-86C9-6337-3A660F35CFAF}"/>
          </ac:spMkLst>
        </pc:spChg>
        <pc:spChg chg="add del mod">
          <ac:chgData name="SHIVAM PATHAK" userId="98657f1d-a575-4ed8-ae6e-c7768e70acff" providerId="ADAL" clId="{175D4790-8382-4FF6-941E-14A32FEF4E6F}" dt="2023-08-18T01:38:36.346" v="1839" actId="478"/>
          <ac:spMkLst>
            <pc:docMk/>
            <pc:sldMk cId="3671871193" sldId="324"/>
            <ac:spMk id="1041" creationId="{90F2DF4F-62B1-A4CB-C912-176C54250AE5}"/>
          </ac:spMkLst>
        </pc:spChg>
        <pc:spChg chg="add mod">
          <ac:chgData name="SHIVAM PATHAK" userId="98657f1d-a575-4ed8-ae6e-c7768e70acff" providerId="ADAL" clId="{175D4790-8382-4FF6-941E-14A32FEF4E6F}" dt="2023-08-18T02:43:03.649" v="3027" actId="1076"/>
          <ac:spMkLst>
            <pc:docMk/>
            <pc:sldMk cId="3671871193" sldId="324"/>
            <ac:spMk id="1057" creationId="{AA772DD4-8B94-044B-DE1B-606E19540536}"/>
          </ac:spMkLst>
        </pc:spChg>
        <pc:spChg chg="add mod">
          <ac:chgData name="SHIVAM PATHAK" userId="98657f1d-a575-4ed8-ae6e-c7768e70acff" providerId="ADAL" clId="{175D4790-8382-4FF6-941E-14A32FEF4E6F}" dt="2023-08-18T02:06:29.700" v="2267" actId="1076"/>
          <ac:spMkLst>
            <pc:docMk/>
            <pc:sldMk cId="3671871193" sldId="324"/>
            <ac:spMk id="1058" creationId="{4179E438-4BDA-366C-F73E-80B7AA410F56}"/>
          </ac:spMkLst>
        </pc:spChg>
        <pc:spChg chg="add del mod">
          <ac:chgData name="SHIVAM PATHAK" userId="98657f1d-a575-4ed8-ae6e-c7768e70acff" providerId="ADAL" clId="{175D4790-8382-4FF6-941E-14A32FEF4E6F}" dt="2023-08-18T01:42:26.408" v="1883" actId="478"/>
          <ac:spMkLst>
            <pc:docMk/>
            <pc:sldMk cId="3671871193" sldId="324"/>
            <ac:spMk id="1059" creationId="{E135794E-85D5-EC95-F018-1B2F9BAD0D05}"/>
          </ac:spMkLst>
        </pc:spChg>
        <pc:spChg chg="add mod">
          <ac:chgData name="SHIVAM PATHAK" userId="98657f1d-a575-4ed8-ae6e-c7768e70acff" providerId="ADAL" clId="{175D4790-8382-4FF6-941E-14A32FEF4E6F}" dt="2023-08-18T02:43:19.778" v="3030" actId="1076"/>
          <ac:spMkLst>
            <pc:docMk/>
            <pc:sldMk cId="3671871193" sldId="324"/>
            <ac:spMk id="1060" creationId="{C2BB9D42-9750-1E63-2417-A9F173381ADF}"/>
          </ac:spMkLst>
        </pc:spChg>
        <pc:spChg chg="del mod topLvl">
          <ac:chgData name="SHIVAM PATHAK" userId="98657f1d-a575-4ed8-ae6e-c7768e70acff" providerId="ADAL" clId="{175D4790-8382-4FF6-941E-14A32FEF4E6F}" dt="2023-08-18T01:02:09.671" v="1562" actId="21"/>
          <ac:spMkLst>
            <pc:docMk/>
            <pc:sldMk cId="3671871193" sldId="324"/>
            <ac:spMk id="1064" creationId="{C1AD4DFA-3C17-BD15-1A12-D6E1C6CF4C7C}"/>
          </ac:spMkLst>
        </pc:spChg>
        <pc:spChg chg="del mod topLvl">
          <ac:chgData name="SHIVAM PATHAK" userId="98657f1d-a575-4ed8-ae6e-c7768e70acff" providerId="ADAL" clId="{175D4790-8382-4FF6-941E-14A32FEF4E6F}" dt="2023-08-18T01:00:36.344" v="1519" actId="21"/>
          <ac:spMkLst>
            <pc:docMk/>
            <pc:sldMk cId="3671871193" sldId="324"/>
            <ac:spMk id="1065" creationId="{0035382D-1A7F-2C9E-0B24-90E94ECEF0F2}"/>
          </ac:spMkLst>
        </pc:spChg>
        <pc:spChg chg="add del mod">
          <ac:chgData name="SHIVAM PATHAK" userId="98657f1d-a575-4ed8-ae6e-c7768e70acff" providerId="ADAL" clId="{175D4790-8382-4FF6-941E-14A32FEF4E6F}" dt="2023-08-18T01:38:55.511" v="1850" actId="478"/>
          <ac:spMkLst>
            <pc:docMk/>
            <pc:sldMk cId="3671871193" sldId="324"/>
            <ac:spMk id="1066" creationId="{8147FC40-E487-5A7E-4556-AB82B713B574}"/>
          </ac:spMkLst>
        </pc:spChg>
        <pc:spChg chg="add del mod">
          <ac:chgData name="SHIVAM PATHAK" userId="98657f1d-a575-4ed8-ae6e-c7768e70acff" providerId="ADAL" clId="{175D4790-8382-4FF6-941E-14A32FEF4E6F}" dt="2023-08-18T01:00:36.344" v="1519" actId="21"/>
          <ac:spMkLst>
            <pc:docMk/>
            <pc:sldMk cId="3671871193" sldId="324"/>
            <ac:spMk id="1067" creationId="{8781CD70-6EB6-8A0E-C366-A9E36C77D586}"/>
          </ac:spMkLst>
        </pc:spChg>
        <pc:spChg chg="add del mod">
          <ac:chgData name="SHIVAM PATHAK" userId="98657f1d-a575-4ed8-ae6e-c7768e70acff" providerId="ADAL" clId="{175D4790-8382-4FF6-941E-14A32FEF4E6F}" dt="2023-08-18T01:44:23.710" v="1918" actId="478"/>
          <ac:spMkLst>
            <pc:docMk/>
            <pc:sldMk cId="3671871193" sldId="324"/>
            <ac:spMk id="1068" creationId="{2699D6C2-DF2D-F230-4AB5-325FAB575564}"/>
          </ac:spMkLst>
        </pc:spChg>
        <pc:spChg chg="add del mod">
          <ac:chgData name="SHIVAM PATHAK" userId="98657f1d-a575-4ed8-ae6e-c7768e70acff" providerId="ADAL" clId="{175D4790-8382-4FF6-941E-14A32FEF4E6F}" dt="2023-08-18T01:44:40.369" v="1925" actId="478"/>
          <ac:spMkLst>
            <pc:docMk/>
            <pc:sldMk cId="3671871193" sldId="324"/>
            <ac:spMk id="1069" creationId="{F6C59FC2-C912-12FE-FCDD-8F0E50573786}"/>
          </ac:spMkLst>
        </pc:spChg>
        <pc:spChg chg="add del mod topLvl">
          <ac:chgData name="SHIVAM PATHAK" userId="98657f1d-a575-4ed8-ae6e-c7768e70acff" providerId="ADAL" clId="{175D4790-8382-4FF6-941E-14A32FEF4E6F}" dt="2023-08-18T00:59:43.889" v="1513" actId="478"/>
          <ac:spMkLst>
            <pc:docMk/>
            <pc:sldMk cId="3671871193" sldId="324"/>
            <ac:spMk id="1071" creationId="{50C391EF-F4FD-E9B9-1792-482B9E869A7B}"/>
          </ac:spMkLst>
        </pc:spChg>
        <pc:spChg chg="add del mod topLvl">
          <ac:chgData name="SHIVAM PATHAK" userId="98657f1d-a575-4ed8-ae6e-c7768e70acff" providerId="ADAL" clId="{175D4790-8382-4FF6-941E-14A32FEF4E6F}" dt="2023-08-18T02:31:22.887" v="2987" actId="478"/>
          <ac:spMkLst>
            <pc:docMk/>
            <pc:sldMk cId="3671871193" sldId="324"/>
            <ac:spMk id="1074" creationId="{04D398DB-9706-CDE0-F544-B785694B3A69}"/>
          </ac:spMkLst>
        </pc:spChg>
        <pc:spChg chg="add del mod topLvl">
          <ac:chgData name="SHIVAM PATHAK" userId="98657f1d-a575-4ed8-ae6e-c7768e70acff" providerId="ADAL" clId="{175D4790-8382-4FF6-941E-14A32FEF4E6F}" dt="2023-08-18T01:03:40.548" v="1574" actId="478"/>
          <ac:spMkLst>
            <pc:docMk/>
            <pc:sldMk cId="3671871193" sldId="324"/>
            <ac:spMk id="1075" creationId="{41DAC7C5-2BC3-BFB3-C66C-721686C38674}"/>
          </ac:spMkLst>
        </pc:spChg>
        <pc:spChg chg="add del mod topLvl">
          <ac:chgData name="SHIVAM PATHAK" userId="98657f1d-a575-4ed8-ae6e-c7768e70acff" providerId="ADAL" clId="{175D4790-8382-4FF6-941E-14A32FEF4E6F}" dt="2023-08-18T00:58:58.084" v="1498" actId="478"/>
          <ac:spMkLst>
            <pc:docMk/>
            <pc:sldMk cId="3671871193" sldId="324"/>
            <ac:spMk id="1077" creationId="{71D16C0C-513D-F6C9-55AE-780CD8C1F6BA}"/>
          </ac:spMkLst>
        </pc:spChg>
        <pc:spChg chg="add del mod">
          <ac:chgData name="SHIVAM PATHAK" userId="98657f1d-a575-4ed8-ae6e-c7768e70acff" providerId="ADAL" clId="{175D4790-8382-4FF6-941E-14A32FEF4E6F}" dt="2023-08-18T01:43:49.482" v="1908" actId="478"/>
          <ac:spMkLst>
            <pc:docMk/>
            <pc:sldMk cId="3671871193" sldId="324"/>
            <ac:spMk id="1079" creationId="{831B01CE-2F31-D275-5500-3FF200D3D9F2}"/>
          </ac:spMkLst>
        </pc:spChg>
        <pc:spChg chg="add mod">
          <ac:chgData name="SHIVAM PATHAK" userId="98657f1d-a575-4ed8-ae6e-c7768e70acff" providerId="ADAL" clId="{175D4790-8382-4FF6-941E-14A32FEF4E6F}" dt="2023-08-18T02:46:28.918" v="3039" actId="1076"/>
          <ac:spMkLst>
            <pc:docMk/>
            <pc:sldMk cId="3671871193" sldId="324"/>
            <ac:spMk id="1080" creationId="{96BFF6AE-FD7C-BC60-5EF4-7AA207BDB22E}"/>
          </ac:spMkLst>
        </pc:spChg>
        <pc:spChg chg="add del mod">
          <ac:chgData name="SHIVAM PATHAK" userId="98657f1d-a575-4ed8-ae6e-c7768e70acff" providerId="ADAL" clId="{175D4790-8382-4FF6-941E-14A32FEF4E6F}" dt="2023-08-18T01:44:35.849" v="1924" actId="478"/>
          <ac:spMkLst>
            <pc:docMk/>
            <pc:sldMk cId="3671871193" sldId="324"/>
            <ac:spMk id="1082" creationId="{31B396CD-82F0-08A1-B6B9-70CFC7D3BF70}"/>
          </ac:spMkLst>
        </pc:spChg>
        <pc:spChg chg="add del mod">
          <ac:chgData name="SHIVAM PATHAK" userId="98657f1d-a575-4ed8-ae6e-c7768e70acff" providerId="ADAL" clId="{175D4790-8382-4FF6-941E-14A32FEF4E6F}" dt="2023-08-18T01:44:42.615" v="1927" actId="478"/>
          <ac:spMkLst>
            <pc:docMk/>
            <pc:sldMk cId="3671871193" sldId="324"/>
            <ac:spMk id="1084" creationId="{082D1D27-9245-1448-6FF8-47844940C9BE}"/>
          </ac:spMkLst>
        </pc:spChg>
        <pc:spChg chg="mod">
          <ac:chgData name="SHIVAM PATHAK" userId="98657f1d-a575-4ed8-ae6e-c7768e70acff" providerId="ADAL" clId="{175D4790-8382-4FF6-941E-14A32FEF4E6F}" dt="2023-08-18T00:59:14.639" v="1504" actId="571"/>
          <ac:spMkLst>
            <pc:docMk/>
            <pc:sldMk cId="3671871193" sldId="324"/>
            <ac:spMk id="2049" creationId="{48CF8B36-2057-7D8A-F796-A392803875B8}"/>
          </ac:spMkLst>
        </pc:spChg>
        <pc:spChg chg="mod">
          <ac:chgData name="SHIVAM PATHAK" userId="98657f1d-a575-4ed8-ae6e-c7768e70acff" providerId="ADAL" clId="{175D4790-8382-4FF6-941E-14A32FEF4E6F}" dt="2023-08-18T00:59:14.639" v="1504" actId="571"/>
          <ac:spMkLst>
            <pc:docMk/>
            <pc:sldMk cId="3671871193" sldId="324"/>
            <ac:spMk id="2051" creationId="{70059B5D-C19F-1C27-CC3C-D596A55E2184}"/>
          </ac:spMkLst>
        </pc:spChg>
        <pc:spChg chg="mod">
          <ac:chgData name="SHIVAM PATHAK" userId="98657f1d-a575-4ed8-ae6e-c7768e70acff" providerId="ADAL" clId="{175D4790-8382-4FF6-941E-14A32FEF4E6F}" dt="2023-08-18T00:59:17.232" v="1505" actId="571"/>
          <ac:spMkLst>
            <pc:docMk/>
            <pc:sldMk cId="3671871193" sldId="324"/>
            <ac:spMk id="2056" creationId="{82D4E87F-11AB-5506-F80E-DB9EE1841F5B}"/>
          </ac:spMkLst>
        </pc:spChg>
        <pc:spChg chg="mod">
          <ac:chgData name="SHIVAM PATHAK" userId="98657f1d-a575-4ed8-ae6e-c7768e70acff" providerId="ADAL" clId="{175D4790-8382-4FF6-941E-14A32FEF4E6F}" dt="2023-08-18T00:59:17.232" v="1505" actId="571"/>
          <ac:spMkLst>
            <pc:docMk/>
            <pc:sldMk cId="3671871193" sldId="324"/>
            <ac:spMk id="2057" creationId="{15146402-1C3B-B0FB-3C90-88E333E8A3CC}"/>
          </ac:spMkLst>
        </pc:spChg>
        <pc:spChg chg="add del mod">
          <ac:chgData name="SHIVAM PATHAK" userId="98657f1d-a575-4ed8-ae6e-c7768e70acff" providerId="ADAL" clId="{175D4790-8382-4FF6-941E-14A32FEF4E6F}" dt="2023-08-18T01:00:22.441" v="1518" actId="21"/>
          <ac:spMkLst>
            <pc:docMk/>
            <pc:sldMk cId="3671871193" sldId="324"/>
            <ac:spMk id="2059" creationId="{59FA112E-7EBD-702E-D98A-5267E56058B1}"/>
          </ac:spMkLst>
        </pc:spChg>
        <pc:spChg chg="add mod">
          <ac:chgData name="SHIVAM PATHAK" userId="98657f1d-a575-4ed8-ae6e-c7768e70acff" providerId="ADAL" clId="{175D4790-8382-4FF6-941E-14A32FEF4E6F}" dt="2023-08-18T01:00:40.639" v="1521" actId="1076"/>
          <ac:spMkLst>
            <pc:docMk/>
            <pc:sldMk cId="3671871193" sldId="324"/>
            <ac:spMk id="2060" creationId="{0EE4F3AE-5406-3C81-8663-10D94AE77317}"/>
          </ac:spMkLst>
        </pc:spChg>
        <pc:spChg chg="add mod">
          <ac:chgData name="SHIVAM PATHAK" userId="98657f1d-a575-4ed8-ae6e-c7768e70acff" providerId="ADAL" clId="{175D4790-8382-4FF6-941E-14A32FEF4E6F}" dt="2023-08-18T01:01:01.834" v="1544" actId="14100"/>
          <ac:spMkLst>
            <pc:docMk/>
            <pc:sldMk cId="3671871193" sldId="324"/>
            <ac:spMk id="2061" creationId="{FF48A136-B179-89B3-F970-528AF210C900}"/>
          </ac:spMkLst>
        </pc:spChg>
        <pc:spChg chg="add del mod">
          <ac:chgData name="SHIVAM PATHAK" userId="98657f1d-a575-4ed8-ae6e-c7768e70acff" providerId="ADAL" clId="{175D4790-8382-4FF6-941E-14A32FEF4E6F}" dt="2023-08-18T01:02:08.749" v="1561"/>
          <ac:spMkLst>
            <pc:docMk/>
            <pc:sldMk cId="3671871193" sldId="324"/>
            <ac:spMk id="2062" creationId="{C3ABCD00-98AC-D844-F0ED-FD94E03DDAC6}"/>
          </ac:spMkLst>
        </pc:spChg>
        <pc:spChg chg="add del mod ord">
          <ac:chgData name="SHIVAM PATHAK" userId="98657f1d-a575-4ed8-ae6e-c7768e70acff" providerId="ADAL" clId="{175D4790-8382-4FF6-941E-14A32FEF4E6F}" dt="2023-08-18T02:31:26.181" v="2989" actId="478"/>
          <ac:spMkLst>
            <pc:docMk/>
            <pc:sldMk cId="3671871193" sldId="324"/>
            <ac:spMk id="2063" creationId="{A2DAD6E7-4D5B-84A9-78F1-0D5B814D965F}"/>
          </ac:spMkLst>
        </pc:spChg>
        <pc:spChg chg="add mod ord">
          <ac:chgData name="SHIVAM PATHAK" userId="98657f1d-a575-4ed8-ae6e-c7768e70acff" providerId="ADAL" clId="{175D4790-8382-4FF6-941E-14A32FEF4E6F}" dt="2023-08-18T01:03:08.693" v="1570" actId="167"/>
          <ac:spMkLst>
            <pc:docMk/>
            <pc:sldMk cId="3671871193" sldId="324"/>
            <ac:spMk id="2065" creationId="{62A86381-8C0F-F02F-35FA-BE3229FC6923}"/>
          </ac:spMkLst>
        </pc:spChg>
        <pc:spChg chg="add mod">
          <ac:chgData name="SHIVAM PATHAK" userId="98657f1d-a575-4ed8-ae6e-c7768e70acff" providerId="ADAL" clId="{175D4790-8382-4FF6-941E-14A32FEF4E6F}" dt="2023-08-18T01:05:11.520" v="1724" actId="20577"/>
          <ac:spMkLst>
            <pc:docMk/>
            <pc:sldMk cId="3671871193" sldId="324"/>
            <ac:spMk id="2066" creationId="{A3192FB1-296F-5AD5-5281-C599267DEE26}"/>
          </ac:spMkLst>
        </pc:spChg>
        <pc:spChg chg="add mod ord">
          <ac:chgData name="SHIVAM PATHAK" userId="98657f1d-a575-4ed8-ae6e-c7768e70acff" providerId="ADAL" clId="{175D4790-8382-4FF6-941E-14A32FEF4E6F}" dt="2023-08-18T02:43:14.919" v="3029" actId="1076"/>
          <ac:spMkLst>
            <pc:docMk/>
            <pc:sldMk cId="3671871193" sldId="324"/>
            <ac:spMk id="2067" creationId="{AC4B528C-75C9-188B-9F3B-46FAE82A608F}"/>
          </ac:spMkLst>
        </pc:spChg>
        <pc:spChg chg="add mod">
          <ac:chgData name="SHIVAM PATHAK" userId="98657f1d-a575-4ed8-ae6e-c7768e70acff" providerId="ADAL" clId="{175D4790-8382-4FF6-941E-14A32FEF4E6F}" dt="2023-08-18T02:02:33.055" v="2209"/>
          <ac:spMkLst>
            <pc:docMk/>
            <pc:sldMk cId="3671871193" sldId="324"/>
            <ac:spMk id="2072" creationId="{AA7BF7B6-BFF8-C141-359D-689987157DC6}"/>
          </ac:spMkLst>
        </pc:spChg>
        <pc:spChg chg="add mod">
          <ac:chgData name="SHIVAM PATHAK" userId="98657f1d-a575-4ed8-ae6e-c7768e70acff" providerId="ADAL" clId="{175D4790-8382-4FF6-941E-14A32FEF4E6F}" dt="2023-08-18T02:43:29.902" v="3031" actId="1076"/>
          <ac:spMkLst>
            <pc:docMk/>
            <pc:sldMk cId="3671871193" sldId="324"/>
            <ac:spMk id="2074" creationId="{965EA5BF-0273-7683-50D8-498463BAAC49}"/>
          </ac:spMkLst>
        </pc:spChg>
        <pc:spChg chg="add mod">
          <ac:chgData name="SHIVAM PATHAK" userId="98657f1d-a575-4ed8-ae6e-c7768e70acff" providerId="ADAL" clId="{175D4790-8382-4FF6-941E-14A32FEF4E6F}" dt="2023-08-18T02:06:55.043" v="2299" actId="113"/>
          <ac:spMkLst>
            <pc:docMk/>
            <pc:sldMk cId="3671871193" sldId="324"/>
            <ac:spMk id="2076" creationId="{18E0B7E4-1BA9-1F90-72B8-825AC01E4514}"/>
          </ac:spMkLst>
        </pc:spChg>
        <pc:spChg chg="mod">
          <ac:chgData name="SHIVAM PATHAK" userId="98657f1d-a575-4ed8-ae6e-c7768e70acff" providerId="ADAL" clId="{175D4790-8382-4FF6-941E-14A32FEF4E6F}" dt="2023-08-18T02:16:15.256" v="2335"/>
          <ac:spMkLst>
            <pc:docMk/>
            <pc:sldMk cId="3671871193" sldId="324"/>
            <ac:spMk id="2078" creationId="{369B5139-26C9-9FB7-B09A-E034B274A5F0}"/>
          </ac:spMkLst>
        </pc:spChg>
        <pc:spChg chg="mod">
          <ac:chgData name="SHIVAM PATHAK" userId="98657f1d-a575-4ed8-ae6e-c7768e70acff" providerId="ADAL" clId="{175D4790-8382-4FF6-941E-14A32FEF4E6F}" dt="2023-08-18T02:16:22.579" v="2344" actId="20577"/>
          <ac:spMkLst>
            <pc:docMk/>
            <pc:sldMk cId="3671871193" sldId="324"/>
            <ac:spMk id="2079" creationId="{9618EFC8-0782-7A1F-9B45-8259B0C82783}"/>
          </ac:spMkLst>
        </pc:spChg>
        <pc:spChg chg="add mod">
          <ac:chgData name="SHIVAM PATHAK" userId="98657f1d-a575-4ed8-ae6e-c7768e70acff" providerId="ADAL" clId="{175D4790-8382-4FF6-941E-14A32FEF4E6F}" dt="2023-08-18T02:20:57.677" v="2541" actId="1076"/>
          <ac:spMkLst>
            <pc:docMk/>
            <pc:sldMk cId="3671871193" sldId="324"/>
            <ac:spMk id="2081" creationId="{1E41E9D2-58D5-0536-059A-E6A3DC9AA65A}"/>
          </ac:spMkLst>
        </pc:spChg>
        <pc:spChg chg="add mod">
          <ac:chgData name="SHIVAM PATHAK" userId="98657f1d-a575-4ed8-ae6e-c7768e70acff" providerId="ADAL" clId="{175D4790-8382-4FF6-941E-14A32FEF4E6F}" dt="2023-08-18T02:47:22.064" v="3044" actId="1076"/>
          <ac:spMkLst>
            <pc:docMk/>
            <pc:sldMk cId="3671871193" sldId="324"/>
            <ac:spMk id="2082" creationId="{08BD93AA-A223-B786-C3D4-56AF83B5A93C}"/>
          </ac:spMkLst>
        </pc:spChg>
        <pc:spChg chg="add del mod">
          <ac:chgData name="SHIVAM PATHAK" userId="98657f1d-a575-4ed8-ae6e-c7768e70acff" providerId="ADAL" clId="{175D4790-8382-4FF6-941E-14A32FEF4E6F}" dt="2023-08-18T02:19:34.801" v="2537" actId="478"/>
          <ac:spMkLst>
            <pc:docMk/>
            <pc:sldMk cId="3671871193" sldId="324"/>
            <ac:spMk id="2083" creationId="{05F583B1-EAD9-EEB4-92BD-3FE7398D6FE5}"/>
          </ac:spMkLst>
        </pc:spChg>
        <pc:spChg chg="add del mod">
          <ac:chgData name="SHIVAM PATHAK" userId="98657f1d-a575-4ed8-ae6e-c7768e70acff" providerId="ADAL" clId="{175D4790-8382-4FF6-941E-14A32FEF4E6F}" dt="2023-08-18T02:19:33.196" v="2536" actId="478"/>
          <ac:spMkLst>
            <pc:docMk/>
            <pc:sldMk cId="3671871193" sldId="324"/>
            <ac:spMk id="2084" creationId="{FB6A1F68-BE18-37CD-293C-385EBF7A8F02}"/>
          </ac:spMkLst>
        </pc:spChg>
        <pc:spChg chg="add mod">
          <ac:chgData name="SHIVAM PATHAK" userId="98657f1d-a575-4ed8-ae6e-c7768e70acff" providerId="ADAL" clId="{175D4790-8382-4FF6-941E-14A32FEF4E6F}" dt="2023-08-18T02:46:24.731" v="3038" actId="1076"/>
          <ac:spMkLst>
            <pc:docMk/>
            <pc:sldMk cId="3671871193" sldId="324"/>
            <ac:spMk id="2130" creationId="{88234740-945D-436A-E3A0-09FF84F37F06}"/>
          </ac:spMkLst>
        </pc:spChg>
        <pc:spChg chg="add del mod">
          <ac:chgData name="SHIVAM PATHAK" userId="98657f1d-a575-4ed8-ae6e-c7768e70acff" providerId="ADAL" clId="{175D4790-8382-4FF6-941E-14A32FEF4E6F}" dt="2023-08-18T04:52:36.568" v="3209" actId="478"/>
          <ac:spMkLst>
            <pc:docMk/>
            <pc:sldMk cId="3671871193" sldId="324"/>
            <ac:spMk id="2145" creationId="{71E952AC-FF72-5C0A-6FF3-E5E8E5C962F3}"/>
          </ac:spMkLst>
        </pc:spChg>
        <pc:grpChg chg="mod topLvl">
          <ac:chgData name="SHIVAM PATHAK" userId="98657f1d-a575-4ed8-ae6e-c7768e70acff" providerId="ADAL" clId="{175D4790-8382-4FF6-941E-14A32FEF4E6F}" dt="2023-08-18T00:56:15.371" v="1449" actId="165"/>
          <ac:grpSpMkLst>
            <pc:docMk/>
            <pc:sldMk cId="3671871193" sldId="324"/>
            <ac:grpSpMk id="27" creationId="{34A9CEB8-C9B7-A7B6-E99B-0F1AAFAEC0F7}"/>
          </ac:grpSpMkLst>
        </pc:grpChg>
        <pc:grpChg chg="mod topLvl">
          <ac:chgData name="SHIVAM PATHAK" userId="98657f1d-a575-4ed8-ae6e-c7768e70acff" providerId="ADAL" clId="{175D4790-8382-4FF6-941E-14A32FEF4E6F}" dt="2023-08-18T00:56:15.371" v="1449" actId="165"/>
          <ac:grpSpMkLst>
            <pc:docMk/>
            <pc:sldMk cId="3671871193" sldId="324"/>
            <ac:grpSpMk id="42" creationId="{431A0BAC-B3B5-6214-7F39-AE1D443250F2}"/>
          </ac:grpSpMkLst>
        </pc:grpChg>
        <pc:grpChg chg="mod topLvl">
          <ac:chgData name="SHIVAM PATHAK" userId="98657f1d-a575-4ed8-ae6e-c7768e70acff" providerId="ADAL" clId="{175D4790-8382-4FF6-941E-14A32FEF4E6F}" dt="2023-08-18T02:15:09.360" v="2328" actId="14100"/>
          <ac:grpSpMkLst>
            <pc:docMk/>
            <pc:sldMk cId="3671871193" sldId="324"/>
            <ac:grpSpMk id="46" creationId="{D1E0AE55-1D32-7763-BA58-3D1A3C8271DF}"/>
          </ac:grpSpMkLst>
        </pc:grpChg>
        <pc:grpChg chg="add del mod">
          <ac:chgData name="SHIVAM PATHAK" userId="98657f1d-a575-4ed8-ae6e-c7768e70acff" providerId="ADAL" clId="{175D4790-8382-4FF6-941E-14A32FEF4E6F}" dt="2023-08-18T00:56:15.371" v="1449" actId="165"/>
          <ac:grpSpMkLst>
            <pc:docMk/>
            <pc:sldMk cId="3671871193" sldId="324"/>
            <ac:grpSpMk id="84" creationId="{E3B5A38D-1CBB-D2CF-7FD6-F759FF342171}"/>
          </ac:grpSpMkLst>
        </pc:grpChg>
        <pc:grpChg chg="add del mod">
          <ac:chgData name="SHIVAM PATHAK" userId="98657f1d-a575-4ed8-ae6e-c7768e70acff" providerId="ADAL" clId="{175D4790-8382-4FF6-941E-14A32FEF4E6F}" dt="2023-08-18T01:01:17.958" v="1546" actId="478"/>
          <ac:grpSpMkLst>
            <pc:docMk/>
            <pc:sldMk cId="3671871193" sldId="324"/>
            <ac:grpSpMk id="93" creationId="{808DBF2C-0C3A-F54A-A8B0-6813DC0BC239}"/>
          </ac:grpSpMkLst>
        </pc:grpChg>
        <pc:grpChg chg="add del mod">
          <ac:chgData name="SHIVAM PATHAK" userId="98657f1d-a575-4ed8-ae6e-c7768e70acff" providerId="ADAL" clId="{175D4790-8382-4FF6-941E-14A32FEF4E6F}" dt="2023-08-18T01:01:33.787" v="1554" actId="478"/>
          <ac:grpSpMkLst>
            <pc:docMk/>
            <pc:sldMk cId="3671871193" sldId="324"/>
            <ac:grpSpMk id="99" creationId="{B098C2A0-BF6F-DC47-FCCE-D4C038029706}"/>
          </ac:grpSpMkLst>
        </pc:grpChg>
        <pc:grpChg chg="add del mod">
          <ac:chgData name="SHIVAM PATHAK" userId="98657f1d-a575-4ed8-ae6e-c7768e70acff" providerId="ADAL" clId="{175D4790-8382-4FF6-941E-14A32FEF4E6F}" dt="2023-08-18T01:42:29.823" v="1884" actId="478"/>
          <ac:grpSpMkLst>
            <pc:docMk/>
            <pc:sldMk cId="3671871193" sldId="324"/>
            <ac:grpSpMk id="104" creationId="{A32674B5-CEA0-2D7E-4213-8ED649CC1A05}"/>
          </ac:grpSpMkLst>
        </pc:grpChg>
        <pc:grpChg chg="add del mod">
          <ac:chgData name="SHIVAM PATHAK" userId="98657f1d-a575-4ed8-ae6e-c7768e70acff" providerId="ADAL" clId="{175D4790-8382-4FF6-941E-14A32FEF4E6F}" dt="2023-08-18T01:42:35.441" v="1887" actId="478"/>
          <ac:grpSpMkLst>
            <pc:docMk/>
            <pc:sldMk cId="3671871193" sldId="324"/>
            <ac:grpSpMk id="110" creationId="{C2FF47C7-C0FB-9184-055B-10F4021609BE}"/>
          </ac:grpSpMkLst>
        </pc:grpChg>
        <pc:grpChg chg="add del mod">
          <ac:chgData name="SHIVAM PATHAK" userId="98657f1d-a575-4ed8-ae6e-c7768e70acff" providerId="ADAL" clId="{175D4790-8382-4FF6-941E-14A32FEF4E6F}" dt="2023-08-18T01:44:13.236" v="1915" actId="478"/>
          <ac:grpSpMkLst>
            <pc:docMk/>
            <pc:sldMk cId="3671871193" sldId="324"/>
            <ac:grpSpMk id="116" creationId="{77E1354C-E34F-2631-6F7E-C6C587DD08B4}"/>
          </ac:grpSpMkLst>
        </pc:grpChg>
        <pc:grpChg chg="add del mod">
          <ac:chgData name="SHIVAM PATHAK" userId="98657f1d-a575-4ed8-ae6e-c7768e70acff" providerId="ADAL" clId="{175D4790-8382-4FF6-941E-14A32FEF4E6F}" dt="2023-08-18T01:14:25.434" v="1735" actId="478"/>
          <ac:grpSpMkLst>
            <pc:docMk/>
            <pc:sldMk cId="3671871193" sldId="324"/>
            <ac:grpSpMk id="122" creationId="{4E059B1C-FD0A-48CD-BA39-5F223068371A}"/>
          </ac:grpSpMkLst>
        </pc:grpChg>
        <pc:grpChg chg="add del mod">
          <ac:chgData name="SHIVAM PATHAK" userId="98657f1d-a575-4ed8-ae6e-c7768e70acff" providerId="ADAL" clId="{175D4790-8382-4FF6-941E-14A32FEF4E6F}" dt="2023-08-18T01:01:44.345" v="1559" actId="478"/>
          <ac:grpSpMkLst>
            <pc:docMk/>
            <pc:sldMk cId="3671871193" sldId="324"/>
            <ac:grpSpMk id="1028" creationId="{07504BEE-60A8-FDD5-8D97-A511CF4F33B4}"/>
          </ac:grpSpMkLst>
        </pc:grpChg>
        <pc:grpChg chg="add del mod">
          <ac:chgData name="SHIVAM PATHAK" userId="98657f1d-a575-4ed8-ae6e-c7768e70acff" providerId="ADAL" clId="{175D4790-8382-4FF6-941E-14A32FEF4E6F}" dt="2023-08-18T01:42:32.561" v="1886" actId="478"/>
          <ac:grpSpMkLst>
            <pc:docMk/>
            <pc:sldMk cId="3671871193" sldId="324"/>
            <ac:grpSpMk id="1042" creationId="{6AAC8755-337A-9620-EC6A-5F1A03743ABD}"/>
          </ac:grpSpMkLst>
        </pc:grpChg>
        <pc:grpChg chg="add del mod">
          <ac:chgData name="SHIVAM PATHAK" userId="98657f1d-a575-4ed8-ae6e-c7768e70acff" providerId="ADAL" clId="{175D4790-8382-4FF6-941E-14A32FEF4E6F}" dt="2023-08-18T01:00:17.738" v="1516" actId="165"/>
          <ac:grpSpMkLst>
            <pc:docMk/>
            <pc:sldMk cId="3671871193" sldId="324"/>
            <ac:grpSpMk id="1061" creationId="{B81E0CDD-84D5-2455-D2D4-1A0FB2FCE899}"/>
          </ac:grpSpMkLst>
        </pc:grpChg>
        <pc:grpChg chg="add del mod">
          <ac:chgData name="SHIVAM PATHAK" userId="98657f1d-a575-4ed8-ae6e-c7768e70acff" providerId="ADAL" clId="{175D4790-8382-4FF6-941E-14A32FEF4E6F}" dt="2023-08-18T00:58:50.698" v="1495" actId="165"/>
          <ac:grpSpMkLst>
            <pc:docMk/>
            <pc:sldMk cId="3671871193" sldId="324"/>
            <ac:grpSpMk id="1070" creationId="{2851E9A9-0486-2BC9-BC07-82A80E4008AD}"/>
          </ac:grpSpMkLst>
        </pc:grpChg>
        <pc:grpChg chg="add del mod">
          <ac:chgData name="SHIVAM PATHAK" userId="98657f1d-a575-4ed8-ae6e-c7768e70acff" providerId="ADAL" clId="{175D4790-8382-4FF6-941E-14A32FEF4E6F}" dt="2023-08-18T01:03:35.047" v="1573" actId="165"/>
          <ac:grpSpMkLst>
            <pc:docMk/>
            <pc:sldMk cId="3671871193" sldId="324"/>
            <ac:grpSpMk id="1086" creationId="{CF4E8315-4711-5B7C-8FA3-D585E49BA543}"/>
          </ac:grpSpMkLst>
        </pc:grpChg>
        <pc:grpChg chg="add mod">
          <ac:chgData name="SHIVAM PATHAK" userId="98657f1d-a575-4ed8-ae6e-c7768e70acff" providerId="ADAL" clId="{175D4790-8382-4FF6-941E-14A32FEF4E6F}" dt="2023-08-18T00:59:14.639" v="1504" actId="571"/>
          <ac:grpSpMkLst>
            <pc:docMk/>
            <pc:sldMk cId="3671871193" sldId="324"/>
            <ac:grpSpMk id="1087" creationId="{D1DF311D-EAB9-7C34-F61A-BD91F7AE733B}"/>
          </ac:grpSpMkLst>
        </pc:grpChg>
        <pc:grpChg chg="add del mod">
          <ac:chgData name="SHIVAM PATHAK" userId="98657f1d-a575-4ed8-ae6e-c7768e70acff" providerId="ADAL" clId="{175D4790-8382-4FF6-941E-14A32FEF4E6F}" dt="2023-08-18T00:59:36.829" v="1509" actId="478"/>
          <ac:grpSpMkLst>
            <pc:docMk/>
            <pc:sldMk cId="3671871193" sldId="324"/>
            <ac:grpSpMk id="2054" creationId="{E0844342-9C60-7AC6-A34B-6049FDE09264}"/>
          </ac:grpSpMkLst>
        </pc:grpChg>
        <pc:grpChg chg="add mod">
          <ac:chgData name="SHIVAM PATHAK" userId="98657f1d-a575-4ed8-ae6e-c7768e70acff" providerId="ADAL" clId="{175D4790-8382-4FF6-941E-14A32FEF4E6F}" dt="2023-08-18T02:16:19.672" v="2336" actId="1076"/>
          <ac:grpSpMkLst>
            <pc:docMk/>
            <pc:sldMk cId="3671871193" sldId="324"/>
            <ac:grpSpMk id="2077" creationId="{8C4E3A14-B8B2-3C5D-135D-D31FC5C4F0DC}"/>
          </ac:grpSpMkLst>
        </pc:grpChg>
        <pc:picChg chg="mod topLvl">
          <ac:chgData name="SHIVAM PATHAK" userId="98657f1d-a575-4ed8-ae6e-c7768e70acff" providerId="ADAL" clId="{175D4790-8382-4FF6-941E-14A32FEF4E6F}" dt="2023-08-18T02:33:09.092" v="2999" actId="14100"/>
          <ac:picMkLst>
            <pc:docMk/>
            <pc:sldMk cId="3671871193" sldId="324"/>
            <ac:picMk id="67" creationId="{62939CE7-60E8-C5A3-5E0E-C4923E8DAAD9}"/>
          </ac:picMkLst>
        </pc:picChg>
        <pc:picChg chg="add del">
          <ac:chgData name="SHIVAM PATHAK" userId="98657f1d-a575-4ed8-ae6e-c7768e70acff" providerId="ADAL" clId="{175D4790-8382-4FF6-941E-14A32FEF4E6F}" dt="2023-08-18T00:40:58.621" v="791" actId="22"/>
          <ac:picMkLst>
            <pc:docMk/>
            <pc:sldMk cId="3671871193" sldId="324"/>
            <ac:picMk id="69" creationId="{962D5786-0143-4871-CA92-BC1757852539}"/>
          </ac:picMkLst>
        </pc:picChg>
        <pc:picChg chg="add del mod">
          <ac:chgData name="SHIVAM PATHAK" userId="98657f1d-a575-4ed8-ae6e-c7768e70acff" providerId="ADAL" clId="{175D4790-8382-4FF6-941E-14A32FEF4E6F}" dt="2023-08-18T00:50:09.347" v="1366" actId="478"/>
          <ac:picMkLst>
            <pc:docMk/>
            <pc:sldMk cId="3671871193" sldId="324"/>
            <ac:picMk id="71" creationId="{39036E5F-2006-E966-5509-65058258DB01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95" creationId="{9DD0184D-B1B5-4C4D-32C0-289557DCDEE8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1" creationId="{45B8D11A-3861-DF5E-878B-28E4E15C3866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5" creationId="{0F874C76-8DCC-FD41-D9BB-5119CBD6F4A7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6" creationId="{5F8AAF21-6673-32C9-64F2-1B9A56598683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7" creationId="{1825C474-3908-50B0-8E58-882F01510027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12" creationId="{BC548D35-AEB6-7FDF-19CC-F42FA9873244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17" creationId="{97D1D649-62F2-DC0C-EB94-0DCAC0CED520}"/>
          </ac:picMkLst>
        </pc:picChg>
        <pc:picChg chg="mod">
          <ac:chgData name="SHIVAM PATHAK" userId="98657f1d-a575-4ed8-ae6e-c7768e70acff" providerId="ADAL" clId="{175D4790-8382-4FF6-941E-14A32FEF4E6F}" dt="2023-08-18T01:14:07.751" v="1734" actId="208"/>
          <ac:picMkLst>
            <pc:docMk/>
            <pc:sldMk cId="3671871193" sldId="324"/>
            <ac:picMk id="123" creationId="{C42F6FB5-A1D7-2F23-2B43-C2EDEB98F848}"/>
          </ac:picMkLst>
        </pc:picChg>
        <pc:picChg chg="mod">
          <ac:chgData name="SHIVAM PATHAK" userId="98657f1d-a575-4ed8-ae6e-c7768e70acff" providerId="ADAL" clId="{175D4790-8382-4FF6-941E-14A32FEF4E6F}" dt="2023-08-18T01:14:07.751" v="1734" actId="208"/>
          <ac:picMkLst>
            <pc:docMk/>
            <pc:sldMk cId="3671871193" sldId="324"/>
            <ac:picMk id="124" creationId="{40C1E7B7-97E1-1C45-E52D-7C83EB5647A2}"/>
          </ac:picMkLst>
        </pc:picChg>
        <pc:picChg chg="mod">
          <ac:chgData name="SHIVAM PATHAK" userId="98657f1d-a575-4ed8-ae6e-c7768e70acff" providerId="ADAL" clId="{175D4790-8382-4FF6-941E-14A32FEF4E6F}" dt="2023-08-18T01:14:07.751" v="1734" actId="208"/>
          <ac:picMkLst>
            <pc:docMk/>
            <pc:sldMk cId="3671871193" sldId="324"/>
            <ac:picMk id="125" creationId="{746E5C99-F976-1719-E719-6C40860BE76C}"/>
          </ac:picMkLst>
        </pc:picChg>
        <pc:picChg chg="mod">
          <ac:chgData name="SHIVAM PATHAK" userId="98657f1d-a575-4ed8-ae6e-c7768e70acff" providerId="ADAL" clId="{175D4790-8382-4FF6-941E-14A32FEF4E6F}" dt="2023-08-18T01:14:07.751" v="1734" actId="208"/>
          <ac:picMkLst>
            <pc:docMk/>
            <pc:sldMk cId="3671871193" sldId="324"/>
            <ac:picMk id="126" creationId="{867E7449-7B4D-9E9D-9D71-7490ACDBCC39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31" creationId="{26CC42E9-7558-B558-62A8-A36A4299D5EA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34" creationId="{8A0CEE2E-DEB9-2715-5828-DD84271E813D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37" creationId="{15725D5C-9315-C569-351C-6EF884B31B40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39" creationId="{A146A2DB-FB79-EA06-FC6B-36D97BCA9970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45" creationId="{61A33E60-388D-0E70-76A4-B1BF850F5E01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49" creationId="{13B48DA8-0EF6-E3E3-6045-656690198766}"/>
          </ac:picMkLst>
        </pc:picChg>
        <pc:picChg chg="mod">
          <ac:chgData name="SHIVAM PATHAK" userId="98657f1d-a575-4ed8-ae6e-c7768e70acff" providerId="ADAL" clId="{175D4790-8382-4FF6-941E-14A32FEF4E6F}" dt="2023-08-18T00:58:07.421" v="1486"/>
          <ac:picMkLst>
            <pc:docMk/>
            <pc:sldMk cId="3671871193" sldId="324"/>
            <ac:picMk id="1050" creationId="{182D2803-883E-8D67-D94B-B4A56C9F605F}"/>
          </ac:picMkLst>
        </pc:picChg>
        <pc:picChg chg="del mod topLvl">
          <ac:chgData name="SHIVAM PATHAK" userId="98657f1d-a575-4ed8-ae6e-c7768e70acff" providerId="ADAL" clId="{175D4790-8382-4FF6-941E-14A32FEF4E6F}" dt="2023-08-18T01:13:16.042" v="1727" actId="478"/>
          <ac:picMkLst>
            <pc:docMk/>
            <pc:sldMk cId="3671871193" sldId="324"/>
            <ac:picMk id="1062" creationId="{322F1A58-C354-5A21-075E-124D20DF2CD2}"/>
          </ac:picMkLst>
        </pc:picChg>
        <pc:picChg chg="del mod topLvl">
          <ac:chgData name="SHIVAM PATHAK" userId="98657f1d-a575-4ed8-ae6e-c7768e70acff" providerId="ADAL" clId="{175D4790-8382-4FF6-941E-14A32FEF4E6F}" dt="2023-08-18T01:44:28.755" v="1920" actId="478"/>
          <ac:picMkLst>
            <pc:docMk/>
            <pc:sldMk cId="3671871193" sldId="324"/>
            <ac:picMk id="1063" creationId="{D054D423-EB88-86EF-2EE8-DABC22F6A63A}"/>
          </ac:picMkLst>
        </pc:picChg>
        <pc:picChg chg="add del mod topLvl">
          <ac:chgData name="SHIVAM PATHAK" userId="98657f1d-a575-4ed8-ae6e-c7768e70acff" providerId="ADAL" clId="{175D4790-8382-4FF6-941E-14A32FEF4E6F}" dt="2023-08-18T00:59:41.697" v="1512" actId="478"/>
          <ac:picMkLst>
            <pc:docMk/>
            <pc:sldMk cId="3671871193" sldId="324"/>
            <ac:picMk id="1072" creationId="{09727DE9-5971-2831-8878-842F3BA86464}"/>
          </ac:picMkLst>
        </pc:picChg>
        <pc:picChg chg="add del mod topLvl">
          <ac:chgData name="SHIVAM PATHAK" userId="98657f1d-a575-4ed8-ae6e-c7768e70acff" providerId="ADAL" clId="{175D4790-8382-4FF6-941E-14A32FEF4E6F}" dt="2023-08-18T02:31:24.779" v="2988" actId="478"/>
          <ac:picMkLst>
            <pc:docMk/>
            <pc:sldMk cId="3671871193" sldId="324"/>
            <ac:picMk id="1073" creationId="{BD758E23-D747-B319-82BE-8A9F59135AE0}"/>
          </ac:picMkLst>
        </pc:picChg>
        <pc:picChg chg="add del mod topLvl">
          <ac:chgData name="SHIVAM PATHAK" userId="98657f1d-a575-4ed8-ae6e-c7768e70acff" providerId="ADAL" clId="{175D4790-8382-4FF6-941E-14A32FEF4E6F}" dt="2023-08-18T01:01:28.990" v="1552" actId="478"/>
          <ac:picMkLst>
            <pc:docMk/>
            <pc:sldMk cId="3671871193" sldId="324"/>
            <ac:picMk id="1076" creationId="{F3931D43-660F-564E-50C3-5945EC4848B9}"/>
          </ac:picMkLst>
        </pc:picChg>
        <pc:picChg chg="add del mod topLvl">
          <ac:chgData name="SHIVAM PATHAK" userId="98657f1d-a575-4ed8-ae6e-c7768e70acff" providerId="ADAL" clId="{175D4790-8382-4FF6-941E-14A32FEF4E6F}" dt="2023-08-18T01:01:31.459" v="1553" actId="478"/>
          <ac:picMkLst>
            <pc:docMk/>
            <pc:sldMk cId="3671871193" sldId="324"/>
            <ac:picMk id="1078" creationId="{EF2C6FBD-929B-A461-756D-53D9E5E7D269}"/>
          </ac:picMkLst>
        </pc:picChg>
        <pc:picChg chg="add del mod">
          <ac:chgData name="SHIVAM PATHAK" userId="98657f1d-a575-4ed8-ae6e-c7768e70acff" providerId="ADAL" clId="{175D4790-8382-4FF6-941E-14A32FEF4E6F}" dt="2023-08-18T01:43:53.546" v="1910" actId="478"/>
          <ac:picMkLst>
            <pc:docMk/>
            <pc:sldMk cId="3671871193" sldId="324"/>
            <ac:picMk id="1081" creationId="{548C536E-A00D-16CC-30B1-A6D221219EBC}"/>
          </ac:picMkLst>
        </pc:picChg>
        <pc:picChg chg="add del mod">
          <ac:chgData name="SHIVAM PATHAK" userId="98657f1d-a575-4ed8-ae6e-c7768e70acff" providerId="ADAL" clId="{175D4790-8382-4FF6-941E-14A32FEF4E6F}" dt="2023-08-18T01:44:44.962" v="1928" actId="478"/>
          <ac:picMkLst>
            <pc:docMk/>
            <pc:sldMk cId="3671871193" sldId="324"/>
            <ac:picMk id="1083" creationId="{94C46FA9-151B-B88D-81A0-91A2D5F847FA}"/>
          </ac:picMkLst>
        </pc:picChg>
        <pc:picChg chg="add mod topLvl">
          <ac:chgData name="SHIVAM PATHAK" userId="98657f1d-a575-4ed8-ae6e-c7768e70acff" providerId="ADAL" clId="{175D4790-8382-4FF6-941E-14A32FEF4E6F}" dt="2023-08-18T01:03:35.047" v="1573" actId="165"/>
          <ac:picMkLst>
            <pc:docMk/>
            <pc:sldMk cId="3671871193" sldId="324"/>
            <ac:picMk id="1085" creationId="{F2B6B866-F0D7-E549-33C9-3B69B42A6348}"/>
          </ac:picMkLst>
        </pc:picChg>
        <pc:picChg chg="mod">
          <ac:chgData name="SHIVAM PATHAK" userId="98657f1d-a575-4ed8-ae6e-c7768e70acff" providerId="ADAL" clId="{175D4790-8382-4FF6-941E-14A32FEF4E6F}" dt="2023-08-18T00:59:14.639" v="1504" actId="571"/>
          <ac:picMkLst>
            <pc:docMk/>
            <pc:sldMk cId="3671871193" sldId="324"/>
            <ac:picMk id="2048" creationId="{2C18BB55-AD4D-993F-6FED-544193F51B42}"/>
          </ac:picMkLst>
        </pc:picChg>
        <pc:picChg chg="mod topLvl">
          <ac:chgData name="SHIVAM PATHAK" userId="98657f1d-a575-4ed8-ae6e-c7768e70acff" providerId="ADAL" clId="{175D4790-8382-4FF6-941E-14A32FEF4E6F}" dt="2023-08-18T00:56:27.879" v="1453" actId="1076"/>
          <ac:picMkLst>
            <pc:docMk/>
            <pc:sldMk cId="3671871193" sldId="324"/>
            <ac:picMk id="2052" creationId="{00A84324-45C6-54A3-7502-A757DF9A4519}"/>
          </ac:picMkLst>
        </pc:picChg>
        <pc:picChg chg="mod">
          <ac:chgData name="SHIVAM PATHAK" userId="98657f1d-a575-4ed8-ae6e-c7768e70acff" providerId="ADAL" clId="{175D4790-8382-4FF6-941E-14A32FEF4E6F}" dt="2023-08-18T00:59:14.639" v="1504" actId="571"/>
          <ac:picMkLst>
            <pc:docMk/>
            <pc:sldMk cId="3671871193" sldId="324"/>
            <ac:picMk id="2053" creationId="{CED7A25D-1C67-A779-4369-7006B6F32783}"/>
          </ac:picMkLst>
        </pc:picChg>
        <pc:picChg chg="mod">
          <ac:chgData name="SHIVAM PATHAK" userId="98657f1d-a575-4ed8-ae6e-c7768e70acff" providerId="ADAL" clId="{175D4790-8382-4FF6-941E-14A32FEF4E6F}" dt="2023-08-18T00:59:17.232" v="1505" actId="571"/>
          <ac:picMkLst>
            <pc:docMk/>
            <pc:sldMk cId="3671871193" sldId="324"/>
            <ac:picMk id="2055" creationId="{4192A765-DAFD-81E7-BCF7-9AF473AE0736}"/>
          </ac:picMkLst>
        </pc:picChg>
        <pc:picChg chg="mod">
          <ac:chgData name="SHIVAM PATHAK" userId="98657f1d-a575-4ed8-ae6e-c7768e70acff" providerId="ADAL" clId="{175D4790-8382-4FF6-941E-14A32FEF4E6F}" dt="2023-08-18T00:59:17.232" v="1505" actId="571"/>
          <ac:picMkLst>
            <pc:docMk/>
            <pc:sldMk cId="3671871193" sldId="324"/>
            <ac:picMk id="2058" creationId="{A60D83CD-6C4D-7237-4F35-476456252982}"/>
          </ac:picMkLst>
        </pc:picChg>
        <pc:picChg chg="add del mod">
          <ac:chgData name="SHIVAM PATHAK" userId="98657f1d-a575-4ed8-ae6e-c7768e70acff" providerId="ADAL" clId="{175D4790-8382-4FF6-941E-14A32FEF4E6F}" dt="2023-08-18T01:02:28.753" v="1567"/>
          <ac:picMkLst>
            <pc:docMk/>
            <pc:sldMk cId="3671871193" sldId="324"/>
            <ac:picMk id="2064" creationId="{979CE0A1-BCAC-6A12-5C7A-FF1D5E78CF4B}"/>
          </ac:picMkLst>
        </pc:picChg>
        <pc:picChg chg="add del mod">
          <ac:chgData name="SHIVAM PATHAK" userId="98657f1d-a575-4ed8-ae6e-c7768e70acff" providerId="ADAL" clId="{175D4790-8382-4FF6-941E-14A32FEF4E6F}" dt="2023-08-18T02:28:54.837" v="2966" actId="478"/>
          <ac:picMkLst>
            <pc:docMk/>
            <pc:sldMk cId="3671871193" sldId="324"/>
            <ac:picMk id="2068" creationId="{1F8E908D-0737-0EE3-2C54-019FA16572D9}"/>
          </ac:picMkLst>
        </pc:picChg>
        <pc:picChg chg="add del mod">
          <ac:chgData name="SHIVAM PATHAK" userId="98657f1d-a575-4ed8-ae6e-c7768e70acff" providerId="ADAL" clId="{175D4790-8382-4FF6-941E-14A32FEF4E6F}" dt="2023-08-18T02:28:50.080" v="2964" actId="478"/>
          <ac:picMkLst>
            <pc:docMk/>
            <pc:sldMk cId="3671871193" sldId="324"/>
            <ac:picMk id="2069" creationId="{78F3DFAB-056C-A84A-1F14-27F55096DFCB}"/>
          </ac:picMkLst>
        </pc:picChg>
        <pc:picChg chg="add mod">
          <ac:chgData name="SHIVAM PATHAK" userId="98657f1d-a575-4ed8-ae6e-c7768e70acff" providerId="ADAL" clId="{175D4790-8382-4FF6-941E-14A32FEF4E6F}" dt="2023-08-18T02:28:57.359" v="2967" actId="1076"/>
          <ac:picMkLst>
            <pc:docMk/>
            <pc:sldMk cId="3671871193" sldId="324"/>
            <ac:picMk id="2070" creationId="{509C81A3-27E9-BA34-15B8-12234EE3B5DB}"/>
          </ac:picMkLst>
        </pc:picChg>
        <pc:picChg chg="add del mod">
          <ac:chgData name="SHIVAM PATHAK" userId="98657f1d-a575-4ed8-ae6e-c7768e70acff" providerId="ADAL" clId="{175D4790-8382-4FF6-941E-14A32FEF4E6F}" dt="2023-08-18T02:28:52.359" v="2965" actId="478"/>
          <ac:picMkLst>
            <pc:docMk/>
            <pc:sldMk cId="3671871193" sldId="324"/>
            <ac:picMk id="2071" creationId="{839FA6B0-0B9F-B838-1EB2-B97CA351F328}"/>
          </ac:picMkLst>
        </pc:picChg>
        <pc:picChg chg="add mod">
          <ac:chgData name="SHIVAM PATHAK" userId="98657f1d-a575-4ed8-ae6e-c7768e70acff" providerId="ADAL" clId="{175D4790-8382-4FF6-941E-14A32FEF4E6F}" dt="2023-08-18T02:20:46.032" v="2540" actId="1076"/>
          <ac:picMkLst>
            <pc:docMk/>
            <pc:sldMk cId="3671871193" sldId="324"/>
            <ac:picMk id="2085" creationId="{53F91289-AF28-65A9-83A3-EAEB6BD5DCDF}"/>
          </ac:picMkLst>
        </pc:picChg>
        <pc:picChg chg="add del mod">
          <ac:chgData name="SHIVAM PATHAK" userId="98657f1d-a575-4ed8-ae6e-c7768e70acff" providerId="ADAL" clId="{175D4790-8382-4FF6-941E-14A32FEF4E6F}" dt="2023-08-18T02:32:49.760" v="2993" actId="478"/>
          <ac:picMkLst>
            <pc:docMk/>
            <pc:sldMk cId="3671871193" sldId="324"/>
            <ac:picMk id="2127" creationId="{37ED101E-7673-581F-5C25-593D01B8DA37}"/>
          </ac:picMkLst>
        </pc:picChg>
        <pc:picChg chg="add mod">
          <ac:chgData name="SHIVAM PATHAK" userId="98657f1d-a575-4ed8-ae6e-c7768e70acff" providerId="ADAL" clId="{175D4790-8382-4FF6-941E-14A32FEF4E6F}" dt="2023-08-18T02:33:04.156" v="2998" actId="1076"/>
          <ac:picMkLst>
            <pc:docMk/>
            <pc:sldMk cId="3671871193" sldId="324"/>
            <ac:picMk id="2128" creationId="{E294EAAD-4640-62EA-81C9-C3B266359444}"/>
          </ac:picMkLst>
        </pc:picChg>
        <pc:picChg chg="add mod">
          <ac:chgData name="SHIVAM PATHAK" userId="98657f1d-a575-4ed8-ae6e-c7768e70acff" providerId="ADAL" clId="{175D4790-8382-4FF6-941E-14A32FEF4E6F}" dt="2023-08-18T02:48:42.056" v="3050" actId="1076"/>
          <ac:picMkLst>
            <pc:docMk/>
            <pc:sldMk cId="3671871193" sldId="324"/>
            <ac:picMk id="2144" creationId="{AE0AD584-9F2D-53F0-32A0-89B30D5EA3A1}"/>
          </ac:picMkLst>
        </pc:picChg>
        <pc:cxnChg chg="add mod">
          <ac:chgData name="SHIVAM PATHAK" userId="98657f1d-a575-4ed8-ae6e-c7768e70acff" providerId="ADAL" clId="{175D4790-8382-4FF6-941E-14A32FEF4E6F}" dt="2023-08-18T00:57:30.163" v="1477" actId="1076"/>
          <ac:cxnSpMkLst>
            <pc:docMk/>
            <pc:sldMk cId="3671871193" sldId="324"/>
            <ac:cxnSpMk id="86" creationId="{614F6A94-45AD-43A5-7483-C93158605523}"/>
          </ac:cxnSpMkLst>
        </pc:cxnChg>
        <pc:cxnChg chg="add mod">
          <ac:chgData name="SHIVAM PATHAK" userId="98657f1d-a575-4ed8-ae6e-c7768e70acff" providerId="ADAL" clId="{175D4790-8382-4FF6-941E-14A32FEF4E6F}" dt="2023-08-18T02:30:25.181" v="2986" actId="14100"/>
          <ac:cxnSpMkLst>
            <pc:docMk/>
            <pc:sldMk cId="3671871193" sldId="324"/>
            <ac:cxnSpMk id="87" creationId="{9729D89D-EB7E-0825-BF0C-5CD0FDD06785}"/>
          </ac:cxnSpMkLst>
        </pc:cxnChg>
        <pc:cxnChg chg="add mod">
          <ac:chgData name="SHIVAM PATHAK" userId="98657f1d-a575-4ed8-ae6e-c7768e70acff" providerId="ADAL" clId="{175D4790-8382-4FF6-941E-14A32FEF4E6F}" dt="2023-08-18T02:23:39.810" v="2691" actId="14100"/>
          <ac:cxnSpMkLst>
            <pc:docMk/>
            <pc:sldMk cId="3671871193" sldId="324"/>
            <ac:cxnSpMk id="90" creationId="{9C239564-CEE3-B0C5-36F1-AB9B17EEA29E}"/>
          </ac:cxnSpMkLst>
        </pc:cxnChg>
        <pc:cxnChg chg="add del mod">
          <ac:chgData name="SHIVAM PATHAK" userId="98657f1d-a575-4ed8-ae6e-c7768e70acff" providerId="ADAL" clId="{175D4790-8382-4FF6-941E-14A32FEF4E6F}" dt="2023-08-18T02:28:22.122" v="2958" actId="478"/>
          <ac:cxnSpMkLst>
            <pc:docMk/>
            <pc:sldMk cId="3671871193" sldId="324"/>
            <ac:cxnSpMk id="2095" creationId="{D3E8D5A1-4D03-F351-0B7B-06ACE2F3E314}"/>
          </ac:cxnSpMkLst>
        </pc:cxnChg>
        <pc:cxnChg chg="add del mod">
          <ac:chgData name="SHIVAM PATHAK" userId="98657f1d-a575-4ed8-ae6e-c7768e70acff" providerId="ADAL" clId="{175D4790-8382-4FF6-941E-14A32FEF4E6F}" dt="2023-08-18T02:28:20.526" v="2957" actId="478"/>
          <ac:cxnSpMkLst>
            <pc:docMk/>
            <pc:sldMk cId="3671871193" sldId="324"/>
            <ac:cxnSpMk id="2098" creationId="{EB868935-7990-96F7-35F2-71DC175FC7A5}"/>
          </ac:cxnSpMkLst>
        </pc:cxnChg>
        <pc:cxnChg chg="add del mod">
          <ac:chgData name="SHIVAM PATHAK" userId="98657f1d-a575-4ed8-ae6e-c7768e70acff" providerId="ADAL" clId="{175D4790-8382-4FF6-941E-14A32FEF4E6F}" dt="2023-08-18T02:28:31.183" v="2961" actId="478"/>
          <ac:cxnSpMkLst>
            <pc:docMk/>
            <pc:sldMk cId="3671871193" sldId="324"/>
            <ac:cxnSpMk id="2102" creationId="{F0C062EA-B377-0717-A5E0-3885835855D1}"/>
          </ac:cxnSpMkLst>
        </pc:cxnChg>
        <pc:cxnChg chg="add mod">
          <ac:chgData name="SHIVAM PATHAK" userId="98657f1d-a575-4ed8-ae6e-c7768e70acff" providerId="ADAL" clId="{175D4790-8382-4FF6-941E-14A32FEF4E6F}" dt="2023-08-18T02:47:22.064" v="3044" actId="1076"/>
          <ac:cxnSpMkLst>
            <pc:docMk/>
            <pc:sldMk cId="3671871193" sldId="324"/>
            <ac:cxnSpMk id="2105" creationId="{5287C40C-3631-A69B-2462-DA38683FD0AA}"/>
          </ac:cxnSpMkLst>
        </pc:cxnChg>
        <pc:cxnChg chg="add mod">
          <ac:chgData name="SHIVAM PATHAK" userId="98657f1d-a575-4ed8-ae6e-c7768e70acff" providerId="ADAL" clId="{175D4790-8382-4FF6-941E-14A32FEF4E6F}" dt="2023-08-18T02:47:22.064" v="3044" actId="1076"/>
          <ac:cxnSpMkLst>
            <pc:docMk/>
            <pc:sldMk cId="3671871193" sldId="324"/>
            <ac:cxnSpMk id="2106" creationId="{807D3F96-AB1C-9656-1733-240F9CEF6524}"/>
          </ac:cxnSpMkLst>
        </pc:cxnChg>
        <pc:cxnChg chg="add mod">
          <ac:chgData name="SHIVAM PATHAK" userId="98657f1d-a575-4ed8-ae6e-c7768e70acff" providerId="ADAL" clId="{175D4790-8382-4FF6-941E-14A32FEF4E6F}" dt="2023-08-18T02:47:22.064" v="3044" actId="1076"/>
          <ac:cxnSpMkLst>
            <pc:docMk/>
            <pc:sldMk cId="3671871193" sldId="324"/>
            <ac:cxnSpMk id="2109" creationId="{A096CF5F-78B9-46B0-41E5-132ABA42801E}"/>
          </ac:cxnSpMkLst>
        </pc:cxnChg>
        <pc:cxnChg chg="add mod">
          <ac:chgData name="SHIVAM PATHAK" userId="98657f1d-a575-4ed8-ae6e-c7768e70acff" providerId="ADAL" clId="{175D4790-8382-4FF6-941E-14A32FEF4E6F}" dt="2023-08-18T02:47:22.064" v="3044" actId="1076"/>
          <ac:cxnSpMkLst>
            <pc:docMk/>
            <pc:sldMk cId="3671871193" sldId="324"/>
            <ac:cxnSpMk id="2112" creationId="{AA461588-99D8-AFEF-26ED-BEB7AA48460C}"/>
          </ac:cxnSpMkLst>
        </pc:cxnChg>
        <pc:cxnChg chg="add del mod">
          <ac:chgData name="SHIVAM PATHAK" userId="98657f1d-a575-4ed8-ae6e-c7768e70acff" providerId="ADAL" clId="{175D4790-8382-4FF6-941E-14A32FEF4E6F}" dt="2023-08-18T02:46:58.656" v="3040" actId="478"/>
          <ac:cxnSpMkLst>
            <pc:docMk/>
            <pc:sldMk cId="3671871193" sldId="324"/>
            <ac:cxnSpMk id="2115" creationId="{677AE07A-8B57-2DB7-7FD8-ED492B279BEE}"/>
          </ac:cxnSpMkLst>
        </pc:cxnChg>
        <pc:cxnChg chg="add mod">
          <ac:chgData name="SHIVAM PATHAK" userId="98657f1d-a575-4ed8-ae6e-c7768e70acff" providerId="ADAL" clId="{175D4790-8382-4FF6-941E-14A32FEF4E6F}" dt="2023-08-18T02:48:38.702" v="3049" actId="1076"/>
          <ac:cxnSpMkLst>
            <pc:docMk/>
            <pc:sldMk cId="3671871193" sldId="324"/>
            <ac:cxnSpMk id="2143" creationId="{C1B4BCF7-881C-7F27-0BAF-12949D710050}"/>
          </ac:cxnSpMkLst>
        </pc:cxnChg>
      </pc:sldChg>
      <pc:sldChg chg="addSp delSp modSp new del mod">
        <pc:chgData name="SHIVAM PATHAK" userId="98657f1d-a575-4ed8-ae6e-c7768e70acff" providerId="ADAL" clId="{175D4790-8382-4FF6-941E-14A32FEF4E6F}" dt="2023-08-18T01:46:02.819" v="1950" actId="47"/>
        <pc:sldMkLst>
          <pc:docMk/>
          <pc:sldMk cId="2294713665" sldId="325"/>
        </pc:sldMkLst>
        <pc:spChg chg="del">
          <ac:chgData name="SHIVAM PATHAK" userId="98657f1d-a575-4ed8-ae6e-c7768e70acff" providerId="ADAL" clId="{175D4790-8382-4FF6-941E-14A32FEF4E6F}" dt="2023-08-18T00:50:20.387" v="1369" actId="478"/>
          <ac:spMkLst>
            <pc:docMk/>
            <pc:sldMk cId="2294713665" sldId="325"/>
            <ac:spMk id="2" creationId="{636965BE-27AC-529D-7DC8-CE717D8DFBF6}"/>
          </ac:spMkLst>
        </pc:spChg>
        <pc:spChg chg="del">
          <ac:chgData name="SHIVAM PATHAK" userId="98657f1d-a575-4ed8-ae6e-c7768e70acff" providerId="ADAL" clId="{175D4790-8382-4FF6-941E-14A32FEF4E6F}" dt="2023-08-18T00:50:23.649" v="1370" actId="478"/>
          <ac:spMkLst>
            <pc:docMk/>
            <pc:sldMk cId="2294713665" sldId="325"/>
            <ac:spMk id="3" creationId="{4F8AF272-23A0-93D7-D101-6FBECE128743}"/>
          </ac:spMkLst>
        </pc:spChg>
        <pc:spChg chg="del mod topLvl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5" creationId="{64572F48-0AE6-62C8-1DB7-C17D35A07F7D}"/>
          </ac:spMkLst>
        </pc:spChg>
        <pc:spChg chg="del mod topLvl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7" creationId="{3BA9D609-0811-23B9-3776-92EE31FE6F6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8" creationId="{519AA4D0-7602-9D6B-8AF7-BAF8D0B0A918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9" creationId="{7C3A84B2-1E74-7C12-9F23-B5F6BF02EBD9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11" creationId="{CE9CC778-A124-FDED-64BC-8908063E3248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13" creationId="{4B02CA4A-0D49-673F-DC3F-631B3719B6DD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14" creationId="{D2E610AC-FD65-F06B-FA8B-CD00B51678C7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19" creationId="{B95C8935-C6AD-FBD6-C820-13C3CE6F8D42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20" creationId="{FD59287B-755D-21B0-E600-B369CA746656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22" creationId="{1D73403E-95B6-3FDE-0564-CC8EAC8222E4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24" creationId="{AE792125-F176-BD6C-50D3-C2D6D4BBD54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25" creationId="{42F84B99-8E0D-BAEC-B99C-72E8F13DD5A7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26" creationId="{3CFD5698-0071-6B9C-81D1-46AE5DA2FFCA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29" creationId="{7BE4D8F4-585A-321E-D89A-F09DE4610A27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30" creationId="{AABFAF3E-9EDA-B041-6B9F-7543AB07653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31" creationId="{E2F555B3-EC15-2B89-A99C-4CBB28EBAD6C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32" creationId="{4FB01E0C-611F-B555-D6DB-3AF6C5B484D3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38" creationId="{E96326E2-A649-B426-2473-43054D9C3F37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39" creationId="{BC5C2FD8-8BDF-C085-3E4A-2E72AFC3A760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41" creationId="{B95BB234-78BD-537F-AC39-79C50E39A2A5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43" creationId="{E898EBC2-BDF0-CECA-0786-FFB6C3C6751D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46" creationId="{08CBD7C0-E79D-AB4B-2DB4-7401552B956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48" creationId="{67158AD6-80E7-A610-B055-3EE92DBE67AA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49" creationId="{FCF8DEC4-77B0-4415-A478-32B43B091A3A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54" creationId="{099DA490-FF69-AC5C-F3AE-A3C7F9BE80F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55" creationId="{FF7F7F8D-4D57-072A-EFBB-A345C3766F4D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56" creationId="{DFBC8374-29F5-9BA2-CA53-789D6FACA80E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57" creationId="{CA59E02B-5DDB-C892-4DC9-4BEA120252C0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61" creationId="{176B27CC-54A8-A98D-B355-3B091C261816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62" creationId="{30EE8BBC-B512-4BB7-6156-66B4ABAB8940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63" creationId="{2786ABE3-1841-73E6-3550-7589B59ACB18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64" creationId="{B4A61C83-1BD8-D5B2-7F07-AC2FDE7D401C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65" creationId="{2BD41DA3-EDE2-0C46-F684-4386F85BFC84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66" creationId="{D11C0864-22D3-41D2-C717-3D0E80D2C565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68" creationId="{A44A5135-6EC5-4630-BFB8-D72EFEE190E2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71" creationId="{D58DF389-178C-0F09-C456-2C5EA7322F7D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72" creationId="{FCC3927D-C618-EDE2-8198-ACE7D4A56781}"/>
          </ac:spMkLst>
        </pc:spChg>
        <pc:spChg chg="mod">
          <ac:chgData name="SHIVAM PATHAK" userId="98657f1d-a575-4ed8-ae6e-c7768e70acff" providerId="ADAL" clId="{175D4790-8382-4FF6-941E-14A32FEF4E6F}" dt="2023-08-18T00:50:14.580" v="1368"/>
          <ac:spMkLst>
            <pc:docMk/>
            <pc:sldMk cId="2294713665" sldId="325"/>
            <ac:spMk id="74" creationId="{B3BB031D-130D-AB47-3E96-378978709604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76" creationId="{49AF326A-F9D6-4B7A-572B-324BA2200A67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77" creationId="{CA029D6F-B340-34E5-1A6F-25FC674AE11F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79" creationId="{60797379-5266-01CF-DADB-7121F81A308B}"/>
          </ac:spMkLst>
        </pc:spChg>
        <pc:spChg chg="add del mod">
          <ac:chgData name="SHIVAM PATHAK" userId="98657f1d-a575-4ed8-ae6e-c7768e70acff" providerId="ADAL" clId="{175D4790-8382-4FF6-941E-14A32FEF4E6F}" dt="2023-08-18T00:55:13.768" v="1437" actId="21"/>
          <ac:spMkLst>
            <pc:docMk/>
            <pc:sldMk cId="2294713665" sldId="325"/>
            <ac:spMk id="81" creationId="{3AFC0E10-4C96-CC40-E2CB-1C0B28C2976D}"/>
          </ac:spMkLst>
        </pc:spChg>
        <pc:spChg chg="add mod">
          <ac:chgData name="SHIVAM PATHAK" userId="98657f1d-a575-4ed8-ae6e-c7768e70acff" providerId="ADAL" clId="{175D4790-8382-4FF6-941E-14A32FEF4E6F}" dt="2023-08-18T00:51:57.563" v="1394" actId="20577"/>
          <ac:spMkLst>
            <pc:docMk/>
            <pc:sldMk cId="2294713665" sldId="325"/>
            <ac:spMk id="82" creationId="{554E1B14-C144-05F2-C61A-3D7F4FA3A846}"/>
          </ac:spMkLst>
        </pc:spChg>
        <pc:spChg chg="add del mod">
          <ac:chgData name="SHIVAM PATHAK" userId="98657f1d-a575-4ed8-ae6e-c7768e70acff" providerId="ADAL" clId="{175D4790-8382-4FF6-941E-14A32FEF4E6F}" dt="2023-08-18T00:52:12.889" v="1399"/>
          <ac:spMkLst>
            <pc:docMk/>
            <pc:sldMk cId="2294713665" sldId="325"/>
            <ac:spMk id="83" creationId="{B9AFA6A3-1F4A-6D62-9A8C-1BEE3A6DEA24}"/>
          </ac:spMkLst>
        </pc:spChg>
        <pc:spChg chg="add mod">
          <ac:chgData name="SHIVAM PATHAK" userId="98657f1d-a575-4ed8-ae6e-c7768e70acff" providerId="ADAL" clId="{175D4790-8382-4FF6-941E-14A32FEF4E6F}" dt="2023-08-18T00:52:50.800" v="1407" actId="20577"/>
          <ac:spMkLst>
            <pc:docMk/>
            <pc:sldMk cId="2294713665" sldId="325"/>
            <ac:spMk id="84" creationId="{7B18C4AB-2940-6DE0-98DB-F28216944B2C}"/>
          </ac:spMkLst>
        </pc:spChg>
        <pc:spChg chg="add mod">
          <ac:chgData name="SHIVAM PATHAK" userId="98657f1d-a575-4ed8-ae6e-c7768e70acff" providerId="ADAL" clId="{175D4790-8382-4FF6-941E-14A32FEF4E6F}" dt="2023-08-18T00:53:53.870" v="1428"/>
          <ac:spMkLst>
            <pc:docMk/>
            <pc:sldMk cId="2294713665" sldId="325"/>
            <ac:spMk id="85" creationId="{ED39B151-05D0-B8F6-317B-8A626F5F65CC}"/>
          </ac:spMkLst>
        </pc:spChg>
        <pc:spChg chg="add mod">
          <ac:chgData name="SHIVAM PATHAK" userId="98657f1d-a575-4ed8-ae6e-c7768e70acff" providerId="ADAL" clId="{175D4790-8382-4FF6-941E-14A32FEF4E6F}" dt="2023-08-18T00:53:24.327" v="1416"/>
          <ac:spMkLst>
            <pc:docMk/>
            <pc:sldMk cId="2294713665" sldId="325"/>
            <ac:spMk id="86" creationId="{4281FBCF-0350-8978-19BC-FD309968E569}"/>
          </ac:spMkLst>
        </pc:spChg>
        <pc:spChg chg="add mod">
          <ac:chgData name="SHIVAM PATHAK" userId="98657f1d-a575-4ed8-ae6e-c7768e70acff" providerId="ADAL" clId="{175D4790-8382-4FF6-941E-14A32FEF4E6F}" dt="2023-08-18T00:54:19.816" v="1436" actId="20577"/>
          <ac:spMkLst>
            <pc:docMk/>
            <pc:sldMk cId="2294713665" sldId="325"/>
            <ac:spMk id="87" creationId="{30A97A11-BF75-4F47-A610-2E60674A4EED}"/>
          </ac:spMkLst>
        </pc:spChg>
        <pc:grpChg chg="add del mod">
          <ac:chgData name="SHIVAM PATHAK" userId="98657f1d-a575-4ed8-ae6e-c7768e70acff" providerId="ADAL" clId="{175D4790-8382-4FF6-941E-14A32FEF4E6F}" dt="2023-08-18T00:50:48.951" v="1373" actId="165"/>
          <ac:grpSpMkLst>
            <pc:docMk/>
            <pc:sldMk cId="2294713665" sldId="325"/>
            <ac:grpSpMk id="4" creationId="{319D789A-6F64-E127-A124-5EC40C543764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10" creationId="{824AFB3C-AECA-39C2-B7DC-0BB6F52C41DD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15" creationId="{34536570-B0F7-9C74-6436-AF57125BC876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21" creationId="{12EAAD73-8935-BDFF-9CB7-97858DA79ADA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27" creationId="{4BB0B449-1A03-129D-E5DD-B19D7E446ED5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33" creationId="{C23F6DD6-0CC0-D2F3-3E47-2D044D2BB9AA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40" creationId="{049C2142-687E-C18A-A35E-5B93D6EECE7F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50" creationId="{FE6603C1-68C0-9A63-CCB0-57B4BFB90293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58" creationId="{4EECFA43-EFAF-2D1B-9E62-A4B08A1FABEB}"/>
          </ac:grpSpMkLst>
        </pc:grpChg>
        <pc:grpChg chg="add del mod">
          <ac:chgData name="SHIVAM PATHAK" userId="98657f1d-a575-4ed8-ae6e-c7768e70acff" providerId="ADAL" clId="{175D4790-8382-4FF6-941E-14A32FEF4E6F}" dt="2023-08-18T00:55:13.768" v="1437" actId="21"/>
          <ac:grpSpMkLst>
            <pc:docMk/>
            <pc:sldMk cId="2294713665" sldId="325"/>
            <ac:grpSpMk id="67" creationId="{9D9ADDBE-43FF-A87D-2D74-827150FD0CC8}"/>
          </ac:grpSpMkLst>
        </pc:grpChg>
        <pc:picChg chg="del mod topLvl">
          <ac:chgData name="SHIVAM PATHAK" userId="98657f1d-a575-4ed8-ae6e-c7768e70acff" providerId="ADAL" clId="{175D4790-8382-4FF6-941E-14A32FEF4E6F}" dt="2023-08-18T00:55:13.768" v="1437" actId="21"/>
          <ac:picMkLst>
            <pc:docMk/>
            <pc:sldMk cId="2294713665" sldId="325"/>
            <ac:picMk id="6" creationId="{BB49F4F5-B7BA-59FA-480E-2D3C80DB7E5B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12" creationId="{7F9952BB-5DF9-7E33-2FEA-135F63E51824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16" creationId="{763AEC1A-6DF4-120D-3D50-4CE38382F403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17" creationId="{305B28B8-C135-6C33-46C6-A20461D60476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18" creationId="{C8F7E10C-7367-B582-5DA8-1D8434B09C93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23" creationId="{CB2EC51A-62AC-8DAE-48A7-A2ACD3F9BFE2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28" creationId="{18BEBA9F-AAF0-6624-6A4F-A1593D5B0A89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34" creationId="{31A98FE7-485B-EEA3-EFA9-2BCB5DF27352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35" creationId="{3C333661-1812-4A75-E67B-355CABB018EF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36" creationId="{B3092937-C35E-4B88-6736-41D48E2F5464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37" creationId="{326FB2F6-A2A8-E051-DB68-A9FFEF757450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42" creationId="{A94DECE9-F67C-C564-EDAD-63E8A0C80913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44" creationId="{92DF55D9-A2C9-5793-97AF-0697DFA577A2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45" creationId="{57E4553C-B8DF-1A3F-DF03-2F761F67421F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47" creationId="{DCB556B0-DAA3-2511-24A7-B52DD96F60F4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51" creationId="{FBD62439-94B1-B40F-C03E-07C90B7260EF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52" creationId="{DA0E9A03-C25E-0004-FAA1-FC02EF5E799C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53" creationId="{AF3C9F4B-50AD-6A39-F447-047207D798AE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59" creationId="{E5F3048E-E4AD-24F2-2401-074372050053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60" creationId="{5D6526E0-860A-4653-1FAA-A52C6D610819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69" creationId="{1837A7A6-D6CC-3372-4E29-E5FDE560EAEE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70" creationId="{D72C687F-E083-BCF2-5409-CAD4A136F390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73" creationId="{49DD2E96-0464-E3E9-8380-B75BB9C23DE8}"/>
          </ac:picMkLst>
        </pc:picChg>
        <pc:picChg chg="mod">
          <ac:chgData name="SHIVAM PATHAK" userId="98657f1d-a575-4ed8-ae6e-c7768e70acff" providerId="ADAL" clId="{175D4790-8382-4FF6-941E-14A32FEF4E6F}" dt="2023-08-18T00:50:14.580" v="1368"/>
          <ac:picMkLst>
            <pc:docMk/>
            <pc:sldMk cId="2294713665" sldId="325"/>
            <ac:picMk id="75" creationId="{CA42C1D5-2027-A9BA-25F1-A8A1440A8C96}"/>
          </ac:picMkLst>
        </pc:picChg>
        <pc:picChg chg="add del mod">
          <ac:chgData name="SHIVAM PATHAK" userId="98657f1d-a575-4ed8-ae6e-c7768e70acff" providerId="ADAL" clId="{175D4790-8382-4FF6-941E-14A32FEF4E6F}" dt="2023-08-18T00:55:13.768" v="1437" actId="21"/>
          <ac:picMkLst>
            <pc:docMk/>
            <pc:sldMk cId="2294713665" sldId="325"/>
            <ac:picMk id="78" creationId="{49893812-7017-F58F-9619-5D4E9201F5D1}"/>
          </ac:picMkLst>
        </pc:picChg>
        <pc:picChg chg="add del mod">
          <ac:chgData name="SHIVAM PATHAK" userId="98657f1d-a575-4ed8-ae6e-c7768e70acff" providerId="ADAL" clId="{175D4790-8382-4FF6-941E-14A32FEF4E6F}" dt="2023-08-18T00:55:13.768" v="1437" actId="21"/>
          <ac:picMkLst>
            <pc:docMk/>
            <pc:sldMk cId="2294713665" sldId="325"/>
            <ac:picMk id="80" creationId="{4802321C-484D-EE40-375E-25153CD79877}"/>
          </ac:picMkLst>
        </pc:picChg>
      </pc:sldChg>
      <pc:sldChg chg="addSp delSp modSp mod">
        <pc:chgData name="SHIVAM PATHAK" userId="98657f1d-a575-4ed8-ae6e-c7768e70acff" providerId="ADAL" clId="{175D4790-8382-4FF6-941E-14A32FEF4E6F}" dt="2023-08-18T07:43:09.364" v="6007"/>
        <pc:sldMkLst>
          <pc:docMk/>
          <pc:sldMk cId="870226558" sldId="327"/>
        </pc:sldMkLst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14" creationId="{66A5A611-8684-7183-2611-C027D02C0B6D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15" creationId="{89DFF7DC-9363-A5BD-AE7B-F0EBA51DE789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18" creationId="{44608C59-B180-AAEE-1203-80BBCCD13614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20" creationId="{28226045-A6A0-8B09-7329-862A2416E44C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21" creationId="{F7E2A605-A68E-4DFB-E880-C6F9FFECFF53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22" creationId="{9DEC874E-89AF-7CFC-F9B0-15EB427165DD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25" creationId="{3E2D1DEF-1896-2AEA-B381-5BFEDB025764}"/>
          </ac:spMkLst>
        </pc:spChg>
        <pc:spChg chg="mod">
          <ac:chgData name="SHIVAM PATHAK" userId="98657f1d-a575-4ed8-ae6e-c7768e70acff" providerId="ADAL" clId="{175D4790-8382-4FF6-941E-14A32FEF4E6F}" dt="2023-08-18T07:43:09.364" v="6007"/>
          <ac:spMkLst>
            <pc:docMk/>
            <pc:sldMk cId="870226558" sldId="327"/>
            <ac:spMk id="26" creationId="{EB59A03E-370D-0AB2-C263-715D8FDCFCAB}"/>
          </ac:spMkLst>
        </pc:spChg>
        <pc:spChg chg="add del">
          <ac:chgData name="SHIVAM PATHAK" userId="98657f1d-a575-4ed8-ae6e-c7768e70acff" providerId="ADAL" clId="{175D4790-8382-4FF6-941E-14A32FEF4E6F}" dt="2023-08-18T07:08:49.381" v="5915" actId="22"/>
          <ac:spMkLst>
            <pc:docMk/>
            <pc:sldMk cId="870226558" sldId="327"/>
            <ac:spMk id="44" creationId="{25F71DF0-B95A-9A08-DF51-AC7EA72EAF22}"/>
          </ac:spMkLst>
        </pc:spChg>
        <pc:spChg chg="add mod">
          <ac:chgData name="SHIVAM PATHAK" userId="98657f1d-a575-4ed8-ae6e-c7768e70acff" providerId="ADAL" clId="{175D4790-8382-4FF6-941E-14A32FEF4E6F}" dt="2023-08-18T07:14:29.795" v="5925" actId="14100"/>
          <ac:spMkLst>
            <pc:docMk/>
            <pc:sldMk cId="870226558" sldId="327"/>
            <ac:spMk id="65" creationId="{D8210D91-25BE-2C65-A6B5-615705779466}"/>
          </ac:spMkLst>
        </pc:spChg>
        <pc:grpChg chg="add mod">
          <ac:chgData name="SHIVAM PATHAK" userId="98657f1d-a575-4ed8-ae6e-c7768e70acff" providerId="ADAL" clId="{175D4790-8382-4FF6-941E-14A32FEF4E6F}" dt="2023-08-18T07:43:09.364" v="6007"/>
          <ac:grpSpMkLst>
            <pc:docMk/>
            <pc:sldMk cId="870226558" sldId="327"/>
            <ac:grpSpMk id="12" creationId="{A34C0F9B-5758-A446-1AB2-2F8B56919226}"/>
          </ac:grpSpMkLst>
        </pc:grpChg>
        <pc:grpChg chg="del">
          <ac:chgData name="SHIVAM PATHAK" userId="98657f1d-a575-4ed8-ae6e-c7768e70acff" providerId="ADAL" clId="{175D4790-8382-4FF6-941E-14A32FEF4E6F}" dt="2023-08-18T07:43:08.801" v="6006" actId="478"/>
          <ac:grpSpMkLst>
            <pc:docMk/>
            <pc:sldMk cId="870226558" sldId="327"/>
            <ac:grpSpMk id="5128" creationId="{56060812-2958-4469-677C-BFA99F04AD53}"/>
          </ac:grpSpMkLst>
        </pc:grpChg>
        <pc:picChg chg="add mod">
          <ac:chgData name="SHIVAM PATHAK" userId="98657f1d-a575-4ed8-ae6e-c7768e70acff" providerId="ADAL" clId="{175D4790-8382-4FF6-941E-14A32FEF4E6F}" dt="2023-08-18T07:24:15.339" v="5940" actId="1076"/>
          <ac:picMkLst>
            <pc:docMk/>
            <pc:sldMk cId="870226558" sldId="327"/>
            <ac:picMk id="64" creationId="{16C44152-3E35-6311-3A67-343785B9B327}"/>
          </ac:picMkLst>
        </pc:picChg>
        <pc:picChg chg="add mod">
          <ac:chgData name="SHIVAM PATHAK" userId="98657f1d-a575-4ed8-ae6e-c7768e70acff" providerId="ADAL" clId="{175D4790-8382-4FF6-941E-14A32FEF4E6F}" dt="2023-08-18T07:09:03.499" v="5919" actId="1076"/>
          <ac:picMkLst>
            <pc:docMk/>
            <pc:sldMk cId="870226558" sldId="327"/>
            <ac:picMk id="2050" creationId="{47936546-FACC-EAF8-918F-2FEA89124641}"/>
          </ac:picMkLst>
        </pc:picChg>
        <pc:cxnChg chg="add del mod">
          <ac:chgData name="SHIVAM PATHAK" userId="98657f1d-a575-4ed8-ae6e-c7768e70acff" providerId="ADAL" clId="{175D4790-8382-4FF6-941E-14A32FEF4E6F}" dt="2023-08-18T07:19:17.958" v="5934" actId="478"/>
          <ac:cxnSpMkLst>
            <pc:docMk/>
            <pc:sldMk cId="870226558" sldId="327"/>
            <ac:cxnSpMk id="67" creationId="{BEABA3D2-B694-2EC6-ADD1-82F1AA37B5F4}"/>
          </ac:cxnSpMkLst>
        </pc:cxnChg>
        <pc:cxnChg chg="add del mod">
          <ac:chgData name="SHIVAM PATHAK" userId="98657f1d-a575-4ed8-ae6e-c7768e70acff" providerId="ADAL" clId="{175D4790-8382-4FF6-941E-14A32FEF4E6F}" dt="2023-08-18T07:16:10.082" v="5932" actId="478"/>
          <ac:cxnSpMkLst>
            <pc:docMk/>
            <pc:sldMk cId="870226558" sldId="327"/>
            <ac:cxnSpMk id="68" creationId="{CD9E742A-9E65-F941-DAB4-D663504EE331}"/>
          </ac:cxnSpMkLst>
        </pc:cxnChg>
      </pc:sldChg>
      <pc:sldChg chg="addSp delSp modSp mod">
        <pc:chgData name="SHIVAM PATHAK" userId="98657f1d-a575-4ed8-ae6e-c7768e70acff" providerId="ADAL" clId="{175D4790-8382-4FF6-941E-14A32FEF4E6F}" dt="2023-08-18T03:13:25.033" v="3089" actId="5793"/>
        <pc:sldMkLst>
          <pc:docMk/>
          <pc:sldMk cId="1408023842" sldId="328"/>
        </pc:sldMkLst>
        <pc:spChg chg="mod">
          <ac:chgData name="SHIVAM PATHAK" userId="98657f1d-a575-4ed8-ae6e-c7768e70acff" providerId="ADAL" clId="{175D4790-8382-4FF6-941E-14A32FEF4E6F}" dt="2023-08-18T03:13:09.819" v="3083"/>
          <ac:spMkLst>
            <pc:docMk/>
            <pc:sldMk cId="1408023842" sldId="328"/>
            <ac:spMk id="2" creationId="{A6AA2842-23D1-9D4C-8C34-54F396B0B405}"/>
          </ac:spMkLst>
        </pc:spChg>
        <pc:spChg chg="add del mod">
          <ac:chgData name="SHIVAM PATHAK" userId="98657f1d-a575-4ed8-ae6e-c7768e70acff" providerId="ADAL" clId="{175D4790-8382-4FF6-941E-14A32FEF4E6F}" dt="2023-08-18T03:12:30.699" v="3061" actId="21"/>
          <ac:spMkLst>
            <pc:docMk/>
            <pc:sldMk cId="1408023842" sldId="328"/>
            <ac:spMk id="5" creationId="{E25F563E-0DDA-46E6-ABA2-A1898668A783}"/>
          </ac:spMkLst>
        </pc:spChg>
        <pc:spChg chg="add del mod">
          <ac:chgData name="SHIVAM PATHAK" userId="98657f1d-a575-4ed8-ae6e-c7768e70acff" providerId="ADAL" clId="{175D4790-8382-4FF6-941E-14A32FEF4E6F}" dt="2023-08-18T03:12:24.267" v="3060" actId="21"/>
          <ac:spMkLst>
            <pc:docMk/>
            <pc:sldMk cId="1408023842" sldId="328"/>
            <ac:spMk id="6" creationId="{DEBB2265-8B9C-049B-0763-F2B7427938DE}"/>
          </ac:spMkLst>
        </pc:spChg>
        <pc:spChg chg="add mod">
          <ac:chgData name="SHIVAM PATHAK" userId="98657f1d-a575-4ed8-ae6e-c7768e70acff" providerId="ADAL" clId="{175D4790-8382-4FF6-941E-14A32FEF4E6F}" dt="2023-08-18T03:13:25.033" v="3089" actId="5793"/>
          <ac:spMkLst>
            <pc:docMk/>
            <pc:sldMk cId="1408023842" sldId="328"/>
            <ac:spMk id="7" creationId="{CB9CD8AE-8921-3110-561A-469D12B6F07B}"/>
          </ac:spMkLst>
        </pc:spChg>
      </pc:sldChg>
      <pc:sldChg chg="addSp modSp mod">
        <pc:chgData name="SHIVAM PATHAK" userId="98657f1d-a575-4ed8-ae6e-c7768e70acff" providerId="ADAL" clId="{175D4790-8382-4FF6-941E-14A32FEF4E6F}" dt="2023-08-18T08:04:34.024" v="6277" actId="167"/>
        <pc:sldMkLst>
          <pc:docMk/>
          <pc:sldMk cId="3883581720" sldId="329"/>
        </pc:sldMkLst>
        <pc:spChg chg="add ord">
          <ac:chgData name="SHIVAM PATHAK" userId="98657f1d-a575-4ed8-ae6e-c7768e70acff" providerId="ADAL" clId="{175D4790-8382-4FF6-941E-14A32FEF4E6F}" dt="2023-08-18T08:04:34.024" v="6277" actId="167"/>
          <ac:spMkLst>
            <pc:docMk/>
            <pc:sldMk cId="3883581720" sldId="329"/>
            <ac:spMk id="9" creationId="{0E712B5D-9D76-E6DE-80E8-A41540053A44}"/>
          </ac:spMkLst>
        </pc:spChg>
        <pc:spChg chg="mod">
          <ac:chgData name="SHIVAM PATHAK" userId="98657f1d-a575-4ed8-ae6e-c7768e70acff" providerId="ADAL" clId="{175D4790-8382-4FF6-941E-14A32FEF4E6F}" dt="2023-08-18T08:02:48.489" v="6266" actId="20577"/>
          <ac:spMkLst>
            <pc:docMk/>
            <pc:sldMk cId="3883581720" sldId="329"/>
            <ac:spMk id="23" creationId="{4D189BA7-1B9A-1B66-B7B8-11B6DEB8618B}"/>
          </ac:spMkLst>
        </pc:spChg>
        <pc:spChg chg="mod">
          <ac:chgData name="SHIVAM PATHAK" userId="98657f1d-a575-4ed8-ae6e-c7768e70acff" providerId="ADAL" clId="{175D4790-8382-4FF6-941E-14A32FEF4E6F}" dt="2023-08-18T06:32:58.419" v="5773" actId="20577"/>
          <ac:spMkLst>
            <pc:docMk/>
            <pc:sldMk cId="3883581720" sldId="329"/>
            <ac:spMk id="31" creationId="{3896C9A2-BA23-BC80-5E04-EE314B938636}"/>
          </ac:spMkLst>
        </pc:spChg>
        <pc:spChg chg="mod">
          <ac:chgData name="SHIVAM PATHAK" userId="98657f1d-a575-4ed8-ae6e-c7768e70acff" providerId="ADAL" clId="{175D4790-8382-4FF6-941E-14A32FEF4E6F}" dt="2023-08-18T04:33:30.369" v="3166" actId="1076"/>
          <ac:spMkLst>
            <pc:docMk/>
            <pc:sldMk cId="3883581720" sldId="329"/>
            <ac:spMk id="55" creationId="{86610B80-A893-CCD1-B3D0-F95A183BB56B}"/>
          </ac:spMkLst>
        </pc:spChg>
        <pc:spChg chg="mod">
          <ac:chgData name="SHIVAM PATHAK" userId="98657f1d-a575-4ed8-ae6e-c7768e70acff" providerId="ADAL" clId="{175D4790-8382-4FF6-941E-14A32FEF4E6F}" dt="2023-08-18T06:15:58.735" v="5479" actId="1076"/>
          <ac:spMkLst>
            <pc:docMk/>
            <pc:sldMk cId="3883581720" sldId="329"/>
            <ac:spMk id="57" creationId="{CFEF01E0-9A02-B4D6-6C69-B6EC61D7FC56}"/>
          </ac:spMkLst>
        </pc:spChg>
        <pc:spChg chg="mod">
          <ac:chgData name="SHIVAM PATHAK" userId="98657f1d-a575-4ed8-ae6e-c7768e70acff" providerId="ADAL" clId="{175D4790-8382-4FF6-941E-14A32FEF4E6F}" dt="2023-08-18T08:03:49.829" v="6273" actId="14100"/>
          <ac:spMkLst>
            <pc:docMk/>
            <pc:sldMk cId="3883581720" sldId="329"/>
            <ac:spMk id="81" creationId="{2E3B14B7-3055-1AF6-06FD-9D5E11837819}"/>
          </ac:spMkLst>
        </pc:spChg>
        <pc:spChg chg="mod">
          <ac:chgData name="SHIVAM PATHAK" userId="98657f1d-a575-4ed8-ae6e-c7768e70acff" providerId="ADAL" clId="{175D4790-8382-4FF6-941E-14A32FEF4E6F}" dt="2023-08-18T08:03:49.829" v="6273" actId="14100"/>
          <ac:spMkLst>
            <pc:docMk/>
            <pc:sldMk cId="3883581720" sldId="329"/>
            <ac:spMk id="82" creationId="{F4F6CDAC-3221-126F-168E-593182C51548}"/>
          </ac:spMkLst>
        </pc:spChg>
        <pc:spChg chg="mod">
          <ac:chgData name="SHIVAM PATHAK" userId="98657f1d-a575-4ed8-ae6e-c7768e70acff" providerId="ADAL" clId="{175D4790-8382-4FF6-941E-14A32FEF4E6F}" dt="2023-08-18T08:03:55.158" v="6275" actId="1076"/>
          <ac:spMkLst>
            <pc:docMk/>
            <pc:sldMk cId="3883581720" sldId="329"/>
            <ac:spMk id="110" creationId="{A7BB771A-708B-BC9C-50A3-231FB592DF7F}"/>
          </ac:spMkLst>
        </pc:spChg>
        <pc:grpChg chg="mod">
          <ac:chgData name="SHIVAM PATHAK" userId="98657f1d-a575-4ed8-ae6e-c7768e70acff" providerId="ADAL" clId="{175D4790-8382-4FF6-941E-14A32FEF4E6F}" dt="2023-08-18T08:03:49.829" v="6273" actId="14100"/>
          <ac:grpSpMkLst>
            <pc:docMk/>
            <pc:sldMk cId="3883581720" sldId="329"/>
            <ac:grpSpMk id="84" creationId="{C1538607-9078-73FC-326D-690984834308}"/>
          </ac:grpSpMkLst>
        </pc:grpChg>
        <pc:grpChg chg="mod">
          <ac:chgData name="SHIVAM PATHAK" userId="98657f1d-a575-4ed8-ae6e-c7768e70acff" providerId="ADAL" clId="{175D4790-8382-4FF6-941E-14A32FEF4E6F}" dt="2023-08-18T08:03:49.829" v="6273" actId="14100"/>
          <ac:grpSpMkLst>
            <pc:docMk/>
            <pc:sldMk cId="3883581720" sldId="329"/>
            <ac:grpSpMk id="111" creationId="{85AFD348-16C9-B54F-E9EA-BC2C41B7A9C8}"/>
          </ac:grpSpMkLst>
        </pc:grpChg>
        <pc:graphicFrameChg chg="add mod modGraphic">
          <ac:chgData name="SHIVAM PATHAK" userId="98657f1d-a575-4ed8-ae6e-c7768e70acff" providerId="ADAL" clId="{175D4790-8382-4FF6-941E-14A32FEF4E6F}" dt="2023-08-18T07:05:27.457" v="5913" actId="20577"/>
          <ac:graphicFrameMkLst>
            <pc:docMk/>
            <pc:sldMk cId="3883581720" sldId="329"/>
            <ac:graphicFrameMk id="3" creationId="{8D9AA43B-DB17-0801-DA16-28332B337908}"/>
          </ac:graphicFrameMkLst>
        </pc:graphicFrameChg>
        <pc:picChg chg="mod">
          <ac:chgData name="SHIVAM PATHAK" userId="98657f1d-a575-4ed8-ae6e-c7768e70acff" providerId="ADAL" clId="{175D4790-8382-4FF6-941E-14A32FEF4E6F}" dt="2023-08-18T08:03:49.829" v="6273" actId="14100"/>
          <ac:picMkLst>
            <pc:docMk/>
            <pc:sldMk cId="3883581720" sldId="329"/>
            <ac:picMk id="9230" creationId="{3C21E281-B293-D0E3-57C6-D2EF60E49A44}"/>
          </ac:picMkLst>
        </pc:picChg>
        <pc:picChg chg="mod">
          <ac:chgData name="SHIVAM PATHAK" userId="98657f1d-a575-4ed8-ae6e-c7768e70acff" providerId="ADAL" clId="{175D4790-8382-4FF6-941E-14A32FEF4E6F}" dt="2023-08-18T08:03:49.829" v="6273" actId="14100"/>
          <ac:picMkLst>
            <pc:docMk/>
            <pc:sldMk cId="3883581720" sldId="329"/>
            <ac:picMk id="9232" creationId="{2091F1F9-7698-D01E-0186-CBB223D46817}"/>
          </ac:picMkLst>
        </pc:picChg>
        <pc:cxnChg chg="mod">
          <ac:chgData name="SHIVAM PATHAK" userId="98657f1d-a575-4ed8-ae6e-c7768e70acff" providerId="ADAL" clId="{175D4790-8382-4FF6-941E-14A32FEF4E6F}" dt="2023-08-18T08:03:34.469" v="6270" actId="14100"/>
          <ac:cxnSpMkLst>
            <pc:docMk/>
            <pc:sldMk cId="3883581720" sldId="329"/>
            <ac:cxnSpMk id="127" creationId="{67CB2F36-1144-908C-BDB7-09820014A064}"/>
          </ac:cxnSpMkLst>
        </pc:cxnChg>
      </pc:sldChg>
      <pc:sldChg chg="new del">
        <pc:chgData name="SHIVAM PATHAK" userId="98657f1d-a575-4ed8-ae6e-c7768e70acff" providerId="ADAL" clId="{175D4790-8382-4FF6-941E-14A32FEF4E6F}" dt="2023-08-18T04:36:39.890" v="3187" actId="47"/>
        <pc:sldMkLst>
          <pc:docMk/>
          <pc:sldMk cId="342391786" sldId="330"/>
        </pc:sldMkLst>
      </pc:sldChg>
      <pc:sldChg chg="addSp delSp modSp add del mod ord">
        <pc:chgData name="SHIVAM PATHAK" userId="98657f1d-a575-4ed8-ae6e-c7768e70acff" providerId="ADAL" clId="{175D4790-8382-4FF6-941E-14A32FEF4E6F}" dt="2023-08-18T06:19:12.408" v="5690" actId="47"/>
        <pc:sldMkLst>
          <pc:docMk/>
          <pc:sldMk cId="73651565" sldId="331"/>
        </pc:sldMkLst>
        <pc:spChg chg="add del mod">
          <ac:chgData name="SHIVAM PATHAK" userId="98657f1d-a575-4ed8-ae6e-c7768e70acff" providerId="ADAL" clId="{175D4790-8382-4FF6-941E-14A32FEF4E6F}" dt="2023-08-18T05:28:45.917" v="3978" actId="1076"/>
          <ac:spMkLst>
            <pc:docMk/>
            <pc:sldMk cId="73651565" sldId="331"/>
            <ac:spMk id="2" creationId="{A6AA2842-23D1-9D4C-8C34-54F396B0B405}"/>
          </ac:spMkLst>
        </pc:spChg>
        <pc:spChg chg="add del mod">
          <ac:chgData name="SHIVAM PATHAK" userId="98657f1d-a575-4ed8-ae6e-c7768e70acff" providerId="ADAL" clId="{175D4790-8382-4FF6-941E-14A32FEF4E6F}" dt="2023-08-18T05:07:00.425" v="3301" actId="478"/>
          <ac:spMkLst>
            <pc:docMk/>
            <pc:sldMk cId="73651565" sldId="331"/>
            <ac:spMk id="3" creationId="{120F46B4-7F58-C2E2-C5D5-2D907321F1A1}"/>
          </ac:spMkLst>
        </pc:spChg>
        <pc:spChg chg="add del mod">
          <ac:chgData name="SHIVAM PATHAK" userId="98657f1d-a575-4ed8-ae6e-c7768e70acff" providerId="ADAL" clId="{175D4790-8382-4FF6-941E-14A32FEF4E6F}" dt="2023-08-18T05:07:10.928" v="3308" actId="478"/>
          <ac:spMkLst>
            <pc:docMk/>
            <pc:sldMk cId="73651565" sldId="331"/>
            <ac:spMk id="4" creationId="{1609D01E-3C91-DCE2-050B-0AF0A08C1162}"/>
          </ac:spMkLst>
        </pc:spChg>
        <pc:spChg chg="add del mod">
          <ac:chgData name="SHIVAM PATHAK" userId="98657f1d-a575-4ed8-ae6e-c7768e70acff" providerId="ADAL" clId="{175D4790-8382-4FF6-941E-14A32FEF4E6F}" dt="2023-08-18T05:05:32.131" v="3297" actId="478"/>
          <ac:spMkLst>
            <pc:docMk/>
            <pc:sldMk cId="73651565" sldId="331"/>
            <ac:spMk id="7" creationId="{3FEC6A73-017E-4743-C211-971E1354C414}"/>
          </ac:spMkLst>
        </pc:spChg>
        <pc:spChg chg="add del mod">
          <ac:chgData name="SHIVAM PATHAK" userId="98657f1d-a575-4ed8-ae6e-c7768e70acff" providerId="ADAL" clId="{175D4790-8382-4FF6-941E-14A32FEF4E6F}" dt="2023-08-18T05:07:10.928" v="3308" actId="478"/>
          <ac:spMkLst>
            <pc:docMk/>
            <pc:sldMk cId="73651565" sldId="331"/>
            <ac:spMk id="8" creationId="{2BA2A098-C97B-AE65-92ED-4D854EF4EA6E}"/>
          </ac:spMkLst>
        </pc:spChg>
        <pc:spChg chg="add del mod">
          <ac:chgData name="SHIVAM PATHAK" userId="98657f1d-a575-4ed8-ae6e-c7768e70acff" providerId="ADAL" clId="{175D4790-8382-4FF6-941E-14A32FEF4E6F}" dt="2023-08-18T05:07:12.819" v="3309" actId="478"/>
          <ac:spMkLst>
            <pc:docMk/>
            <pc:sldMk cId="73651565" sldId="331"/>
            <ac:spMk id="15" creationId="{B6D4E59D-96BC-47DF-76BC-D902CD7F6F13}"/>
          </ac:spMkLst>
        </pc:spChg>
        <pc:spChg chg="add del mod">
          <ac:chgData name="SHIVAM PATHAK" userId="98657f1d-a575-4ed8-ae6e-c7768e70acff" providerId="ADAL" clId="{175D4790-8382-4FF6-941E-14A32FEF4E6F}" dt="2023-08-18T05:07:05.850" v="3307" actId="478"/>
          <ac:spMkLst>
            <pc:docMk/>
            <pc:sldMk cId="73651565" sldId="331"/>
            <ac:spMk id="21" creationId="{D48D2979-25A4-9D01-232D-FBE8CC80C9C4}"/>
          </ac:spMkLst>
        </pc:spChg>
        <pc:spChg chg="add del mod">
          <ac:chgData name="SHIVAM PATHAK" userId="98657f1d-a575-4ed8-ae6e-c7768e70acff" providerId="ADAL" clId="{175D4790-8382-4FF6-941E-14A32FEF4E6F}" dt="2023-08-18T05:07:02.482" v="3302" actId="478"/>
          <ac:spMkLst>
            <pc:docMk/>
            <pc:sldMk cId="73651565" sldId="331"/>
            <ac:spMk id="22" creationId="{EB6672EE-A0F9-4D62-F950-45C8E0F83A33}"/>
          </ac:spMkLst>
        </pc:spChg>
        <pc:spChg chg="add del mod">
          <ac:chgData name="SHIVAM PATHAK" userId="98657f1d-a575-4ed8-ae6e-c7768e70acff" providerId="ADAL" clId="{175D4790-8382-4FF6-941E-14A32FEF4E6F}" dt="2023-08-18T05:07:10.928" v="3308" actId="478"/>
          <ac:spMkLst>
            <pc:docMk/>
            <pc:sldMk cId="73651565" sldId="331"/>
            <ac:spMk id="23" creationId="{495F52D0-3F80-0CD6-FA77-EF0AF2669187}"/>
          </ac:spMkLst>
        </pc:spChg>
        <pc:spChg chg="add del mod">
          <ac:chgData name="SHIVAM PATHAK" userId="98657f1d-a575-4ed8-ae6e-c7768e70acff" providerId="ADAL" clId="{175D4790-8382-4FF6-941E-14A32FEF4E6F}" dt="2023-08-18T05:07:10.928" v="3308" actId="478"/>
          <ac:spMkLst>
            <pc:docMk/>
            <pc:sldMk cId="73651565" sldId="331"/>
            <ac:spMk id="25" creationId="{686EC9FD-E073-1F44-C337-B3F6416984B0}"/>
          </ac:spMkLst>
        </pc:spChg>
        <pc:spChg chg="add del mod">
          <ac:chgData name="SHIVAM PATHAK" userId="98657f1d-a575-4ed8-ae6e-c7768e70acff" providerId="ADAL" clId="{175D4790-8382-4FF6-941E-14A32FEF4E6F}" dt="2023-08-18T05:07:10.928" v="3308" actId="478"/>
          <ac:spMkLst>
            <pc:docMk/>
            <pc:sldMk cId="73651565" sldId="331"/>
            <ac:spMk id="26" creationId="{202D401D-B701-94FC-DFDF-4DB77F81234D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27" creationId="{17D5EA9A-C7C1-19FF-678C-63B53D16C2D5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28" creationId="{23E62759-EF34-0A36-08CD-A34BACD85F90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29" creationId="{04FA0804-2921-2CA7-9B19-C6783DECD5A5}"/>
          </ac:spMkLst>
        </pc:spChg>
        <pc:spChg chg="del mod">
          <ac:chgData name="SHIVAM PATHAK" userId="98657f1d-a575-4ed8-ae6e-c7768e70acff" providerId="ADAL" clId="{175D4790-8382-4FF6-941E-14A32FEF4E6F}" dt="2023-08-18T04:45:16.133" v="3195" actId="478"/>
          <ac:spMkLst>
            <pc:docMk/>
            <pc:sldMk cId="73651565" sldId="331"/>
            <ac:spMk id="30" creationId="{BF4F0D2E-0409-9643-DC5B-03C44DDC01AC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31" creationId="{4EDDE438-A48D-707B-902C-BF89C09E936D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32" creationId="{950761B9-57E0-39C1-FD35-BDAAA962A863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33" creationId="{7EFEBBC3-9AC6-2042-8B77-AF6573E2350E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34" creationId="{BDE96F0B-441E-7892-5134-441C335C7A18}"/>
          </ac:spMkLst>
        </pc:spChg>
        <pc:spChg chg="del">
          <ac:chgData name="SHIVAM PATHAK" userId="98657f1d-a575-4ed8-ae6e-c7768e70acff" providerId="ADAL" clId="{175D4790-8382-4FF6-941E-14A32FEF4E6F}" dt="2023-08-18T04:45:14.617" v="3193" actId="478"/>
          <ac:spMkLst>
            <pc:docMk/>
            <pc:sldMk cId="73651565" sldId="331"/>
            <ac:spMk id="35" creationId="{9A2BDEE4-98FF-D1EC-1A95-4B3D50053708}"/>
          </ac:spMkLst>
        </pc:spChg>
        <pc:spChg chg="del">
          <ac:chgData name="SHIVAM PATHAK" userId="98657f1d-a575-4ed8-ae6e-c7768e70acff" providerId="ADAL" clId="{175D4790-8382-4FF6-941E-14A32FEF4E6F}" dt="2023-08-18T04:45:17.649" v="3196" actId="478"/>
          <ac:spMkLst>
            <pc:docMk/>
            <pc:sldMk cId="73651565" sldId="331"/>
            <ac:spMk id="36" creationId="{E8210F79-DAD9-7EF8-4537-8DA556F0C98B}"/>
          </ac:spMkLst>
        </pc:spChg>
        <pc:spChg chg="del mod">
          <ac:chgData name="SHIVAM PATHAK" userId="98657f1d-a575-4ed8-ae6e-c7768e70acff" providerId="ADAL" clId="{175D4790-8382-4FF6-941E-14A32FEF4E6F}" dt="2023-08-18T04:45:25.543" v="3201" actId="478"/>
          <ac:spMkLst>
            <pc:docMk/>
            <pc:sldMk cId="73651565" sldId="331"/>
            <ac:spMk id="37" creationId="{FB475740-A866-F2BB-39D3-7A3BEB86905C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38" creationId="{94779774-D1D6-37BE-FB7A-CAE73914C5DC}"/>
          </ac:spMkLst>
        </pc:spChg>
        <pc:spChg chg="del">
          <ac:chgData name="SHIVAM PATHAK" userId="98657f1d-a575-4ed8-ae6e-c7768e70acff" providerId="ADAL" clId="{175D4790-8382-4FF6-941E-14A32FEF4E6F}" dt="2023-08-18T04:36:54.223" v="3188" actId="478"/>
          <ac:spMkLst>
            <pc:docMk/>
            <pc:sldMk cId="73651565" sldId="331"/>
            <ac:spMk id="40" creationId="{81338CED-1538-975F-4DEB-DBD588C761EA}"/>
          </ac:spMkLst>
        </pc:spChg>
        <pc:spChg chg="del mod">
          <ac:chgData name="SHIVAM PATHAK" userId="98657f1d-a575-4ed8-ae6e-c7768e70acff" providerId="ADAL" clId="{175D4790-8382-4FF6-941E-14A32FEF4E6F}" dt="2023-08-18T04:45:21.336" v="3198" actId="478"/>
          <ac:spMkLst>
            <pc:docMk/>
            <pc:sldMk cId="73651565" sldId="331"/>
            <ac:spMk id="41" creationId="{0FDC8FEB-AABA-AC12-7CB9-4E4495087A97}"/>
          </ac:spMkLst>
        </pc:spChg>
        <pc:spChg chg="del">
          <ac:chgData name="SHIVAM PATHAK" userId="98657f1d-a575-4ed8-ae6e-c7768e70acff" providerId="ADAL" clId="{175D4790-8382-4FF6-941E-14A32FEF4E6F}" dt="2023-08-18T04:45:23.156" v="3199" actId="478"/>
          <ac:spMkLst>
            <pc:docMk/>
            <pc:sldMk cId="73651565" sldId="331"/>
            <ac:spMk id="42" creationId="{4ADD2B09-0151-D952-2D8D-A65270D6A7C9}"/>
          </ac:spMkLst>
        </pc:spChg>
        <pc:spChg chg="mod">
          <ac:chgData name="SHIVAM PATHAK" userId="98657f1d-a575-4ed8-ae6e-c7768e70acff" providerId="ADAL" clId="{175D4790-8382-4FF6-941E-14A32FEF4E6F}" dt="2023-08-18T05:58:44.446" v="5441" actId="20577"/>
          <ac:spMkLst>
            <pc:docMk/>
            <pc:sldMk cId="73651565" sldId="331"/>
            <ac:spMk id="43" creationId="{3B5C168E-B03C-6292-CDA9-7F1F59613C30}"/>
          </ac:spMkLst>
        </pc:spChg>
        <pc:spChg chg="mod">
          <ac:chgData name="SHIVAM PATHAK" userId="98657f1d-a575-4ed8-ae6e-c7768e70acff" providerId="ADAL" clId="{175D4790-8382-4FF6-941E-14A32FEF4E6F}" dt="2023-08-18T05:11:19.789" v="3366" actId="1076"/>
          <ac:spMkLst>
            <pc:docMk/>
            <pc:sldMk cId="73651565" sldId="331"/>
            <ac:spMk id="44" creationId="{8DCD28FF-1092-D0E4-EF96-81F33D849207}"/>
          </ac:spMkLst>
        </pc:spChg>
        <pc:spChg chg="add del mod">
          <ac:chgData name="SHIVAM PATHAK" userId="98657f1d-a575-4ed8-ae6e-c7768e70acff" providerId="ADAL" clId="{175D4790-8382-4FF6-941E-14A32FEF4E6F}" dt="2023-08-18T05:07:04.623" v="3305" actId="478"/>
          <ac:spMkLst>
            <pc:docMk/>
            <pc:sldMk cId="73651565" sldId="331"/>
            <ac:spMk id="56" creationId="{04DF28CA-39E1-A8D3-9F4C-0974A2AFF544}"/>
          </ac:spMkLst>
        </pc:spChg>
        <pc:spChg chg="add mod">
          <ac:chgData name="SHIVAM PATHAK" userId="98657f1d-a575-4ed8-ae6e-c7768e70acff" providerId="ADAL" clId="{175D4790-8382-4FF6-941E-14A32FEF4E6F}" dt="2023-08-18T05:49:51.374" v="5037" actId="1076"/>
          <ac:spMkLst>
            <pc:docMk/>
            <pc:sldMk cId="73651565" sldId="331"/>
            <ac:spMk id="58" creationId="{9815366E-FA57-0E88-28B8-C2BDE2ACA6C7}"/>
          </ac:spMkLst>
        </pc:spChg>
        <pc:spChg chg="add mod">
          <ac:chgData name="SHIVAM PATHAK" userId="98657f1d-a575-4ed8-ae6e-c7768e70acff" providerId="ADAL" clId="{175D4790-8382-4FF6-941E-14A32FEF4E6F}" dt="2023-08-18T05:49:36.257" v="5036" actId="1076"/>
          <ac:spMkLst>
            <pc:docMk/>
            <pc:sldMk cId="73651565" sldId="331"/>
            <ac:spMk id="59" creationId="{5D5C39CD-2EB1-4A16-5483-17452F529B98}"/>
          </ac:spMkLst>
        </pc:spChg>
        <pc:spChg chg="add del mod">
          <ac:chgData name="SHIVAM PATHAK" userId="98657f1d-a575-4ed8-ae6e-c7768e70acff" providerId="ADAL" clId="{175D4790-8382-4FF6-941E-14A32FEF4E6F}" dt="2023-08-18T05:30:19.355" v="4090" actId="478"/>
          <ac:spMkLst>
            <pc:docMk/>
            <pc:sldMk cId="73651565" sldId="331"/>
            <ac:spMk id="60" creationId="{17DA6332-4692-2ED1-845D-819BA025B399}"/>
          </ac:spMkLst>
        </pc:spChg>
        <pc:spChg chg="add del mod">
          <ac:chgData name="SHIVAM PATHAK" userId="98657f1d-a575-4ed8-ae6e-c7768e70acff" providerId="ADAL" clId="{175D4790-8382-4FF6-941E-14A32FEF4E6F}" dt="2023-08-18T05:47:59.489" v="4879" actId="478"/>
          <ac:spMkLst>
            <pc:docMk/>
            <pc:sldMk cId="73651565" sldId="331"/>
            <ac:spMk id="62" creationId="{F29B4ECC-FC2F-A7B1-A6ED-7CE51EAAAC28}"/>
          </ac:spMkLst>
        </pc:spChg>
        <pc:spChg chg="add mod">
          <ac:chgData name="SHIVAM PATHAK" userId="98657f1d-a575-4ed8-ae6e-c7768e70acff" providerId="ADAL" clId="{175D4790-8382-4FF6-941E-14A32FEF4E6F}" dt="2023-08-18T06:01:16.285" v="5451" actId="1076"/>
          <ac:spMkLst>
            <pc:docMk/>
            <pc:sldMk cId="73651565" sldId="331"/>
            <ac:spMk id="64" creationId="{C4433129-3D65-2AB4-2315-8F97C0E02BFB}"/>
          </ac:spMkLst>
        </pc:spChg>
        <pc:graphicFrameChg chg="del modGraphic">
          <ac:chgData name="SHIVAM PATHAK" userId="98657f1d-a575-4ed8-ae6e-c7768e70acff" providerId="ADAL" clId="{175D4790-8382-4FF6-941E-14A32FEF4E6F}" dt="2023-08-18T05:22:53.824" v="3598" actId="21"/>
          <ac:graphicFrameMkLst>
            <pc:docMk/>
            <pc:sldMk cId="73651565" sldId="331"/>
            <ac:graphicFrameMk id="48" creationId="{FEAC06EE-C2FB-152E-B60C-E9C08F61F12F}"/>
          </ac:graphicFrameMkLst>
        </pc:graphicFrameChg>
        <pc:graphicFrameChg chg="add mod modGraphic">
          <ac:chgData name="SHIVAM PATHAK" userId="98657f1d-a575-4ed8-ae6e-c7768e70acff" providerId="ADAL" clId="{175D4790-8382-4FF6-941E-14A32FEF4E6F}" dt="2023-08-18T05:58:13.832" v="5382" actId="14734"/>
          <ac:graphicFrameMkLst>
            <pc:docMk/>
            <pc:sldMk cId="73651565" sldId="331"/>
            <ac:graphicFrameMk id="61" creationId="{598F53AD-FBDF-D8E5-8208-98BA084F27CB}"/>
          </ac:graphicFrameMkLst>
        </pc:graphicFrameChg>
        <pc:graphicFrameChg chg="add del mod modGraphic">
          <ac:chgData name="SHIVAM PATHAK" userId="98657f1d-a575-4ed8-ae6e-c7768e70acff" providerId="ADAL" clId="{175D4790-8382-4FF6-941E-14A32FEF4E6F}" dt="2023-08-18T05:48:44.173" v="4883" actId="478"/>
          <ac:graphicFrameMkLst>
            <pc:docMk/>
            <pc:sldMk cId="73651565" sldId="331"/>
            <ac:graphicFrameMk id="63" creationId="{7369871C-A9EC-305E-6F41-D09A0123F168}"/>
          </ac:graphicFrameMkLst>
        </pc:graphicFrameChg>
        <pc:picChg chg="add del mod">
          <ac:chgData name="SHIVAM PATHAK" userId="98657f1d-a575-4ed8-ae6e-c7768e70acff" providerId="ADAL" clId="{175D4790-8382-4FF6-941E-14A32FEF4E6F}" dt="2023-08-18T05:07:10.928" v="3308" actId="478"/>
          <ac:picMkLst>
            <pc:docMk/>
            <pc:sldMk cId="73651565" sldId="331"/>
            <ac:picMk id="16" creationId="{D341E6FE-DFC5-3901-9DCF-C8D0D375A2E4}"/>
          </ac:picMkLst>
        </pc:picChg>
        <pc:picChg chg="add del mod">
          <ac:chgData name="SHIVAM PATHAK" userId="98657f1d-a575-4ed8-ae6e-c7768e70acff" providerId="ADAL" clId="{175D4790-8382-4FF6-941E-14A32FEF4E6F}" dt="2023-08-18T05:06:59.125" v="3300" actId="478"/>
          <ac:picMkLst>
            <pc:docMk/>
            <pc:sldMk cId="73651565" sldId="331"/>
            <ac:picMk id="20" creationId="{C73ECC14-5E39-3CD3-B0F9-77C7C513F5C1}"/>
          </ac:picMkLst>
        </pc:picChg>
        <pc:picChg chg="add del mod">
          <ac:chgData name="SHIVAM PATHAK" userId="98657f1d-a575-4ed8-ae6e-c7768e70acff" providerId="ADAL" clId="{175D4790-8382-4FF6-941E-14A32FEF4E6F}" dt="2023-08-18T05:07:10.928" v="3308" actId="478"/>
          <ac:picMkLst>
            <pc:docMk/>
            <pc:sldMk cId="73651565" sldId="331"/>
            <ac:picMk id="24" creationId="{26EE6471-30BF-CD3D-8346-E24207ADFEC6}"/>
          </ac:picMkLst>
        </pc:picChg>
        <pc:picChg chg="add del mod">
          <ac:chgData name="SHIVAM PATHAK" userId="98657f1d-a575-4ed8-ae6e-c7768e70acff" providerId="ADAL" clId="{175D4790-8382-4FF6-941E-14A32FEF4E6F}" dt="2023-08-18T05:07:10.928" v="3308" actId="478"/>
          <ac:picMkLst>
            <pc:docMk/>
            <pc:sldMk cId="73651565" sldId="331"/>
            <ac:picMk id="49" creationId="{376EBC8C-170F-995E-56F2-0399FA1BF9EC}"/>
          </ac:picMkLst>
        </pc:picChg>
        <pc:picChg chg="add del mod">
          <ac:chgData name="SHIVAM PATHAK" userId="98657f1d-a575-4ed8-ae6e-c7768e70acff" providerId="ADAL" clId="{175D4790-8382-4FF6-941E-14A32FEF4E6F}" dt="2023-08-18T05:07:10.928" v="3308" actId="478"/>
          <ac:picMkLst>
            <pc:docMk/>
            <pc:sldMk cId="73651565" sldId="331"/>
            <ac:picMk id="51" creationId="{8DC98BCF-02F2-ABB2-4901-E2012B16F892}"/>
          </ac:picMkLst>
        </pc:picChg>
        <pc:cxnChg chg="mod">
          <ac:chgData name="SHIVAM PATHAK" userId="98657f1d-a575-4ed8-ae6e-c7768e70acff" providerId="ADAL" clId="{175D4790-8382-4FF6-941E-14A32FEF4E6F}" dt="2023-08-18T05:07:21.109" v="3314" actId="1076"/>
          <ac:cxnSpMkLst>
            <pc:docMk/>
            <pc:sldMk cId="73651565" sldId="331"/>
            <ac:cxnSpMk id="6" creationId="{4EB3E144-4AA0-A07A-4919-D34D3278C3E5}"/>
          </ac:cxnSpMkLst>
        </pc:cxnChg>
        <pc:cxnChg chg="add del mod">
          <ac:chgData name="SHIVAM PATHAK" userId="98657f1d-a575-4ed8-ae6e-c7768e70acff" providerId="ADAL" clId="{175D4790-8382-4FF6-941E-14A32FEF4E6F}" dt="2023-08-18T05:07:18.359" v="3313" actId="478"/>
          <ac:cxnSpMkLst>
            <pc:docMk/>
            <pc:sldMk cId="73651565" sldId="331"/>
            <ac:cxnSpMk id="17" creationId="{2AFB87FD-BE76-EE6A-9A61-DD187A78642D}"/>
          </ac:cxnSpMkLst>
        </pc:cxnChg>
        <pc:cxnChg chg="add del mod">
          <ac:chgData name="SHIVAM PATHAK" userId="98657f1d-a575-4ed8-ae6e-c7768e70acff" providerId="ADAL" clId="{175D4790-8382-4FF6-941E-14A32FEF4E6F}" dt="2023-08-18T05:07:14.678" v="3311" actId="478"/>
          <ac:cxnSpMkLst>
            <pc:docMk/>
            <pc:sldMk cId="73651565" sldId="331"/>
            <ac:cxnSpMk id="18" creationId="{9E5734B6-8AC5-8FC2-24AC-111FFB5AACBD}"/>
          </ac:cxnSpMkLst>
        </pc:cxnChg>
        <pc:cxnChg chg="add del mod">
          <ac:chgData name="SHIVAM PATHAK" userId="98657f1d-a575-4ed8-ae6e-c7768e70acff" providerId="ADAL" clId="{175D4790-8382-4FF6-941E-14A32FEF4E6F}" dt="2023-08-18T05:07:16.429" v="3312" actId="478"/>
          <ac:cxnSpMkLst>
            <pc:docMk/>
            <pc:sldMk cId="73651565" sldId="331"/>
            <ac:cxnSpMk id="19" creationId="{20560757-D4B6-1779-7453-DE537F2D2DD4}"/>
          </ac:cxnSpMkLst>
        </pc:cxnChg>
        <pc:cxnChg chg="add del mod">
          <ac:chgData name="SHIVAM PATHAK" userId="98657f1d-a575-4ed8-ae6e-c7768e70acff" providerId="ADAL" clId="{175D4790-8382-4FF6-941E-14A32FEF4E6F}" dt="2023-08-18T05:07:10.928" v="3308" actId="478"/>
          <ac:cxnSpMkLst>
            <pc:docMk/>
            <pc:sldMk cId="73651565" sldId="331"/>
            <ac:cxnSpMk id="39" creationId="{3F753D4D-6841-AEDA-8CD4-BCD74BC3C8BE}"/>
          </ac:cxnSpMkLst>
        </pc:cxnChg>
        <pc:cxnChg chg="add del mod">
          <ac:chgData name="SHIVAM PATHAK" userId="98657f1d-a575-4ed8-ae6e-c7768e70acff" providerId="ADAL" clId="{175D4790-8382-4FF6-941E-14A32FEF4E6F}" dt="2023-08-18T05:07:10.928" v="3308" actId="478"/>
          <ac:cxnSpMkLst>
            <pc:docMk/>
            <pc:sldMk cId="73651565" sldId="331"/>
            <ac:cxnSpMk id="45" creationId="{FE77E176-6B05-1902-0044-55E042CC7BFE}"/>
          </ac:cxnSpMkLst>
        </pc:cxnChg>
        <pc:cxnChg chg="add del mod">
          <ac:chgData name="SHIVAM PATHAK" userId="98657f1d-a575-4ed8-ae6e-c7768e70acff" providerId="ADAL" clId="{175D4790-8382-4FF6-941E-14A32FEF4E6F}" dt="2023-08-18T05:07:10.928" v="3308" actId="478"/>
          <ac:cxnSpMkLst>
            <pc:docMk/>
            <pc:sldMk cId="73651565" sldId="331"/>
            <ac:cxnSpMk id="46" creationId="{13283321-EC07-51DE-249C-4E87738A2DBE}"/>
          </ac:cxnSpMkLst>
        </pc:cxnChg>
        <pc:cxnChg chg="add del mod">
          <ac:chgData name="SHIVAM PATHAK" userId="98657f1d-a575-4ed8-ae6e-c7768e70acff" providerId="ADAL" clId="{175D4790-8382-4FF6-941E-14A32FEF4E6F}" dt="2023-08-18T05:07:10.928" v="3308" actId="478"/>
          <ac:cxnSpMkLst>
            <pc:docMk/>
            <pc:sldMk cId="73651565" sldId="331"/>
            <ac:cxnSpMk id="47" creationId="{0D4B3474-0BB8-C6C3-0432-F0C7066F04FD}"/>
          </ac:cxnSpMkLst>
        </pc:cxnChg>
        <pc:cxnChg chg="add del mod">
          <ac:chgData name="SHIVAM PATHAK" userId="98657f1d-a575-4ed8-ae6e-c7768e70acff" providerId="ADAL" clId="{175D4790-8382-4FF6-941E-14A32FEF4E6F}" dt="2023-08-18T05:07:10.928" v="3308" actId="478"/>
          <ac:cxnSpMkLst>
            <pc:docMk/>
            <pc:sldMk cId="73651565" sldId="331"/>
            <ac:cxnSpMk id="50" creationId="{C69841B7-1448-DE34-A881-E03144F4CACA}"/>
          </ac:cxnSpMkLst>
        </pc:cxnChg>
      </pc:sldChg>
      <pc:sldChg chg="addSp delSp modSp new mod">
        <pc:chgData name="SHIVAM PATHAK" userId="98657f1d-a575-4ed8-ae6e-c7768e70acff" providerId="ADAL" clId="{175D4790-8382-4FF6-941E-14A32FEF4E6F}" dt="2023-08-18T05:23:14.034" v="3604" actId="478"/>
        <pc:sldMkLst>
          <pc:docMk/>
          <pc:sldMk cId="3325954606" sldId="333"/>
        </pc:sldMkLst>
        <pc:spChg chg="del mod">
          <ac:chgData name="SHIVAM PATHAK" userId="98657f1d-a575-4ed8-ae6e-c7768e70acff" providerId="ADAL" clId="{175D4790-8382-4FF6-941E-14A32FEF4E6F}" dt="2023-08-18T05:23:14.034" v="3604" actId="478"/>
          <ac:spMkLst>
            <pc:docMk/>
            <pc:sldMk cId="3325954606" sldId="333"/>
            <ac:spMk id="2" creationId="{F26CBFDD-AE20-30DD-7D5E-AA9547A3A6E4}"/>
          </ac:spMkLst>
        </pc:spChg>
        <pc:spChg chg="del">
          <ac:chgData name="SHIVAM PATHAK" userId="98657f1d-a575-4ed8-ae6e-c7768e70acff" providerId="ADAL" clId="{175D4790-8382-4FF6-941E-14A32FEF4E6F}" dt="2023-08-18T05:23:12.029" v="3602" actId="478"/>
          <ac:spMkLst>
            <pc:docMk/>
            <pc:sldMk cId="3325954606" sldId="333"/>
            <ac:spMk id="3" creationId="{DE578861-86F8-BECD-EE91-605BDD4BFDBB}"/>
          </ac:spMkLst>
        </pc:spChg>
        <pc:graphicFrameChg chg="add mod">
          <ac:chgData name="SHIVAM PATHAK" userId="98657f1d-a575-4ed8-ae6e-c7768e70acff" providerId="ADAL" clId="{175D4790-8382-4FF6-941E-14A32FEF4E6F}" dt="2023-08-18T05:23:10.157" v="3601" actId="1076"/>
          <ac:graphicFrameMkLst>
            <pc:docMk/>
            <pc:sldMk cId="3325954606" sldId="333"/>
            <ac:graphicFrameMk id="4" creationId="{CE167224-0319-AF6F-EE71-D115E936543F}"/>
          </ac:graphicFrameMkLst>
        </pc:graphicFrameChg>
      </pc:sldChg>
      <pc:sldChg chg="modSp mod">
        <pc:chgData name="SHIVAM PATHAK" userId="98657f1d-a575-4ed8-ae6e-c7768e70acff" providerId="ADAL" clId="{175D4790-8382-4FF6-941E-14A32FEF4E6F}" dt="2023-08-18T06:19:41.777" v="5755" actId="20577"/>
        <pc:sldMkLst>
          <pc:docMk/>
          <pc:sldMk cId="629042928" sldId="334"/>
        </pc:sldMkLst>
        <pc:spChg chg="mod">
          <ac:chgData name="SHIVAM PATHAK" userId="98657f1d-a575-4ed8-ae6e-c7768e70acff" providerId="ADAL" clId="{175D4790-8382-4FF6-941E-14A32FEF4E6F}" dt="2023-08-18T06:18:22.295" v="5689" actId="1076"/>
          <ac:spMkLst>
            <pc:docMk/>
            <pc:sldMk cId="629042928" sldId="334"/>
            <ac:spMk id="59" creationId="{5D5C39CD-2EB1-4A16-5483-17452F529B98}"/>
          </ac:spMkLst>
        </pc:spChg>
        <pc:spChg chg="mod">
          <ac:chgData name="SHIVAM PATHAK" userId="98657f1d-a575-4ed8-ae6e-c7768e70acff" providerId="ADAL" clId="{175D4790-8382-4FF6-941E-14A32FEF4E6F}" dt="2023-08-18T06:19:41.777" v="5755" actId="20577"/>
          <ac:spMkLst>
            <pc:docMk/>
            <pc:sldMk cId="629042928" sldId="334"/>
            <ac:spMk id="64" creationId="{C4433129-3D65-2AB4-2315-8F97C0E02BFB}"/>
          </ac:spMkLst>
        </pc:spChg>
      </pc:sldChg>
      <pc:sldChg chg="addSp delSp modSp mod">
        <pc:chgData name="SHIVAM PATHAK" userId="98657f1d-a575-4ed8-ae6e-c7768e70acff" providerId="ADAL" clId="{175D4790-8382-4FF6-941E-14A32FEF4E6F}" dt="2023-08-18T08:23:28.643" v="6714" actId="1076"/>
        <pc:sldMkLst>
          <pc:docMk/>
          <pc:sldMk cId="2646481569" sldId="335"/>
        </pc:sldMkLst>
        <pc:spChg chg="mod">
          <ac:chgData name="SHIVAM PATHAK" userId="98657f1d-a575-4ed8-ae6e-c7768e70acff" providerId="ADAL" clId="{175D4790-8382-4FF6-941E-14A32FEF4E6F}" dt="2023-08-18T08:17:25.025" v="6684" actId="20577"/>
          <ac:spMkLst>
            <pc:docMk/>
            <pc:sldMk cId="2646481569" sldId="335"/>
            <ac:spMk id="2" creationId="{A6AA2842-23D1-9D4C-8C34-54F396B0B405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30" creationId="{5900244D-3FF5-11A4-8742-9130E32A7BC8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31" creationId="{83C686A8-4F4C-E69F-6F9A-7C075A88AADA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32" creationId="{02BAD1C1-E9EA-BA68-E3FD-0D70453CB745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33" creationId="{08BE7E8D-EEDB-DC44-8170-901A18E334D0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34" creationId="{7DE70C49-2AD9-A27F-2BDF-0842238BEC40}"/>
          </ac:spMkLst>
        </pc:spChg>
        <pc:spChg chg="mod topLvl">
          <ac:chgData name="SHIVAM PATHAK" userId="98657f1d-a575-4ed8-ae6e-c7768e70acff" providerId="ADAL" clId="{175D4790-8382-4FF6-941E-14A32FEF4E6F}" dt="2023-08-18T07:47:14.724" v="6039" actId="108"/>
          <ac:spMkLst>
            <pc:docMk/>
            <pc:sldMk cId="2646481569" sldId="335"/>
            <ac:spMk id="36" creationId="{E3C74C54-482D-02A5-D544-BEFE55DA9926}"/>
          </ac:spMkLst>
        </pc:spChg>
        <pc:spChg chg="mod topLvl">
          <ac:chgData name="SHIVAM PATHAK" userId="98657f1d-a575-4ed8-ae6e-c7768e70acff" providerId="ADAL" clId="{175D4790-8382-4FF6-941E-14A32FEF4E6F}" dt="2023-08-18T07:46:34.697" v="6030" actId="165"/>
          <ac:spMkLst>
            <pc:docMk/>
            <pc:sldMk cId="2646481569" sldId="335"/>
            <ac:spMk id="50" creationId="{93409E87-9026-5712-1F45-F01DF5DF741F}"/>
          </ac:spMkLst>
        </pc:spChg>
        <pc:spChg chg="mod topLvl">
          <ac:chgData name="SHIVAM PATHAK" userId="98657f1d-a575-4ed8-ae6e-c7768e70acff" providerId="ADAL" clId="{175D4790-8382-4FF6-941E-14A32FEF4E6F}" dt="2023-08-18T07:47:09.130" v="6038" actId="404"/>
          <ac:spMkLst>
            <pc:docMk/>
            <pc:sldMk cId="2646481569" sldId="335"/>
            <ac:spMk id="52" creationId="{3B664A68-FECD-77DF-885F-360247EBF2DE}"/>
          </ac:spMkLst>
        </pc:spChg>
        <pc:grpChg chg="del">
          <ac:chgData name="SHIVAM PATHAK" userId="98657f1d-a575-4ed8-ae6e-c7768e70acff" providerId="ADAL" clId="{175D4790-8382-4FF6-941E-14A32FEF4E6F}" dt="2023-08-18T07:42:49.840" v="6002" actId="478"/>
          <ac:grpSpMkLst>
            <pc:docMk/>
            <pc:sldMk cId="2646481569" sldId="335"/>
            <ac:grpSpMk id="5" creationId="{0DB672C6-78D4-06B3-57AF-A68B5AEE6710}"/>
          </ac:grpSpMkLst>
        </pc:grpChg>
        <pc:grpChg chg="add del mod">
          <ac:chgData name="SHIVAM PATHAK" userId="98657f1d-a575-4ed8-ae6e-c7768e70acff" providerId="ADAL" clId="{175D4790-8382-4FF6-941E-14A32FEF4E6F}" dt="2023-08-18T07:46:34.697" v="6030" actId="165"/>
          <ac:grpSpMkLst>
            <pc:docMk/>
            <pc:sldMk cId="2646481569" sldId="335"/>
            <ac:grpSpMk id="29" creationId="{A1D35D46-027A-DE64-046C-CD00C7E86961}"/>
          </ac:grpSpMkLst>
        </pc:grpChg>
        <pc:graphicFrameChg chg="add mod modGraphic">
          <ac:chgData name="SHIVAM PATHAK" userId="98657f1d-a575-4ed8-ae6e-c7768e70acff" providerId="ADAL" clId="{175D4790-8382-4FF6-941E-14A32FEF4E6F}" dt="2023-08-18T07:30:17.321" v="5946" actId="14100"/>
          <ac:graphicFrameMkLst>
            <pc:docMk/>
            <pc:sldMk cId="2646481569" sldId="335"/>
            <ac:graphicFrameMk id="16" creationId="{FCB6118F-C0A3-E9E3-13A4-80CB5A864F50}"/>
          </ac:graphicFrameMkLst>
        </pc:graphicFrameChg>
        <pc:picChg chg="add mod">
          <ac:chgData name="SHIVAM PATHAK" userId="98657f1d-a575-4ed8-ae6e-c7768e70acff" providerId="ADAL" clId="{175D4790-8382-4FF6-941E-14A32FEF4E6F}" dt="2023-08-18T08:18:52.163" v="6687" actId="1076"/>
          <ac:picMkLst>
            <pc:docMk/>
            <pc:sldMk cId="2646481569" sldId="335"/>
            <ac:picMk id="1026" creationId="{608EE965-DB47-8F2B-05D4-BA8DA306B379}"/>
          </ac:picMkLst>
        </pc:picChg>
        <pc:picChg chg="add mod">
          <ac:chgData name="SHIVAM PATHAK" userId="98657f1d-a575-4ed8-ae6e-c7768e70acff" providerId="ADAL" clId="{175D4790-8382-4FF6-941E-14A32FEF4E6F}" dt="2023-08-18T08:20:57.317" v="6698" actId="14100"/>
          <ac:picMkLst>
            <pc:docMk/>
            <pc:sldMk cId="2646481569" sldId="335"/>
            <ac:picMk id="1028" creationId="{5081C2DF-EF06-DFF5-5B0E-76F512A04EBD}"/>
          </ac:picMkLst>
        </pc:picChg>
        <pc:picChg chg="add mod">
          <ac:chgData name="SHIVAM PATHAK" userId="98657f1d-a575-4ed8-ae6e-c7768e70acff" providerId="ADAL" clId="{175D4790-8382-4FF6-941E-14A32FEF4E6F}" dt="2023-08-18T08:23:24.277" v="6713" actId="1076"/>
          <ac:picMkLst>
            <pc:docMk/>
            <pc:sldMk cId="2646481569" sldId="335"/>
            <ac:picMk id="1030" creationId="{B3856419-4559-57A6-F2AE-1BB8E752EDB0}"/>
          </ac:picMkLst>
        </pc:picChg>
        <pc:picChg chg="add mod">
          <ac:chgData name="SHIVAM PATHAK" userId="98657f1d-a575-4ed8-ae6e-c7768e70acff" providerId="ADAL" clId="{175D4790-8382-4FF6-941E-14A32FEF4E6F}" dt="2023-08-18T08:21:40.698" v="6704" actId="1076"/>
          <ac:picMkLst>
            <pc:docMk/>
            <pc:sldMk cId="2646481569" sldId="335"/>
            <ac:picMk id="1032" creationId="{8FFBABD9-FA23-B5BC-4C53-4141EE78C74C}"/>
          </ac:picMkLst>
        </pc:picChg>
        <pc:picChg chg="add mod">
          <ac:chgData name="SHIVAM PATHAK" userId="98657f1d-a575-4ed8-ae6e-c7768e70acff" providerId="ADAL" clId="{175D4790-8382-4FF6-941E-14A32FEF4E6F}" dt="2023-08-18T08:23:28.643" v="6714" actId="1076"/>
          <ac:picMkLst>
            <pc:docMk/>
            <pc:sldMk cId="2646481569" sldId="335"/>
            <ac:picMk id="1034" creationId="{6946337D-7774-8243-8AF5-15FBC1B66FCA}"/>
          </ac:picMkLst>
        </pc:picChg>
        <pc:picChg chg="add del mod">
          <ac:chgData name="SHIVAM PATHAK" userId="98657f1d-a575-4ed8-ae6e-c7768e70acff" providerId="ADAL" clId="{175D4790-8382-4FF6-941E-14A32FEF4E6F}" dt="2023-08-18T08:22:53.289" v="6710" actId="478"/>
          <ac:picMkLst>
            <pc:docMk/>
            <pc:sldMk cId="2646481569" sldId="335"/>
            <ac:picMk id="1036" creationId="{0AEAA657-BAB0-FD7C-6703-93C5DC576CCD}"/>
          </ac:picMkLst>
        </pc:picChg>
      </pc:sldChg>
      <pc:sldChg chg="addSp delSp modSp new mod">
        <pc:chgData name="SHIVAM PATHAK" userId="98657f1d-a575-4ed8-ae6e-c7768e70acff" providerId="ADAL" clId="{175D4790-8382-4FF6-941E-14A32FEF4E6F}" dt="2023-08-18T07:39:37.970" v="5979" actId="478"/>
        <pc:sldMkLst>
          <pc:docMk/>
          <pc:sldMk cId="4003036336" sldId="336"/>
        </pc:sldMkLst>
        <pc:spChg chg="del">
          <ac:chgData name="SHIVAM PATHAK" userId="98657f1d-a575-4ed8-ae6e-c7768e70acff" providerId="ADAL" clId="{175D4790-8382-4FF6-941E-14A32FEF4E6F}" dt="2023-08-18T07:35:21.581" v="5950" actId="478"/>
          <ac:spMkLst>
            <pc:docMk/>
            <pc:sldMk cId="4003036336" sldId="336"/>
            <ac:spMk id="2" creationId="{39A38E61-CF9D-2025-A252-B74AA5D193BC}"/>
          </ac:spMkLst>
        </pc:spChg>
        <pc:spChg chg="del">
          <ac:chgData name="SHIVAM PATHAK" userId="98657f1d-a575-4ed8-ae6e-c7768e70acff" providerId="ADAL" clId="{175D4790-8382-4FF6-941E-14A32FEF4E6F}" dt="2023-08-18T07:35:22.977" v="5951" actId="478"/>
          <ac:spMkLst>
            <pc:docMk/>
            <pc:sldMk cId="4003036336" sldId="336"/>
            <ac:spMk id="3" creationId="{A5133197-62DE-73AA-BF0F-4D8B8385C810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4" creationId="{B3325270-9857-3B29-4638-9DE71659DF5E}"/>
          </ac:spMkLst>
        </pc:spChg>
        <pc:spChg chg="mod">
          <ac:chgData name="SHIVAM PATHAK" userId="98657f1d-a575-4ed8-ae6e-c7768e70acff" providerId="ADAL" clId="{175D4790-8382-4FF6-941E-14A32FEF4E6F}" dt="2023-08-18T07:35:19.116" v="5948"/>
          <ac:spMkLst>
            <pc:docMk/>
            <pc:sldMk cId="4003036336" sldId="336"/>
            <ac:spMk id="6" creationId="{5A741E19-D528-7C94-1FA6-DF14EDBEC22D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0" creationId="{10C5165E-B1BB-B264-DA0F-DB868338F356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1" creationId="{5D700958-BB31-9454-B9DD-07B95430B488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4" creationId="{F1543DA7-54B7-F4F8-B7A5-1047722D7B0A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5" creationId="{BD305F81-CDBF-4EB0-BA09-94530A00E279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6" creationId="{97E67187-DFB0-9B48-47D4-69E778A7CB37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7" creationId="{C0BF04F0-9D3D-D5FC-E4C5-520DE55E803B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8" creationId="{9FDB3323-E40B-CE1B-61CE-10883C620E41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19" creationId="{45B091CC-F693-2A90-5134-5EA1A93374AF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0" creationId="{E03581C9-D1B8-BB6B-8EBA-D03F3C09BB30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1" creationId="{2B60B82C-AB08-035D-9AD8-3C7EC34F4F31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2" creationId="{0A6E3A2C-3C27-6434-B42F-F5576CF4319D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3" creationId="{2A4F2C68-54B6-74A5-0240-9E39BE57A532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4" creationId="{C38870E3-C663-0A2D-A674-C8AAB479CE52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5" creationId="{C3D6443F-3197-F91D-6309-339B233AA535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26" creationId="{A815516A-2AB3-AF8C-FA1F-85724804F36F}"/>
          </ac:spMkLst>
        </pc:spChg>
        <pc:spChg chg="mod">
          <ac:chgData name="SHIVAM PATHAK" userId="98657f1d-a575-4ed8-ae6e-c7768e70acff" providerId="ADAL" clId="{175D4790-8382-4FF6-941E-14A32FEF4E6F}" dt="2023-08-18T07:35:19.116" v="5948"/>
          <ac:spMkLst>
            <pc:docMk/>
            <pc:sldMk cId="4003036336" sldId="336"/>
            <ac:spMk id="28" creationId="{33BD384E-50C0-02AB-A5FE-BDDB47B0745E}"/>
          </ac:spMkLst>
        </pc:spChg>
        <pc:spChg chg="mod">
          <ac:chgData name="SHIVAM PATHAK" userId="98657f1d-a575-4ed8-ae6e-c7768e70acff" providerId="ADAL" clId="{175D4790-8382-4FF6-941E-14A32FEF4E6F}" dt="2023-08-18T07:35:19.116" v="5948"/>
          <ac:spMkLst>
            <pc:docMk/>
            <pc:sldMk cId="4003036336" sldId="336"/>
            <ac:spMk id="31" creationId="{FFFEA6D9-2987-CE15-2A0C-6BBBAA7B9F86}"/>
          </ac:spMkLst>
        </pc:spChg>
        <pc:spChg chg="mod">
          <ac:chgData name="SHIVAM PATHAK" userId="98657f1d-a575-4ed8-ae6e-c7768e70acff" providerId="ADAL" clId="{175D4790-8382-4FF6-941E-14A32FEF4E6F}" dt="2023-08-18T07:35:19.116" v="5948"/>
          <ac:spMkLst>
            <pc:docMk/>
            <pc:sldMk cId="4003036336" sldId="336"/>
            <ac:spMk id="39" creationId="{784A4114-5DA6-FB75-723A-91E73A9DB2CB}"/>
          </ac:spMkLst>
        </pc:spChg>
        <pc:spChg chg="mod">
          <ac:chgData name="SHIVAM PATHAK" userId="98657f1d-a575-4ed8-ae6e-c7768e70acff" providerId="ADAL" clId="{175D4790-8382-4FF6-941E-14A32FEF4E6F}" dt="2023-08-18T07:35:19.116" v="5948"/>
          <ac:spMkLst>
            <pc:docMk/>
            <pc:sldMk cId="4003036336" sldId="336"/>
            <ac:spMk id="50" creationId="{4F275185-D32A-918A-3A42-A54DD3B439A4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56" creationId="{72401D75-AB8F-45E9-B01F-A2A30B62FADA}"/>
          </ac:spMkLst>
        </pc:spChg>
        <pc:spChg chg="add del mod">
          <ac:chgData name="SHIVAM PATHAK" userId="98657f1d-a575-4ed8-ae6e-c7768e70acff" providerId="ADAL" clId="{175D4790-8382-4FF6-941E-14A32FEF4E6F}" dt="2023-08-18T07:35:20.042" v="5949"/>
          <ac:spMkLst>
            <pc:docMk/>
            <pc:sldMk cId="4003036336" sldId="336"/>
            <ac:spMk id="57" creationId="{085EC7A4-FFC8-26DA-F68C-C007D344BE94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58" creationId="{85A3D9CB-D09F-05B9-B103-BB6F07E7A0E7}"/>
          </ac:spMkLst>
        </pc:spChg>
        <pc:spChg chg="mod">
          <ac:chgData name="SHIVAM PATHAK" userId="98657f1d-a575-4ed8-ae6e-c7768e70acff" providerId="ADAL" clId="{175D4790-8382-4FF6-941E-14A32FEF4E6F}" dt="2023-08-18T07:35:23.472" v="5952"/>
          <ac:spMkLst>
            <pc:docMk/>
            <pc:sldMk cId="4003036336" sldId="336"/>
            <ac:spMk id="60" creationId="{0057658D-D227-EC93-B9C2-651974A144FA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64" creationId="{6713B0E6-23DD-AB03-842F-F6C3123ED99A}"/>
          </ac:spMkLst>
        </pc:spChg>
        <pc:spChg chg="add del mod">
          <ac:chgData name="SHIVAM PATHAK" userId="98657f1d-a575-4ed8-ae6e-c7768e70acff" providerId="ADAL" clId="{175D4790-8382-4FF6-941E-14A32FEF4E6F}" dt="2023-08-18T07:39:37.970" v="5979" actId="478"/>
          <ac:spMkLst>
            <pc:docMk/>
            <pc:sldMk cId="4003036336" sldId="336"/>
            <ac:spMk id="65" creationId="{3456B4BF-0FAB-F842-CE9D-81FEFF1BA70B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68" creationId="{30DC4FB0-3E99-5EA6-7A8C-452DBBA35723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69" creationId="{DC93FCA9-7237-21EE-F485-F2C97C7794CE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0" creationId="{5E4AAB12-7A8C-1BB3-F8B0-0112B8F04A9A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1" creationId="{8FF0B34A-8107-73E1-9252-611806696B47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2" creationId="{B468BC6F-8BA5-0EAD-084E-3197B0FF713C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3" creationId="{1EEFE2BD-2107-8C49-964E-92553B17D319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4" creationId="{C060CE61-FD67-70AE-274C-3326EA6B37BB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5" creationId="{0A624D86-1A4D-23F2-04A9-E18A4EF19767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6" creationId="{07DCF7D1-CC0D-F5FA-FB7C-8B8F1C9180A5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7" creationId="{8DB4272B-02C6-5E1E-7E56-2505766E71A1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8" creationId="{0586C59A-C745-510A-DFCC-8833FDFE1509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79" creationId="{A05DBD6D-6DB0-81BF-29A5-585E24CEA3E9}"/>
          </ac:spMkLst>
        </pc:spChg>
        <pc:spChg chg="add mod">
          <ac:chgData name="SHIVAM PATHAK" userId="98657f1d-a575-4ed8-ae6e-c7768e70acff" providerId="ADAL" clId="{175D4790-8382-4FF6-941E-14A32FEF4E6F}" dt="2023-08-18T07:39:34.804" v="5978" actId="1076"/>
          <ac:spMkLst>
            <pc:docMk/>
            <pc:sldMk cId="4003036336" sldId="336"/>
            <ac:spMk id="80" creationId="{B1929BDE-C993-C4EE-4D44-1D993631736E}"/>
          </ac:spMkLst>
        </pc:spChg>
        <pc:spChg chg="mod">
          <ac:chgData name="SHIVAM PATHAK" userId="98657f1d-a575-4ed8-ae6e-c7768e70acff" providerId="ADAL" clId="{175D4790-8382-4FF6-941E-14A32FEF4E6F}" dt="2023-08-18T07:35:23.472" v="5952"/>
          <ac:spMkLst>
            <pc:docMk/>
            <pc:sldMk cId="4003036336" sldId="336"/>
            <ac:spMk id="82" creationId="{D8D5D886-77A7-D178-E061-33BAD951E30E}"/>
          </ac:spMkLst>
        </pc:spChg>
        <pc:spChg chg="mod">
          <ac:chgData name="SHIVAM PATHAK" userId="98657f1d-a575-4ed8-ae6e-c7768e70acff" providerId="ADAL" clId="{175D4790-8382-4FF6-941E-14A32FEF4E6F}" dt="2023-08-18T07:35:23.472" v="5952"/>
          <ac:spMkLst>
            <pc:docMk/>
            <pc:sldMk cId="4003036336" sldId="336"/>
            <ac:spMk id="85" creationId="{1F38BE41-4F03-3A1E-7367-BA08CCF98C73}"/>
          </ac:spMkLst>
        </pc:spChg>
        <pc:spChg chg="mod">
          <ac:chgData name="SHIVAM PATHAK" userId="98657f1d-a575-4ed8-ae6e-c7768e70acff" providerId="ADAL" clId="{175D4790-8382-4FF6-941E-14A32FEF4E6F}" dt="2023-08-18T07:35:23.472" v="5952"/>
          <ac:spMkLst>
            <pc:docMk/>
            <pc:sldMk cId="4003036336" sldId="336"/>
            <ac:spMk id="93" creationId="{18DB60B4-258E-B9C0-3EAF-0F6741CFCD50}"/>
          </ac:spMkLst>
        </pc:spChg>
        <pc:spChg chg="mod">
          <ac:chgData name="SHIVAM PATHAK" userId="98657f1d-a575-4ed8-ae6e-c7768e70acff" providerId="ADAL" clId="{175D4790-8382-4FF6-941E-14A32FEF4E6F}" dt="2023-08-18T07:35:23.472" v="5952"/>
          <ac:spMkLst>
            <pc:docMk/>
            <pc:sldMk cId="4003036336" sldId="336"/>
            <ac:spMk id="104" creationId="{0E3CCE95-A632-E34A-D19C-D6877BC1C8A8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110" creationId="{078D81E1-68D5-D90E-CCD7-AEF5F3A8BB8E}"/>
          </ac:spMkLst>
        </pc:spChg>
        <pc:spChg chg="add del mod">
          <ac:chgData name="SHIVAM PATHAK" userId="98657f1d-a575-4ed8-ae6e-c7768e70acff" providerId="ADAL" clId="{175D4790-8382-4FF6-941E-14A32FEF4E6F}" dt="2023-08-18T07:36:20.205" v="5958" actId="478"/>
          <ac:spMkLst>
            <pc:docMk/>
            <pc:sldMk cId="4003036336" sldId="336"/>
            <ac:spMk id="111" creationId="{696A2E27-0E9E-AC6D-7320-3BF71A38CBC7}"/>
          </ac:spMkLst>
        </pc:spChg>
        <pc:grpChg chg="add del mod">
          <ac:chgData name="SHIVAM PATHAK" userId="98657f1d-a575-4ed8-ae6e-c7768e70acff" providerId="ADAL" clId="{175D4790-8382-4FF6-941E-14A32FEF4E6F}" dt="2023-08-18T07:35:20.042" v="5949"/>
          <ac:grpSpMkLst>
            <pc:docMk/>
            <pc:sldMk cId="4003036336" sldId="336"/>
            <ac:grpSpMk id="5" creationId="{D1E9FAE5-A547-0785-754C-45439547D4F5}"/>
          </ac:grpSpMkLst>
        </pc:grpChg>
        <pc:grpChg chg="add del mod">
          <ac:chgData name="SHIVAM PATHAK" userId="98657f1d-a575-4ed8-ae6e-c7768e70acff" providerId="ADAL" clId="{175D4790-8382-4FF6-941E-14A32FEF4E6F}" dt="2023-08-18T07:35:20.042" v="5949"/>
          <ac:grpSpMkLst>
            <pc:docMk/>
            <pc:sldMk cId="4003036336" sldId="336"/>
            <ac:grpSpMk id="27" creationId="{FBEF5635-5F57-80EB-CE66-A8972FF0D02C}"/>
          </ac:grpSpMkLst>
        </pc:grpChg>
        <pc:grpChg chg="add del mod">
          <ac:chgData name="SHIVAM PATHAK" userId="98657f1d-a575-4ed8-ae6e-c7768e70acff" providerId="ADAL" clId="{175D4790-8382-4FF6-941E-14A32FEF4E6F}" dt="2023-08-18T07:35:20.042" v="5949"/>
          <ac:grpSpMkLst>
            <pc:docMk/>
            <pc:sldMk cId="4003036336" sldId="336"/>
            <ac:grpSpMk id="30" creationId="{69C09C4B-39ED-B0D2-3BC7-E1E195784BCB}"/>
          </ac:grpSpMkLst>
        </pc:grpChg>
        <pc:grpChg chg="add del mod">
          <ac:chgData name="SHIVAM PATHAK" userId="98657f1d-a575-4ed8-ae6e-c7768e70acff" providerId="ADAL" clId="{175D4790-8382-4FF6-941E-14A32FEF4E6F}" dt="2023-08-18T07:35:20.042" v="5949"/>
          <ac:grpSpMkLst>
            <pc:docMk/>
            <pc:sldMk cId="4003036336" sldId="336"/>
            <ac:grpSpMk id="38" creationId="{DC3F499A-F1F5-2642-F822-BF7FC295EA07}"/>
          </ac:grpSpMkLst>
        </pc:grpChg>
        <pc:grpChg chg="add del mod">
          <ac:chgData name="SHIVAM PATHAK" userId="98657f1d-a575-4ed8-ae6e-c7768e70acff" providerId="ADAL" clId="{175D4790-8382-4FF6-941E-14A32FEF4E6F}" dt="2023-08-18T07:35:20.042" v="5949"/>
          <ac:grpSpMkLst>
            <pc:docMk/>
            <pc:sldMk cId="4003036336" sldId="336"/>
            <ac:grpSpMk id="49" creationId="{402E46D5-43FA-42E4-6A76-BA0B2DC71849}"/>
          </ac:grpSpMkLst>
        </pc:grpChg>
        <pc:grpChg chg="add del mod">
          <ac:chgData name="SHIVAM PATHAK" userId="98657f1d-a575-4ed8-ae6e-c7768e70acff" providerId="ADAL" clId="{175D4790-8382-4FF6-941E-14A32FEF4E6F}" dt="2023-08-18T07:36:20.205" v="5958" actId="478"/>
          <ac:grpSpMkLst>
            <pc:docMk/>
            <pc:sldMk cId="4003036336" sldId="336"/>
            <ac:grpSpMk id="59" creationId="{F27E21ED-6AAB-BAB6-E3F3-CBC87E8F7FC1}"/>
          </ac:grpSpMkLst>
        </pc:grpChg>
        <pc:grpChg chg="add del mod">
          <ac:chgData name="SHIVAM PATHAK" userId="98657f1d-a575-4ed8-ae6e-c7768e70acff" providerId="ADAL" clId="{175D4790-8382-4FF6-941E-14A32FEF4E6F}" dt="2023-08-18T07:36:15.893" v="5957" actId="478"/>
          <ac:grpSpMkLst>
            <pc:docMk/>
            <pc:sldMk cId="4003036336" sldId="336"/>
            <ac:grpSpMk id="81" creationId="{729FAAD0-A6FC-9EC6-E4E4-34EE0474DE42}"/>
          </ac:grpSpMkLst>
        </pc:grpChg>
        <pc:grpChg chg="add del mod">
          <ac:chgData name="SHIVAM PATHAK" userId="98657f1d-a575-4ed8-ae6e-c7768e70acff" providerId="ADAL" clId="{175D4790-8382-4FF6-941E-14A32FEF4E6F}" dt="2023-08-18T07:36:15.893" v="5957" actId="478"/>
          <ac:grpSpMkLst>
            <pc:docMk/>
            <pc:sldMk cId="4003036336" sldId="336"/>
            <ac:grpSpMk id="84" creationId="{695662CB-2241-57F6-AA12-4A08F86E04DA}"/>
          </ac:grpSpMkLst>
        </pc:grpChg>
        <pc:grpChg chg="add del mod">
          <ac:chgData name="SHIVAM PATHAK" userId="98657f1d-a575-4ed8-ae6e-c7768e70acff" providerId="ADAL" clId="{175D4790-8382-4FF6-941E-14A32FEF4E6F}" dt="2023-08-18T07:36:15.893" v="5957" actId="478"/>
          <ac:grpSpMkLst>
            <pc:docMk/>
            <pc:sldMk cId="4003036336" sldId="336"/>
            <ac:grpSpMk id="92" creationId="{5D853BA2-07FD-B600-A503-7DC8FCBAA401}"/>
          </ac:grpSpMkLst>
        </pc:grpChg>
        <pc:grpChg chg="add del mod">
          <ac:chgData name="SHIVAM PATHAK" userId="98657f1d-a575-4ed8-ae6e-c7768e70acff" providerId="ADAL" clId="{175D4790-8382-4FF6-941E-14A32FEF4E6F}" dt="2023-08-18T07:36:15.893" v="5957" actId="478"/>
          <ac:grpSpMkLst>
            <pc:docMk/>
            <pc:sldMk cId="4003036336" sldId="336"/>
            <ac:grpSpMk id="103" creationId="{D7C78F4D-FAFD-2603-AAD6-08EEAC3A1429}"/>
          </ac:grpSpMkLst>
        </pc:grpChg>
        <pc:graphicFrameChg chg="add del mod">
          <ac:chgData name="SHIVAM PATHAK" userId="98657f1d-a575-4ed8-ae6e-c7768e70acff" providerId="ADAL" clId="{175D4790-8382-4FF6-941E-14A32FEF4E6F}" dt="2023-08-18T07:35:20.042" v="5949"/>
          <ac:graphicFrameMkLst>
            <pc:docMk/>
            <pc:sldMk cId="4003036336" sldId="336"/>
            <ac:graphicFrameMk id="13" creationId="{DD6181B9-65E3-B620-9D22-CF37B7DA2B44}"/>
          </ac:graphicFrameMkLst>
        </pc:graphicFrameChg>
        <pc:graphicFrameChg chg="add mod modGraphic">
          <ac:chgData name="SHIVAM PATHAK" userId="98657f1d-a575-4ed8-ae6e-c7768e70acff" providerId="ADAL" clId="{175D4790-8382-4FF6-941E-14A32FEF4E6F}" dt="2023-08-18T07:39:26.106" v="5977" actId="2166"/>
          <ac:graphicFrameMkLst>
            <pc:docMk/>
            <pc:sldMk cId="4003036336" sldId="336"/>
            <ac:graphicFrameMk id="67" creationId="{153D5B56-9F7B-667C-B894-C300C7E47DE7}"/>
          </ac:graphicFrameMkLst>
        </pc:graphicFrame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7" creationId="{C3AA2083-569F-0B31-495B-068E8AE62C51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8" creationId="{D6C9FD2C-225A-658A-CCAD-086CB163B056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9" creationId="{A20A5A1F-9D2C-FB60-423F-8A1D30796E09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12" creationId="{FFF437F9-3DAD-3960-69AB-F5A8EE12D387}"/>
          </ac:picMkLst>
        </pc:pic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29" creationId="{B85DD735-F44C-90E6-3659-E576EDB62C3B}"/>
          </ac:picMkLst>
        </pc:pic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32" creationId="{9BC67074-7253-A49B-A637-232AC9A26C3E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33" creationId="{895AF9F9-2409-0A08-CD4B-A18DD5AF101B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34" creationId="{01BEF5B3-A7B1-0F0E-EA90-2BF7EE428845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35" creationId="{356156D4-BBB2-E9CB-84FE-954A732AE1F3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36" creationId="{7EBC876D-1B29-AF55-0313-97B95627EDFB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37" creationId="{2072E04B-415B-B64E-0377-C586AF1F6D68}"/>
          </ac:picMkLst>
        </pc:pic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40" creationId="{3AA60E29-5627-DEB1-81A3-BE7E42C1A9C5}"/>
          </ac:picMkLst>
        </pc:pic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41" creationId="{DCD14405-EA4D-1768-B7F3-A8C4D4462813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2" creationId="{2B6E3671-F84A-2BD7-1DFF-EB2EF40EEB26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3" creationId="{703A7B18-1998-8538-D110-70ACFEB10A4D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4" creationId="{55B933F1-2619-734F-FC20-94CBF411248D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5" creationId="{2357B167-DC60-9B96-5C29-A64923DF9D43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6" creationId="{837F0B07-87AC-8F22-8CCE-4CCDF97F1EC1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7" creationId="{2FD2FAD7-8F6F-A253-90C6-10A0535DC633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48" creationId="{BB7DE727-32BA-65CB-5B41-44DF929A7DB8}"/>
          </ac:picMkLst>
        </pc:picChg>
        <pc:picChg chg="mod">
          <ac:chgData name="SHIVAM PATHAK" userId="98657f1d-a575-4ed8-ae6e-c7768e70acff" providerId="ADAL" clId="{175D4790-8382-4FF6-941E-14A32FEF4E6F}" dt="2023-08-18T07:35:19.116" v="5948"/>
          <ac:picMkLst>
            <pc:docMk/>
            <pc:sldMk cId="4003036336" sldId="336"/>
            <ac:picMk id="51" creationId="{E2C79F42-F760-220D-E0B2-61AB60FA4CA5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52" creationId="{FD307498-5248-1ADE-F4AF-DC1466827130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53" creationId="{6913678A-62BC-A909-D4C8-565557ACF752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54" creationId="{05038B2C-6FB7-363B-1E2A-BD3D475863D0}"/>
          </ac:picMkLst>
        </pc:picChg>
        <pc:picChg chg="add del mod">
          <ac:chgData name="SHIVAM PATHAK" userId="98657f1d-a575-4ed8-ae6e-c7768e70acff" providerId="ADAL" clId="{175D4790-8382-4FF6-941E-14A32FEF4E6F}" dt="2023-08-18T07:35:20.042" v="5949"/>
          <ac:picMkLst>
            <pc:docMk/>
            <pc:sldMk cId="4003036336" sldId="336"/>
            <ac:picMk id="55" creationId="{C3CD68F4-8BB2-A211-3E9C-ACE6218574BC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61" creationId="{A5C1658F-3F13-D230-E055-3640C16451AC}"/>
          </ac:picMkLst>
        </pc:picChg>
        <pc:picChg chg="add del mod">
          <ac:chgData name="SHIVAM PATHAK" userId="98657f1d-a575-4ed8-ae6e-c7768e70acff" providerId="ADAL" clId="{175D4790-8382-4FF6-941E-14A32FEF4E6F}" dt="2023-08-18T07:36:20.205" v="5958" actId="478"/>
          <ac:picMkLst>
            <pc:docMk/>
            <pc:sldMk cId="4003036336" sldId="336"/>
            <ac:picMk id="62" creationId="{119B12A1-5517-3750-853F-A9D2427C4FC8}"/>
          </ac:picMkLst>
        </pc:picChg>
        <pc:picChg chg="add del mod">
          <ac:chgData name="SHIVAM PATHAK" userId="98657f1d-a575-4ed8-ae6e-c7768e70acff" providerId="ADAL" clId="{175D4790-8382-4FF6-941E-14A32FEF4E6F}" dt="2023-08-18T07:36:20.205" v="5958" actId="478"/>
          <ac:picMkLst>
            <pc:docMk/>
            <pc:sldMk cId="4003036336" sldId="336"/>
            <ac:picMk id="63" creationId="{322F50F6-652E-FD3B-4924-AB04CC5BB7F1}"/>
          </ac:picMkLst>
        </pc:picChg>
        <pc:picChg chg="add 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66" creationId="{8817DADF-DEBD-AD76-921B-B31C5AE0C134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83" creationId="{D45006F6-F5ED-C0F3-3C83-7E31A8DCF5C8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86" creationId="{1B62DAD5-6016-6E97-28C3-BB0AAB8ED42F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87" creationId="{88132888-26FA-FF52-E9E9-ADAF983A8464}"/>
          </ac:picMkLst>
        </pc:picChg>
        <pc:picChg chg="add del mod">
          <ac:chgData name="SHIVAM PATHAK" userId="98657f1d-a575-4ed8-ae6e-c7768e70acff" providerId="ADAL" clId="{175D4790-8382-4FF6-941E-14A32FEF4E6F}" dt="2023-08-18T07:36:29.860" v="5962" actId="478"/>
          <ac:picMkLst>
            <pc:docMk/>
            <pc:sldMk cId="4003036336" sldId="336"/>
            <ac:picMk id="88" creationId="{B6A06EC5-EBED-7833-54E6-274AAEDA6760}"/>
          </ac:picMkLst>
        </pc:picChg>
        <pc:picChg chg="add del mod">
          <ac:chgData name="SHIVAM PATHAK" userId="98657f1d-a575-4ed8-ae6e-c7768e70acff" providerId="ADAL" clId="{175D4790-8382-4FF6-941E-14A32FEF4E6F}" dt="2023-08-18T07:36:23.266" v="5959" actId="478"/>
          <ac:picMkLst>
            <pc:docMk/>
            <pc:sldMk cId="4003036336" sldId="336"/>
            <ac:picMk id="89" creationId="{1B4C0140-6CF2-1F1A-F950-22D2E9BEBED5}"/>
          </ac:picMkLst>
        </pc:picChg>
        <pc:picChg chg="add del mod">
          <ac:chgData name="SHIVAM PATHAK" userId="98657f1d-a575-4ed8-ae6e-c7768e70acff" providerId="ADAL" clId="{175D4790-8382-4FF6-941E-14A32FEF4E6F}" dt="2023-08-18T07:36:27.259" v="5961" actId="478"/>
          <ac:picMkLst>
            <pc:docMk/>
            <pc:sldMk cId="4003036336" sldId="336"/>
            <ac:picMk id="90" creationId="{FEF7CA81-A042-8243-0EE2-2F2B79E94992}"/>
          </ac:picMkLst>
        </pc:picChg>
        <pc:picChg chg="add del mod">
          <ac:chgData name="SHIVAM PATHAK" userId="98657f1d-a575-4ed8-ae6e-c7768e70acff" providerId="ADAL" clId="{175D4790-8382-4FF6-941E-14A32FEF4E6F}" dt="2023-08-18T07:36:25.264" v="5960" actId="478"/>
          <ac:picMkLst>
            <pc:docMk/>
            <pc:sldMk cId="4003036336" sldId="336"/>
            <ac:picMk id="91" creationId="{514E0128-174A-0EFF-64C5-EB0D32E177C4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94" creationId="{542FAF21-9150-4443-F9BB-C18E85AF77B7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95" creationId="{AE38F6EE-DC75-EAAC-3E7D-B660AACBB0F5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96" creationId="{16AA825B-330E-D402-5005-82FA174D6F04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97" creationId="{7DF3705C-0E80-72B9-4EDD-91731ACAD80A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98" creationId="{E21A30EF-9512-01A5-9658-6B59EE7BB7FC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99" creationId="{03F42574-9A00-FDA3-4817-08147C7BBD94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0" creationId="{C1162D96-F7A9-17FE-A63D-05B208AEC0C3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1" creationId="{6DD2C2A6-ED63-4C87-85C5-250A53B8C9D5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2" creationId="{7C09BEFA-AA95-F565-24CF-05484C2ECE53}"/>
          </ac:picMkLst>
        </pc:picChg>
        <pc:picChg chg="mod">
          <ac:chgData name="SHIVAM PATHAK" userId="98657f1d-a575-4ed8-ae6e-c7768e70acff" providerId="ADAL" clId="{175D4790-8382-4FF6-941E-14A32FEF4E6F}" dt="2023-08-18T07:35:23.472" v="5952"/>
          <ac:picMkLst>
            <pc:docMk/>
            <pc:sldMk cId="4003036336" sldId="336"/>
            <ac:picMk id="105" creationId="{FDE8D62B-817F-743E-6114-A4F5318DFE0B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6" creationId="{495D4BB5-5C2F-D487-E4F5-8968E00E509C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7" creationId="{DD599C2A-1FA3-5CDA-7B24-F40630880509}"/>
          </ac:picMkLst>
        </pc:picChg>
        <pc:picChg chg="add del mod">
          <ac:chgData name="SHIVAM PATHAK" userId="98657f1d-a575-4ed8-ae6e-c7768e70acff" providerId="ADAL" clId="{175D4790-8382-4FF6-941E-14A32FEF4E6F}" dt="2023-08-18T07:36:15.893" v="5957" actId="478"/>
          <ac:picMkLst>
            <pc:docMk/>
            <pc:sldMk cId="4003036336" sldId="336"/>
            <ac:picMk id="108" creationId="{D65539F4-9107-7787-6FED-39B69BA6B534}"/>
          </ac:picMkLst>
        </pc:picChg>
        <pc:picChg chg="add del mod">
          <ac:chgData name="SHIVAM PATHAK" userId="98657f1d-a575-4ed8-ae6e-c7768e70acff" providerId="ADAL" clId="{175D4790-8382-4FF6-941E-14A32FEF4E6F}" dt="2023-08-18T07:36:20.205" v="5958" actId="478"/>
          <ac:picMkLst>
            <pc:docMk/>
            <pc:sldMk cId="4003036336" sldId="336"/>
            <ac:picMk id="109" creationId="{DA13C27B-9796-DD6E-0023-619153D1BC2C}"/>
          </ac:picMkLst>
        </pc:picChg>
      </pc:sldChg>
    </pc:docChg>
  </pc:docChgLst>
  <pc:docChgLst>
    <pc:chgData name="KRITIKA PRAKASH" userId="c4fc5cf5-905f-4757-ba63-9e0ec3aa68c8" providerId="ADAL" clId="{2340B9D4-EF1D-E748-8915-765C0B7DA16E}"/>
    <pc:docChg chg="undo custSel addSld delSld modSld sldOrd">
      <pc:chgData name="KRITIKA PRAKASH" userId="c4fc5cf5-905f-4757-ba63-9e0ec3aa68c8" providerId="ADAL" clId="{2340B9D4-EF1D-E748-8915-765C0B7DA16E}" dt="2023-08-18T08:24:02.845" v="10717" actId="14100"/>
      <pc:docMkLst>
        <pc:docMk/>
      </pc:docMkLst>
      <pc:sldChg chg="del">
        <pc:chgData name="KRITIKA PRAKASH" userId="c4fc5cf5-905f-4757-ba63-9e0ec3aa68c8" providerId="ADAL" clId="{2340B9D4-EF1D-E748-8915-765C0B7DA16E}" dt="2023-08-18T05:38:49.185" v="8927" actId="2696"/>
        <pc:sldMkLst>
          <pc:docMk/>
          <pc:sldMk cId="0" sldId="269"/>
        </pc:sldMkLst>
      </pc:sldChg>
      <pc:sldChg chg="addSp delSp modSp mod">
        <pc:chgData name="KRITIKA PRAKASH" userId="c4fc5cf5-905f-4757-ba63-9e0ec3aa68c8" providerId="ADAL" clId="{2340B9D4-EF1D-E748-8915-765C0B7DA16E}" dt="2023-08-18T01:56:51.886" v="5250"/>
        <pc:sldMkLst>
          <pc:docMk/>
          <pc:sldMk cId="3126492716" sldId="302"/>
        </pc:sldMkLst>
        <pc:spChg chg="add del mod">
          <ac:chgData name="KRITIKA PRAKASH" userId="c4fc5cf5-905f-4757-ba63-9e0ec3aa68c8" providerId="ADAL" clId="{2340B9D4-EF1D-E748-8915-765C0B7DA16E}" dt="2023-08-18T01:56:51.886" v="5250"/>
          <ac:spMkLst>
            <pc:docMk/>
            <pc:sldMk cId="3126492716" sldId="302"/>
            <ac:spMk id="2" creationId="{426A4B4C-B3F5-918D-60EA-8E5BE34D4084}"/>
          </ac:spMkLst>
        </pc:spChg>
      </pc:sldChg>
      <pc:sldChg chg="modSp mod">
        <pc:chgData name="KRITIKA PRAKASH" userId="c4fc5cf5-905f-4757-ba63-9e0ec3aa68c8" providerId="ADAL" clId="{2340B9D4-EF1D-E748-8915-765C0B7DA16E}" dt="2023-08-18T07:04:19.644" v="10058" actId="14100"/>
        <pc:sldMkLst>
          <pc:docMk/>
          <pc:sldMk cId="1058593630" sldId="305"/>
        </pc:sldMkLst>
        <pc:spChg chg="mod">
          <ac:chgData name="KRITIKA PRAKASH" userId="c4fc5cf5-905f-4757-ba63-9e0ec3aa68c8" providerId="ADAL" clId="{2340B9D4-EF1D-E748-8915-765C0B7DA16E}" dt="2023-08-18T07:03:30.974" v="10042" actId="1076"/>
          <ac:spMkLst>
            <pc:docMk/>
            <pc:sldMk cId="1058593630" sldId="305"/>
            <ac:spMk id="3" creationId="{0E31B211-C27B-EA5D-38B4-63621D240110}"/>
          </ac:spMkLst>
        </pc:spChg>
        <pc:graphicFrameChg chg="mod modGraphic">
          <ac:chgData name="KRITIKA PRAKASH" userId="c4fc5cf5-905f-4757-ba63-9e0ec3aa68c8" providerId="ADAL" clId="{2340B9D4-EF1D-E748-8915-765C0B7DA16E}" dt="2023-08-18T07:03:47.762" v="10054" actId="20577"/>
          <ac:graphicFrameMkLst>
            <pc:docMk/>
            <pc:sldMk cId="1058593630" sldId="305"/>
            <ac:graphicFrameMk id="18" creationId="{EAF75968-4269-2D43-B4FE-0B36FF1782D3}"/>
          </ac:graphicFrameMkLst>
        </pc:graphicFrameChg>
        <pc:picChg chg="mod">
          <ac:chgData name="KRITIKA PRAKASH" userId="c4fc5cf5-905f-4757-ba63-9e0ec3aa68c8" providerId="ADAL" clId="{2340B9D4-EF1D-E748-8915-765C0B7DA16E}" dt="2023-08-18T07:02:16.057" v="9974" actId="14100"/>
          <ac:picMkLst>
            <pc:docMk/>
            <pc:sldMk cId="1058593630" sldId="305"/>
            <ac:picMk id="4" creationId="{97E54252-79C7-5238-4DA1-43199515C118}"/>
          </ac:picMkLst>
        </pc:picChg>
        <pc:picChg chg="mod">
          <ac:chgData name="KRITIKA PRAKASH" userId="c4fc5cf5-905f-4757-ba63-9e0ec3aa68c8" providerId="ADAL" clId="{2340B9D4-EF1D-E748-8915-765C0B7DA16E}" dt="2023-08-18T07:02:23.104" v="9976" actId="1076"/>
          <ac:picMkLst>
            <pc:docMk/>
            <pc:sldMk cId="1058593630" sldId="305"/>
            <ac:picMk id="6" creationId="{DB32C0B5-497C-92F9-1BE2-86A7F879A8CC}"/>
          </ac:picMkLst>
        </pc:picChg>
        <pc:picChg chg="mod">
          <ac:chgData name="KRITIKA PRAKASH" userId="c4fc5cf5-905f-4757-ba63-9e0ec3aa68c8" providerId="ADAL" clId="{2340B9D4-EF1D-E748-8915-765C0B7DA16E}" dt="2023-08-18T07:04:19.644" v="10058" actId="14100"/>
          <ac:picMkLst>
            <pc:docMk/>
            <pc:sldMk cId="1058593630" sldId="305"/>
            <ac:picMk id="8" creationId="{ACBD461B-C80B-B6EA-7D74-E60F62B78FE8}"/>
          </ac:picMkLst>
        </pc:picChg>
        <pc:picChg chg="mod modCrop">
          <ac:chgData name="KRITIKA PRAKASH" userId="c4fc5cf5-905f-4757-ba63-9e0ec3aa68c8" providerId="ADAL" clId="{2340B9D4-EF1D-E748-8915-765C0B7DA16E}" dt="2023-08-18T07:04:18.992" v="10057" actId="14100"/>
          <ac:picMkLst>
            <pc:docMk/>
            <pc:sldMk cId="1058593630" sldId="305"/>
            <ac:picMk id="11" creationId="{FD6AF8A9-C5BC-B8F1-2370-F4BF1E67186D}"/>
          </ac:picMkLst>
        </pc:picChg>
      </pc:sldChg>
      <pc:sldChg chg="addSp modSp del mod">
        <pc:chgData name="KRITIKA PRAKASH" userId="c4fc5cf5-905f-4757-ba63-9e0ec3aa68c8" providerId="ADAL" clId="{2340B9D4-EF1D-E748-8915-765C0B7DA16E}" dt="2023-08-18T01:17:52.680" v="4634" actId="2696"/>
        <pc:sldMkLst>
          <pc:docMk/>
          <pc:sldMk cId="3721233451" sldId="308"/>
        </pc:sldMkLst>
        <pc:graphicFrameChg chg="add modGraphic">
          <ac:chgData name="KRITIKA PRAKASH" userId="c4fc5cf5-905f-4757-ba63-9e0ec3aa68c8" providerId="ADAL" clId="{2340B9D4-EF1D-E748-8915-765C0B7DA16E}" dt="2023-08-18T01:17:47.989" v="4633" actId="1032"/>
          <ac:graphicFrameMkLst>
            <pc:docMk/>
            <pc:sldMk cId="3721233451" sldId="308"/>
            <ac:graphicFrameMk id="3" creationId="{27150CAC-E50A-E16E-34E7-CF1231EFDBCD}"/>
          </ac:graphicFrameMkLst>
        </pc:graphicFrameChg>
      </pc:sldChg>
      <pc:sldChg chg="addSp modSp del mod">
        <pc:chgData name="KRITIKA PRAKASH" userId="c4fc5cf5-905f-4757-ba63-9e0ec3aa68c8" providerId="ADAL" clId="{2340B9D4-EF1D-E748-8915-765C0B7DA16E}" dt="2023-08-18T01:46:11.103" v="5241" actId="2696"/>
        <pc:sldMkLst>
          <pc:docMk/>
          <pc:sldMk cId="3427162118" sldId="309"/>
        </pc:sldMkLst>
        <pc:spChg chg="add mod">
          <ac:chgData name="KRITIKA PRAKASH" userId="c4fc5cf5-905f-4757-ba63-9e0ec3aa68c8" providerId="ADAL" clId="{2340B9D4-EF1D-E748-8915-765C0B7DA16E}" dt="2023-08-18T01:21:21.260" v="4700" actId="207"/>
          <ac:spMkLst>
            <pc:docMk/>
            <pc:sldMk cId="3427162118" sldId="309"/>
            <ac:spMk id="4" creationId="{94EECFBC-CFE1-E892-1011-8F415F4F45DB}"/>
          </ac:spMkLst>
        </pc:spChg>
        <pc:graphicFrameChg chg="add mod modGraphic">
          <ac:chgData name="KRITIKA PRAKASH" userId="c4fc5cf5-905f-4757-ba63-9e0ec3aa68c8" providerId="ADAL" clId="{2340B9D4-EF1D-E748-8915-765C0B7DA16E}" dt="2023-08-18T01:21:08.105" v="4699" actId="12100"/>
          <ac:graphicFrameMkLst>
            <pc:docMk/>
            <pc:sldMk cId="3427162118" sldId="309"/>
            <ac:graphicFrameMk id="3" creationId="{F91B6EF4-FCD3-4D71-05C1-B43CCA1C3BF3}"/>
          </ac:graphicFrameMkLst>
        </pc:graphicFrameChg>
      </pc:sldChg>
      <pc:sldChg chg="addSp modSp mod">
        <pc:chgData name="KRITIKA PRAKASH" userId="c4fc5cf5-905f-4757-ba63-9e0ec3aa68c8" providerId="ADAL" clId="{2340B9D4-EF1D-E748-8915-765C0B7DA16E}" dt="2023-08-18T07:53:01.033" v="10558" actId="255"/>
        <pc:sldMkLst>
          <pc:docMk/>
          <pc:sldMk cId="2564456597" sldId="314"/>
        </pc:sldMkLst>
        <pc:spChg chg="mod">
          <ac:chgData name="KRITIKA PRAKASH" userId="c4fc5cf5-905f-4757-ba63-9e0ec3aa68c8" providerId="ADAL" clId="{2340B9D4-EF1D-E748-8915-765C0B7DA16E}" dt="2023-08-18T07:53:01.033" v="10558" actId="255"/>
          <ac:spMkLst>
            <pc:docMk/>
            <pc:sldMk cId="2564456597" sldId="314"/>
            <ac:spMk id="2" creationId="{A6AA2842-23D1-9D4C-8C34-54F396B0B405}"/>
          </ac:spMkLst>
        </pc:spChg>
        <pc:spChg chg="mod">
          <ac:chgData name="KRITIKA PRAKASH" userId="c4fc5cf5-905f-4757-ba63-9e0ec3aa68c8" providerId="ADAL" clId="{2340B9D4-EF1D-E748-8915-765C0B7DA16E}" dt="2023-08-18T02:18:36.366" v="5805"/>
          <ac:spMkLst>
            <pc:docMk/>
            <pc:sldMk cId="2564456597" sldId="314"/>
            <ac:spMk id="12" creationId="{758E03E1-4D25-7708-ABF2-1A47C8B77872}"/>
          </ac:spMkLst>
        </pc:spChg>
        <pc:spChg chg="mod">
          <ac:chgData name="KRITIKA PRAKASH" userId="c4fc5cf5-905f-4757-ba63-9e0ec3aa68c8" providerId="ADAL" clId="{2340B9D4-EF1D-E748-8915-765C0B7DA16E}" dt="2023-08-18T02:18:36.366" v="5805"/>
          <ac:spMkLst>
            <pc:docMk/>
            <pc:sldMk cId="2564456597" sldId="314"/>
            <ac:spMk id="13" creationId="{B2C616AA-56C7-42F6-29D1-251BCF3DBC12}"/>
          </ac:spMkLst>
        </pc:spChg>
        <pc:spChg chg="mod">
          <ac:chgData name="KRITIKA PRAKASH" userId="c4fc5cf5-905f-4757-ba63-9e0ec3aa68c8" providerId="ADAL" clId="{2340B9D4-EF1D-E748-8915-765C0B7DA16E}" dt="2023-08-18T02:18:36.366" v="5805"/>
          <ac:spMkLst>
            <pc:docMk/>
            <pc:sldMk cId="2564456597" sldId="314"/>
            <ac:spMk id="14" creationId="{F2F6AE68-D908-6728-5B6A-1EA13793973F}"/>
          </ac:spMkLst>
        </pc:spChg>
        <pc:spChg chg="mod">
          <ac:chgData name="KRITIKA PRAKASH" userId="c4fc5cf5-905f-4757-ba63-9e0ec3aa68c8" providerId="ADAL" clId="{2340B9D4-EF1D-E748-8915-765C0B7DA16E}" dt="2023-08-18T02:18:36.366" v="5805"/>
          <ac:spMkLst>
            <pc:docMk/>
            <pc:sldMk cId="2564456597" sldId="314"/>
            <ac:spMk id="15" creationId="{119BBBFF-6E5F-8273-056E-8D9FD62714E5}"/>
          </ac:spMkLst>
        </pc:spChg>
        <pc:spChg chg="mod">
          <ac:chgData name="KRITIKA PRAKASH" userId="c4fc5cf5-905f-4757-ba63-9e0ec3aa68c8" providerId="ADAL" clId="{2340B9D4-EF1D-E748-8915-765C0B7DA16E}" dt="2023-08-18T02:18:36.366" v="5805"/>
          <ac:spMkLst>
            <pc:docMk/>
            <pc:sldMk cId="2564456597" sldId="314"/>
            <ac:spMk id="16" creationId="{126D24D3-3918-FDA2-6126-F1D1D5A7CA81}"/>
          </ac:spMkLst>
        </pc:spChg>
        <pc:spChg chg="mod">
          <ac:chgData name="KRITIKA PRAKASH" userId="c4fc5cf5-905f-4757-ba63-9e0ec3aa68c8" providerId="ADAL" clId="{2340B9D4-EF1D-E748-8915-765C0B7DA16E}" dt="2023-08-18T02:18:57.253" v="5809" actId="208"/>
          <ac:spMkLst>
            <pc:docMk/>
            <pc:sldMk cId="2564456597" sldId="314"/>
            <ac:spMk id="17" creationId="{929465AC-23E7-EEA1-3F13-B97FA079F38C}"/>
          </ac:spMkLst>
        </pc:spChg>
        <pc:grpChg chg="add mod">
          <ac:chgData name="KRITIKA PRAKASH" userId="c4fc5cf5-905f-4757-ba63-9e0ec3aa68c8" providerId="ADAL" clId="{2340B9D4-EF1D-E748-8915-765C0B7DA16E}" dt="2023-08-18T02:18:36.366" v="5805"/>
          <ac:grpSpMkLst>
            <pc:docMk/>
            <pc:sldMk cId="2564456597" sldId="314"/>
            <ac:grpSpMk id="11" creationId="{233EEB0D-F49E-B20D-8CC4-BE2BCAF1874D}"/>
          </ac:grpSpMkLst>
        </pc:grpChg>
      </pc:sldChg>
      <pc:sldChg chg="addSp delSp modSp mod">
        <pc:chgData name="KRITIKA PRAKASH" userId="c4fc5cf5-905f-4757-ba63-9e0ec3aa68c8" providerId="ADAL" clId="{2340B9D4-EF1D-E748-8915-765C0B7DA16E}" dt="2023-08-18T02:20:36.669" v="5836" actId="478"/>
        <pc:sldMkLst>
          <pc:docMk/>
          <pc:sldMk cId="907593752" sldId="315"/>
        </pc:sldMkLst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11" creationId="{9B22B0FF-E339-286E-58D8-1302214DC6B1}"/>
          </ac:spMkLst>
        </pc:spChg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13" creationId="{39155E01-E4B9-5DC4-1F1E-9B8E737B813F}"/>
          </ac:spMkLst>
        </pc:spChg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15" creationId="{59740481-37A6-1F14-F0DE-5167C7E08B12}"/>
          </ac:spMkLst>
        </pc:spChg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17" creationId="{A427D891-4E40-F3C8-A6C1-D18C291CC59D}"/>
          </ac:spMkLst>
        </pc:spChg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19" creationId="{6A9AA301-4C86-7092-8CE0-8DDE20A8C60B}"/>
          </ac:spMkLst>
        </pc:spChg>
        <pc:spChg chg="mod">
          <ac:chgData name="KRITIKA PRAKASH" userId="c4fc5cf5-905f-4757-ba63-9e0ec3aa68c8" providerId="ADAL" clId="{2340B9D4-EF1D-E748-8915-765C0B7DA16E}" dt="2023-08-18T02:19:18.711" v="5813"/>
          <ac:spMkLst>
            <pc:docMk/>
            <pc:sldMk cId="907593752" sldId="315"/>
            <ac:spMk id="20" creationId="{8AA74DFE-1EDF-1C08-87C3-55DE86326E57}"/>
          </ac:spMkLst>
        </pc:spChg>
        <pc:grpChg chg="add del mod">
          <ac:chgData name="KRITIKA PRAKASH" userId="c4fc5cf5-905f-4757-ba63-9e0ec3aa68c8" providerId="ADAL" clId="{2340B9D4-EF1D-E748-8915-765C0B7DA16E}" dt="2023-08-18T02:20:36.669" v="5836" actId="478"/>
          <ac:grpSpMkLst>
            <pc:docMk/>
            <pc:sldMk cId="907593752" sldId="315"/>
            <ac:grpSpMk id="9" creationId="{B60957C4-E76F-6F42-C1DB-B2D2B881EB62}"/>
          </ac:grpSpMkLst>
        </pc:grpChg>
      </pc:sldChg>
      <pc:sldChg chg="del">
        <pc:chgData name="KRITIKA PRAKASH" userId="c4fc5cf5-905f-4757-ba63-9e0ec3aa68c8" providerId="ADAL" clId="{2340B9D4-EF1D-E748-8915-765C0B7DA16E}" dt="2023-08-17T22:04:48.822" v="784" actId="2696"/>
        <pc:sldMkLst>
          <pc:docMk/>
          <pc:sldMk cId="4188307515" sldId="316"/>
        </pc:sldMkLst>
      </pc:sldChg>
      <pc:sldChg chg="addSp modSp mod">
        <pc:chgData name="KRITIKA PRAKASH" userId="c4fc5cf5-905f-4757-ba63-9e0ec3aa68c8" providerId="ADAL" clId="{2340B9D4-EF1D-E748-8915-765C0B7DA16E}" dt="2023-08-18T04:22:13.914" v="7419" actId="1076"/>
        <pc:sldMkLst>
          <pc:docMk/>
          <pc:sldMk cId="2701717150" sldId="317"/>
        </pc:sldMkLst>
        <pc:spChg chg="mod">
          <ac:chgData name="KRITIKA PRAKASH" userId="c4fc5cf5-905f-4757-ba63-9e0ec3aa68c8" providerId="ADAL" clId="{2340B9D4-EF1D-E748-8915-765C0B7DA16E}" dt="2023-08-18T02:21:48.150" v="5865" actId="1037"/>
          <ac:spMkLst>
            <pc:docMk/>
            <pc:sldMk cId="2701717150" sldId="317"/>
            <ac:spMk id="9" creationId="{FBFBEA38-7346-EA78-872F-AAECAA516429}"/>
          </ac:spMkLst>
        </pc:spChg>
        <pc:spChg chg="mod">
          <ac:chgData name="KRITIKA PRAKASH" userId="c4fc5cf5-905f-4757-ba63-9e0ec3aa68c8" providerId="ADAL" clId="{2340B9D4-EF1D-E748-8915-765C0B7DA16E}" dt="2023-08-18T02:21:48.150" v="5865" actId="1037"/>
          <ac:spMkLst>
            <pc:docMk/>
            <pc:sldMk cId="2701717150" sldId="317"/>
            <ac:spMk id="10" creationId="{4C021EE8-90B1-37AB-8872-2AEAE06332FF}"/>
          </ac:spMkLst>
        </pc:spChg>
        <pc:spChg chg="mod">
          <ac:chgData name="KRITIKA PRAKASH" userId="c4fc5cf5-905f-4757-ba63-9e0ec3aa68c8" providerId="ADAL" clId="{2340B9D4-EF1D-E748-8915-765C0B7DA16E}" dt="2023-08-18T02:21:35.040" v="5859" actId="14100"/>
          <ac:spMkLst>
            <pc:docMk/>
            <pc:sldMk cId="2701717150" sldId="317"/>
            <ac:spMk id="11" creationId="{9A72DF56-2616-B7A6-E429-7BE176B3BB51}"/>
          </ac:spMkLst>
        </pc:spChg>
        <pc:spChg chg="mod">
          <ac:chgData name="KRITIKA PRAKASH" userId="c4fc5cf5-905f-4757-ba63-9e0ec3aa68c8" providerId="ADAL" clId="{2340B9D4-EF1D-E748-8915-765C0B7DA16E}" dt="2023-08-18T02:19:25.642" v="5816"/>
          <ac:spMkLst>
            <pc:docMk/>
            <pc:sldMk cId="2701717150" sldId="317"/>
            <ac:spMk id="12" creationId="{09550012-A47F-EEF0-6D4B-B78A5993FD1B}"/>
          </ac:spMkLst>
        </pc:spChg>
        <pc:spChg chg="mod">
          <ac:chgData name="KRITIKA PRAKASH" userId="c4fc5cf5-905f-4757-ba63-9e0ec3aa68c8" providerId="ADAL" clId="{2340B9D4-EF1D-E748-8915-765C0B7DA16E}" dt="2023-08-18T02:19:25.642" v="5816"/>
          <ac:spMkLst>
            <pc:docMk/>
            <pc:sldMk cId="2701717150" sldId="317"/>
            <ac:spMk id="13" creationId="{486063B7-271D-1575-A0CC-648A57685616}"/>
          </ac:spMkLst>
        </pc:spChg>
        <pc:spChg chg="mod">
          <ac:chgData name="KRITIKA PRAKASH" userId="c4fc5cf5-905f-4757-ba63-9e0ec3aa68c8" providerId="ADAL" clId="{2340B9D4-EF1D-E748-8915-765C0B7DA16E}" dt="2023-08-18T02:21:48.150" v="5865" actId="1037"/>
          <ac:spMkLst>
            <pc:docMk/>
            <pc:sldMk cId="2701717150" sldId="317"/>
            <ac:spMk id="14" creationId="{350EBFDA-BF5B-6464-D404-94D23A9EC290}"/>
          </ac:spMkLst>
        </pc:spChg>
        <pc:grpChg chg="add mod">
          <ac:chgData name="KRITIKA PRAKASH" userId="c4fc5cf5-905f-4757-ba63-9e0ec3aa68c8" providerId="ADAL" clId="{2340B9D4-EF1D-E748-8915-765C0B7DA16E}" dt="2023-08-18T02:19:25.642" v="5816"/>
          <ac:grpSpMkLst>
            <pc:docMk/>
            <pc:sldMk cId="2701717150" sldId="317"/>
            <ac:grpSpMk id="5" creationId="{0DB672C6-78D4-06B3-57AF-A68B5AEE6710}"/>
          </ac:grpSpMkLst>
        </pc:grpChg>
        <pc:graphicFrameChg chg="mod">
          <ac:chgData name="KRITIKA PRAKASH" userId="c4fc5cf5-905f-4757-ba63-9e0ec3aa68c8" providerId="ADAL" clId="{2340B9D4-EF1D-E748-8915-765C0B7DA16E}" dt="2023-08-18T04:22:13.914" v="7419" actId="1076"/>
          <ac:graphicFrameMkLst>
            <pc:docMk/>
            <pc:sldMk cId="2701717150" sldId="317"/>
            <ac:graphicFrameMk id="46" creationId="{4304DD89-EF10-986A-4717-BEE261122F8D}"/>
          </ac:graphicFrameMkLst>
        </pc:graphicFrameChg>
      </pc:sldChg>
      <pc:sldChg chg="addSp modSp mod">
        <pc:chgData name="KRITIKA PRAKASH" userId="c4fc5cf5-905f-4757-ba63-9e0ec3aa68c8" providerId="ADAL" clId="{2340B9D4-EF1D-E748-8915-765C0B7DA16E}" dt="2023-08-18T08:21:29.462" v="10696" actId="207"/>
        <pc:sldMkLst>
          <pc:docMk/>
          <pc:sldMk cId="2580202144" sldId="318"/>
        </pc:sldMkLst>
        <pc:spChg chg="mod">
          <ac:chgData name="KRITIKA PRAKASH" userId="c4fc5cf5-905f-4757-ba63-9e0ec3aa68c8" providerId="ADAL" clId="{2340B9D4-EF1D-E748-8915-765C0B7DA16E}" dt="2023-08-18T06:46:39.448" v="9895" actId="208"/>
          <ac:spMkLst>
            <pc:docMk/>
            <pc:sldMk cId="2580202144" sldId="318"/>
            <ac:spMk id="3" creationId="{07DA5241-D6D8-2044-A378-BB3D49B1B8B2}"/>
          </ac:spMkLst>
        </pc:spChg>
        <pc:spChg chg="mod">
          <ac:chgData name="KRITIKA PRAKASH" userId="c4fc5cf5-905f-4757-ba63-9e0ec3aa68c8" providerId="ADAL" clId="{2340B9D4-EF1D-E748-8915-765C0B7DA16E}" dt="2023-08-18T06:42:13.551" v="9854" actId="207"/>
          <ac:spMkLst>
            <pc:docMk/>
            <pc:sldMk cId="2580202144" sldId="318"/>
            <ac:spMk id="4" creationId="{9DA7CEF5-1A12-734E-ADC8-375BE716C8B8}"/>
          </ac:spMkLst>
        </pc:spChg>
        <pc:spChg chg="mod">
          <ac:chgData name="KRITIKA PRAKASH" userId="c4fc5cf5-905f-4757-ba63-9e0ec3aa68c8" providerId="ADAL" clId="{2340B9D4-EF1D-E748-8915-765C0B7DA16E}" dt="2023-08-18T06:43:38.801" v="9861" actId="207"/>
          <ac:spMkLst>
            <pc:docMk/>
            <pc:sldMk cId="2580202144" sldId="318"/>
            <ac:spMk id="6" creationId="{F8C5A2B0-4945-5C4F-A590-A8FEFDF69338}"/>
          </ac:spMkLst>
        </pc:spChg>
        <pc:spChg chg="mod">
          <ac:chgData name="KRITIKA PRAKASH" userId="c4fc5cf5-905f-4757-ba63-9e0ec3aa68c8" providerId="ADAL" clId="{2340B9D4-EF1D-E748-8915-765C0B7DA16E}" dt="2023-08-18T06:46:50.049" v="9897" actId="208"/>
          <ac:spMkLst>
            <pc:docMk/>
            <pc:sldMk cId="2580202144" sldId="318"/>
            <ac:spMk id="7" creationId="{BEA96FBC-150E-2641-8D46-CA4BC3C15B64}"/>
          </ac:spMkLst>
        </pc:spChg>
        <pc:spChg chg="mod">
          <ac:chgData name="KRITIKA PRAKASH" userId="c4fc5cf5-905f-4757-ba63-9e0ec3aa68c8" providerId="ADAL" clId="{2340B9D4-EF1D-E748-8915-765C0B7DA16E}" dt="2023-08-18T06:43:25.054" v="9860" actId="207"/>
          <ac:spMkLst>
            <pc:docMk/>
            <pc:sldMk cId="2580202144" sldId="318"/>
            <ac:spMk id="8" creationId="{92C36C34-165B-2F46-B884-7FA224EF490B}"/>
          </ac:spMkLst>
        </pc:spChg>
        <pc:spChg chg="mod">
          <ac:chgData name="KRITIKA PRAKASH" userId="c4fc5cf5-905f-4757-ba63-9e0ec3aa68c8" providerId="ADAL" clId="{2340B9D4-EF1D-E748-8915-765C0B7DA16E}" dt="2023-08-18T06:46:25.598" v="9889" actId="208"/>
          <ac:spMkLst>
            <pc:docMk/>
            <pc:sldMk cId="2580202144" sldId="318"/>
            <ac:spMk id="12" creationId="{08F6513D-2E45-3F48-A60F-3145C2FCC6ED}"/>
          </ac:spMkLst>
        </pc:spChg>
        <pc:spChg chg="mod">
          <ac:chgData name="KRITIKA PRAKASH" userId="c4fc5cf5-905f-4757-ba63-9e0ec3aa68c8" providerId="ADAL" clId="{2340B9D4-EF1D-E748-8915-765C0B7DA16E}" dt="2023-08-18T06:42:13.551" v="9854" actId="207"/>
          <ac:spMkLst>
            <pc:docMk/>
            <pc:sldMk cId="2580202144" sldId="318"/>
            <ac:spMk id="13" creationId="{3EB7953E-88EA-3246-99D7-8C81DFC5A797}"/>
          </ac:spMkLst>
        </pc:spChg>
        <pc:spChg chg="mod">
          <ac:chgData name="KRITIKA PRAKASH" userId="c4fc5cf5-905f-4757-ba63-9e0ec3aa68c8" providerId="ADAL" clId="{2340B9D4-EF1D-E748-8915-765C0B7DA16E}" dt="2023-08-18T06:46:28.262" v="9890" actId="208"/>
          <ac:spMkLst>
            <pc:docMk/>
            <pc:sldMk cId="2580202144" sldId="318"/>
            <ac:spMk id="14" creationId="{0327A82A-4FF0-904D-8CC7-EB1D71FE2252}"/>
          </ac:spMkLst>
        </pc:spChg>
        <pc:spChg chg="mod">
          <ac:chgData name="KRITIKA PRAKASH" userId="c4fc5cf5-905f-4757-ba63-9e0ec3aa68c8" providerId="ADAL" clId="{2340B9D4-EF1D-E748-8915-765C0B7DA16E}" dt="2023-08-18T06:43:25.054" v="9860" actId="207"/>
          <ac:spMkLst>
            <pc:docMk/>
            <pc:sldMk cId="2580202144" sldId="318"/>
            <ac:spMk id="15" creationId="{FD85DB80-CA6F-714B-967B-C46689AF2FF9}"/>
          </ac:spMkLst>
        </pc:spChg>
        <pc:spChg chg="mod">
          <ac:chgData name="KRITIKA PRAKASH" userId="c4fc5cf5-905f-4757-ba63-9e0ec3aa68c8" providerId="ADAL" clId="{2340B9D4-EF1D-E748-8915-765C0B7DA16E}" dt="2023-08-18T06:46:30.715" v="9891" actId="208"/>
          <ac:spMkLst>
            <pc:docMk/>
            <pc:sldMk cId="2580202144" sldId="318"/>
            <ac:spMk id="16" creationId="{4F57FA0F-B712-3B46-A936-04CE3FBEEF40}"/>
          </ac:spMkLst>
        </pc:spChg>
        <pc:spChg chg="mod">
          <ac:chgData name="KRITIKA PRAKASH" userId="c4fc5cf5-905f-4757-ba63-9e0ec3aa68c8" providerId="ADAL" clId="{2340B9D4-EF1D-E748-8915-765C0B7DA16E}" dt="2023-08-18T06:43:25.054" v="9860" actId="207"/>
          <ac:spMkLst>
            <pc:docMk/>
            <pc:sldMk cId="2580202144" sldId="318"/>
            <ac:spMk id="17" creationId="{0729D518-7151-8941-9636-9D8495E96AE4}"/>
          </ac:spMkLst>
        </pc:spChg>
        <pc:spChg chg="mod">
          <ac:chgData name="KRITIKA PRAKASH" userId="c4fc5cf5-905f-4757-ba63-9e0ec3aa68c8" providerId="ADAL" clId="{2340B9D4-EF1D-E748-8915-765C0B7DA16E}" dt="2023-08-18T06:46:34.148" v="9892" actId="208"/>
          <ac:spMkLst>
            <pc:docMk/>
            <pc:sldMk cId="2580202144" sldId="318"/>
            <ac:spMk id="18" creationId="{830F3D3C-D010-4044-A734-6F93E2DE5E8F}"/>
          </ac:spMkLst>
        </pc:spChg>
        <pc:spChg chg="mod">
          <ac:chgData name="KRITIKA PRAKASH" userId="c4fc5cf5-905f-4757-ba63-9e0ec3aa68c8" providerId="ADAL" clId="{2340B9D4-EF1D-E748-8915-765C0B7DA16E}" dt="2023-08-18T06:43:25.054" v="9860" actId="207"/>
          <ac:spMkLst>
            <pc:docMk/>
            <pc:sldMk cId="2580202144" sldId="318"/>
            <ac:spMk id="19" creationId="{E599ECB1-A40D-F54D-A082-A5FF794D0B1B}"/>
          </ac:spMkLst>
        </pc:spChg>
        <pc:spChg chg="mod">
          <ac:chgData name="KRITIKA PRAKASH" userId="c4fc5cf5-905f-4757-ba63-9e0ec3aa68c8" providerId="ADAL" clId="{2340B9D4-EF1D-E748-8915-765C0B7DA16E}" dt="2023-08-18T02:22:23.263" v="5887" actId="1038"/>
          <ac:spMkLst>
            <pc:docMk/>
            <pc:sldMk cId="2580202144" sldId="318"/>
            <ac:spMk id="26" creationId="{A9472644-D9BA-88BC-FFA6-792115AB5AD0}"/>
          </ac:spMkLst>
        </pc:spChg>
        <pc:spChg chg="mod">
          <ac:chgData name="KRITIKA PRAKASH" userId="c4fc5cf5-905f-4757-ba63-9e0ec3aa68c8" providerId="ADAL" clId="{2340B9D4-EF1D-E748-8915-765C0B7DA16E}" dt="2023-08-18T02:22:23.263" v="5887" actId="1038"/>
          <ac:spMkLst>
            <pc:docMk/>
            <pc:sldMk cId="2580202144" sldId="318"/>
            <ac:spMk id="27" creationId="{A461BB5B-8030-D84E-2733-F843DC454E4F}"/>
          </ac:spMkLst>
        </pc:spChg>
        <pc:spChg chg="mod">
          <ac:chgData name="KRITIKA PRAKASH" userId="c4fc5cf5-905f-4757-ba63-9e0ec3aa68c8" providerId="ADAL" clId="{2340B9D4-EF1D-E748-8915-765C0B7DA16E}" dt="2023-08-18T02:22:23.263" v="5887" actId="1038"/>
          <ac:spMkLst>
            <pc:docMk/>
            <pc:sldMk cId="2580202144" sldId="318"/>
            <ac:spMk id="29" creationId="{7C7F42E9-20C2-E06C-B30E-FECED5729287}"/>
          </ac:spMkLst>
        </pc:spChg>
        <pc:spChg chg="mod">
          <ac:chgData name="KRITIKA PRAKASH" userId="c4fc5cf5-905f-4757-ba63-9e0ec3aa68c8" providerId="ADAL" clId="{2340B9D4-EF1D-E748-8915-765C0B7DA16E}" dt="2023-08-18T02:22:16.709" v="5881" actId="14100"/>
          <ac:spMkLst>
            <pc:docMk/>
            <pc:sldMk cId="2580202144" sldId="318"/>
            <ac:spMk id="30" creationId="{1BEE3FA9-E47C-75B9-43BB-5259B771ABB2}"/>
          </ac:spMkLst>
        </pc:spChg>
        <pc:spChg chg="mod">
          <ac:chgData name="KRITIKA PRAKASH" userId="c4fc5cf5-905f-4757-ba63-9e0ec3aa68c8" providerId="ADAL" clId="{2340B9D4-EF1D-E748-8915-765C0B7DA16E}" dt="2023-08-18T02:19:27.995" v="5817"/>
          <ac:spMkLst>
            <pc:docMk/>
            <pc:sldMk cId="2580202144" sldId="318"/>
            <ac:spMk id="31" creationId="{BC3F2670-3414-7850-BEEA-C6294E9EB5A2}"/>
          </ac:spMkLst>
        </pc:spChg>
        <pc:spChg chg="mod">
          <ac:chgData name="KRITIKA PRAKASH" userId="c4fc5cf5-905f-4757-ba63-9e0ec3aa68c8" providerId="ADAL" clId="{2340B9D4-EF1D-E748-8915-765C0B7DA16E}" dt="2023-08-18T02:22:23.263" v="5887" actId="1038"/>
          <ac:spMkLst>
            <pc:docMk/>
            <pc:sldMk cId="2580202144" sldId="318"/>
            <ac:spMk id="32" creationId="{036E1AC1-EC54-97CA-7F34-109D7AAB13C8}"/>
          </ac:spMkLst>
        </pc:spChg>
        <pc:spChg chg="mod">
          <ac:chgData name="KRITIKA PRAKASH" userId="c4fc5cf5-905f-4757-ba63-9e0ec3aa68c8" providerId="ADAL" clId="{2340B9D4-EF1D-E748-8915-765C0B7DA16E}" dt="2023-08-18T06:42:25.948" v="9857" actId="207"/>
          <ac:spMkLst>
            <pc:docMk/>
            <pc:sldMk cId="2580202144" sldId="318"/>
            <ac:spMk id="87" creationId="{670DD037-440F-7248-BEAC-DB49EB4DD5D3}"/>
          </ac:spMkLst>
        </pc:spChg>
        <pc:spChg chg="mod">
          <ac:chgData name="KRITIKA PRAKASH" userId="c4fc5cf5-905f-4757-ba63-9e0ec3aa68c8" providerId="ADAL" clId="{2340B9D4-EF1D-E748-8915-765C0B7DA16E}" dt="2023-08-18T06:42:25.948" v="9857" actId="207"/>
          <ac:spMkLst>
            <pc:docMk/>
            <pc:sldMk cId="2580202144" sldId="318"/>
            <ac:spMk id="88" creationId="{7FBBEDA2-74D6-FA48-B7A7-044D17561D6D}"/>
          </ac:spMkLst>
        </pc:spChg>
        <pc:spChg chg="mod">
          <ac:chgData name="KRITIKA PRAKASH" userId="c4fc5cf5-905f-4757-ba63-9e0ec3aa68c8" providerId="ADAL" clId="{2340B9D4-EF1D-E748-8915-765C0B7DA16E}" dt="2023-08-18T06:42:32.877" v="9858" actId="313"/>
          <ac:spMkLst>
            <pc:docMk/>
            <pc:sldMk cId="2580202144" sldId="318"/>
            <ac:spMk id="89" creationId="{2E5F53DA-4A29-3141-955F-BD354512C1DE}"/>
          </ac:spMkLst>
        </pc:spChg>
        <pc:spChg chg="mod">
          <ac:chgData name="KRITIKA PRAKASH" userId="c4fc5cf5-905f-4757-ba63-9e0ec3aa68c8" providerId="ADAL" clId="{2340B9D4-EF1D-E748-8915-765C0B7DA16E}" dt="2023-08-18T06:43:53.388" v="9862" actId="207"/>
          <ac:spMkLst>
            <pc:docMk/>
            <pc:sldMk cId="2580202144" sldId="318"/>
            <ac:spMk id="117" creationId="{4695F9BA-1401-154A-9ADE-7EC0942EC071}"/>
          </ac:spMkLst>
        </pc:spChg>
        <pc:spChg chg="mod">
          <ac:chgData name="KRITIKA PRAKASH" userId="c4fc5cf5-905f-4757-ba63-9e0ec3aa68c8" providerId="ADAL" clId="{2340B9D4-EF1D-E748-8915-765C0B7DA16E}" dt="2023-08-18T06:43:53.388" v="9862" actId="207"/>
          <ac:spMkLst>
            <pc:docMk/>
            <pc:sldMk cId="2580202144" sldId="318"/>
            <ac:spMk id="118" creationId="{FABCC931-F336-9741-8148-08CB1B35CC4B}"/>
          </ac:spMkLst>
        </pc:spChg>
        <pc:spChg chg="mod">
          <ac:chgData name="KRITIKA PRAKASH" userId="c4fc5cf5-905f-4757-ba63-9e0ec3aa68c8" providerId="ADAL" clId="{2340B9D4-EF1D-E748-8915-765C0B7DA16E}" dt="2023-08-18T06:43:53.388" v="9862" actId="207"/>
          <ac:spMkLst>
            <pc:docMk/>
            <pc:sldMk cId="2580202144" sldId="318"/>
            <ac:spMk id="119" creationId="{797F5051-709A-0A47-ABE4-9280F0019A0A}"/>
          </ac:spMkLst>
        </pc:spChg>
        <pc:spChg chg="mod">
          <ac:chgData name="KRITIKA PRAKASH" userId="c4fc5cf5-905f-4757-ba63-9e0ec3aa68c8" providerId="ADAL" clId="{2340B9D4-EF1D-E748-8915-765C0B7DA16E}" dt="2023-08-18T06:42:25.948" v="9857" actId="207"/>
          <ac:spMkLst>
            <pc:docMk/>
            <pc:sldMk cId="2580202144" sldId="318"/>
            <ac:spMk id="120" creationId="{A6F90A2F-E37C-0C49-B028-C593C96ADB62}"/>
          </ac:spMkLst>
        </pc:spChg>
        <pc:spChg chg="mod">
          <ac:chgData name="KRITIKA PRAKASH" userId="c4fc5cf5-905f-4757-ba63-9e0ec3aa68c8" providerId="ADAL" clId="{2340B9D4-EF1D-E748-8915-765C0B7DA16E}" dt="2023-08-18T06:43:53.388" v="9862" actId="207"/>
          <ac:spMkLst>
            <pc:docMk/>
            <pc:sldMk cId="2580202144" sldId="318"/>
            <ac:spMk id="124" creationId="{9C29CE80-8E78-714E-9768-A0E111C49504}"/>
          </ac:spMkLst>
        </pc:spChg>
        <pc:spChg chg="mod">
          <ac:chgData name="KRITIKA PRAKASH" userId="c4fc5cf5-905f-4757-ba63-9e0ec3aa68c8" providerId="ADAL" clId="{2340B9D4-EF1D-E748-8915-765C0B7DA16E}" dt="2023-08-18T06:44:03.134" v="9865" actId="113"/>
          <ac:spMkLst>
            <pc:docMk/>
            <pc:sldMk cId="2580202144" sldId="318"/>
            <ac:spMk id="125" creationId="{6C602743-4082-7840-BB4F-E8E7EAB4EAC1}"/>
          </ac:spMkLst>
        </pc:spChg>
        <pc:spChg chg="mod">
          <ac:chgData name="KRITIKA PRAKASH" userId="c4fc5cf5-905f-4757-ba63-9e0ec3aa68c8" providerId="ADAL" clId="{2340B9D4-EF1D-E748-8915-765C0B7DA16E}" dt="2023-08-18T06:42:47.149" v="9859" actId="207"/>
          <ac:spMkLst>
            <pc:docMk/>
            <pc:sldMk cId="2580202144" sldId="318"/>
            <ac:spMk id="129" creationId="{4D92F8C9-3DDD-1C4B-81C5-C54F443FF0B7}"/>
          </ac:spMkLst>
        </pc:spChg>
        <pc:spChg chg="mod">
          <ac:chgData name="KRITIKA PRAKASH" userId="c4fc5cf5-905f-4757-ba63-9e0ec3aa68c8" providerId="ADAL" clId="{2340B9D4-EF1D-E748-8915-765C0B7DA16E}" dt="2023-08-18T06:42:47.149" v="9859" actId="207"/>
          <ac:spMkLst>
            <pc:docMk/>
            <pc:sldMk cId="2580202144" sldId="318"/>
            <ac:spMk id="130" creationId="{65559EF5-9919-6E41-A053-84CE9AF3A298}"/>
          </ac:spMkLst>
        </pc:spChg>
        <pc:spChg chg="mod">
          <ac:chgData name="KRITIKA PRAKASH" userId="c4fc5cf5-905f-4757-ba63-9e0ec3aa68c8" providerId="ADAL" clId="{2340B9D4-EF1D-E748-8915-765C0B7DA16E}" dt="2023-08-18T06:42:47.149" v="9859" actId="207"/>
          <ac:spMkLst>
            <pc:docMk/>
            <pc:sldMk cId="2580202144" sldId="318"/>
            <ac:spMk id="131" creationId="{C2E0AF24-169E-8D40-BB76-A3B088D352F6}"/>
          </ac:spMkLst>
        </pc:spChg>
        <pc:spChg chg="mod">
          <ac:chgData name="KRITIKA PRAKASH" userId="c4fc5cf5-905f-4757-ba63-9e0ec3aa68c8" providerId="ADAL" clId="{2340B9D4-EF1D-E748-8915-765C0B7DA16E}" dt="2023-08-18T05:02:04.080" v="7874" actId="207"/>
          <ac:spMkLst>
            <pc:docMk/>
            <pc:sldMk cId="2580202144" sldId="318"/>
            <ac:spMk id="133" creationId="{E7F82A39-85F9-5F46-B8EF-59434F2CCFA7}"/>
          </ac:spMkLst>
        </pc:spChg>
        <pc:spChg chg="mod">
          <ac:chgData name="KRITIKA PRAKASH" userId="c4fc5cf5-905f-4757-ba63-9e0ec3aa68c8" providerId="ADAL" clId="{2340B9D4-EF1D-E748-8915-765C0B7DA16E}" dt="2023-08-18T05:02:04.080" v="7874" actId="207"/>
          <ac:spMkLst>
            <pc:docMk/>
            <pc:sldMk cId="2580202144" sldId="318"/>
            <ac:spMk id="134" creationId="{E2B5EF2E-29C0-C042-98DE-5C500FA33C17}"/>
          </ac:spMkLst>
        </pc:spChg>
        <pc:spChg chg="mod">
          <ac:chgData name="KRITIKA PRAKASH" userId="c4fc5cf5-905f-4757-ba63-9e0ec3aa68c8" providerId="ADAL" clId="{2340B9D4-EF1D-E748-8915-765C0B7DA16E}" dt="2023-08-18T06:46:45.364" v="9896" actId="208"/>
          <ac:spMkLst>
            <pc:docMk/>
            <pc:sldMk cId="2580202144" sldId="318"/>
            <ac:spMk id="137" creationId="{E8C01EDD-FD48-204E-B4FD-B8FF17C5FD75}"/>
          </ac:spMkLst>
        </pc:spChg>
        <pc:spChg chg="mod">
          <ac:chgData name="KRITIKA PRAKASH" userId="c4fc5cf5-905f-4757-ba63-9e0ec3aa68c8" providerId="ADAL" clId="{2340B9D4-EF1D-E748-8915-765C0B7DA16E}" dt="2023-08-18T06:42:13.551" v="9854" actId="207"/>
          <ac:spMkLst>
            <pc:docMk/>
            <pc:sldMk cId="2580202144" sldId="318"/>
            <ac:spMk id="138" creationId="{D470054E-B5F0-EC47-9E24-5449FBE72B72}"/>
          </ac:spMkLst>
        </pc:spChg>
        <pc:spChg chg="mod">
          <ac:chgData name="KRITIKA PRAKASH" userId="c4fc5cf5-905f-4757-ba63-9e0ec3aa68c8" providerId="ADAL" clId="{2340B9D4-EF1D-E748-8915-765C0B7DA16E}" dt="2023-08-18T06:44:26.497" v="9868" actId="207"/>
          <ac:spMkLst>
            <pc:docMk/>
            <pc:sldMk cId="2580202144" sldId="318"/>
            <ac:spMk id="139" creationId="{9AFC86ED-12AF-CE42-BB41-1426D29C5EEB}"/>
          </ac:spMkLst>
        </pc:spChg>
        <pc:spChg chg="mod">
          <ac:chgData name="KRITIKA PRAKASH" userId="c4fc5cf5-905f-4757-ba63-9e0ec3aa68c8" providerId="ADAL" clId="{2340B9D4-EF1D-E748-8915-765C0B7DA16E}" dt="2023-08-18T06:44:20.271" v="9867" actId="207"/>
          <ac:spMkLst>
            <pc:docMk/>
            <pc:sldMk cId="2580202144" sldId="318"/>
            <ac:spMk id="140" creationId="{1492BF4D-B6E0-DD47-938D-CEC240A0BF53}"/>
          </ac:spMkLst>
        </pc:spChg>
        <pc:spChg chg="mod">
          <ac:chgData name="KRITIKA PRAKASH" userId="c4fc5cf5-905f-4757-ba63-9e0ec3aa68c8" providerId="ADAL" clId="{2340B9D4-EF1D-E748-8915-765C0B7DA16E}" dt="2023-08-18T06:44:16.237" v="9866" actId="207"/>
          <ac:spMkLst>
            <pc:docMk/>
            <pc:sldMk cId="2580202144" sldId="318"/>
            <ac:spMk id="141" creationId="{9DD226AE-AAC9-874B-957B-58CF6C4C8301}"/>
          </ac:spMkLst>
        </pc:spChg>
        <pc:spChg chg="mod">
          <ac:chgData name="KRITIKA PRAKASH" userId="c4fc5cf5-905f-4757-ba63-9e0ec3aa68c8" providerId="ADAL" clId="{2340B9D4-EF1D-E748-8915-765C0B7DA16E}" dt="2023-08-18T06:45:40.982" v="9881" actId="207"/>
          <ac:spMkLst>
            <pc:docMk/>
            <pc:sldMk cId="2580202144" sldId="318"/>
            <ac:spMk id="145" creationId="{6F0A6D5B-A398-2840-85CF-2C2AE15DEBA4}"/>
          </ac:spMkLst>
        </pc:spChg>
        <pc:spChg chg="mod">
          <ac:chgData name="KRITIKA PRAKASH" userId="c4fc5cf5-905f-4757-ba63-9e0ec3aa68c8" providerId="ADAL" clId="{2340B9D4-EF1D-E748-8915-765C0B7DA16E}" dt="2023-08-18T06:45:14.506" v="9875" actId="207"/>
          <ac:spMkLst>
            <pc:docMk/>
            <pc:sldMk cId="2580202144" sldId="318"/>
            <ac:spMk id="147" creationId="{35CBE31F-1816-C64A-9F62-5C5A8809E9A1}"/>
          </ac:spMkLst>
        </pc:spChg>
        <pc:spChg chg="mod">
          <ac:chgData name="KRITIKA PRAKASH" userId="c4fc5cf5-905f-4757-ba63-9e0ec3aa68c8" providerId="ADAL" clId="{2340B9D4-EF1D-E748-8915-765C0B7DA16E}" dt="2023-08-18T05:02:04.080" v="7874" actId="207"/>
          <ac:spMkLst>
            <pc:docMk/>
            <pc:sldMk cId="2580202144" sldId="318"/>
            <ac:spMk id="150" creationId="{7D5A8E8D-5EDB-5C43-AED0-79EB0FA74FF5}"/>
          </ac:spMkLst>
        </pc:spChg>
        <pc:spChg chg="mod">
          <ac:chgData name="KRITIKA PRAKASH" userId="c4fc5cf5-905f-4757-ba63-9e0ec3aa68c8" providerId="ADAL" clId="{2340B9D4-EF1D-E748-8915-765C0B7DA16E}" dt="2023-08-18T05:02:04.080" v="7874" actId="207"/>
          <ac:spMkLst>
            <pc:docMk/>
            <pc:sldMk cId="2580202144" sldId="318"/>
            <ac:spMk id="151" creationId="{61017FCA-A92C-F243-B7EB-3A2ADE9A42BA}"/>
          </ac:spMkLst>
        </pc:spChg>
        <pc:spChg chg="mod">
          <ac:chgData name="KRITIKA PRAKASH" userId="c4fc5cf5-905f-4757-ba63-9e0ec3aa68c8" providerId="ADAL" clId="{2340B9D4-EF1D-E748-8915-765C0B7DA16E}" dt="2023-08-18T05:02:04.080" v="7874" actId="207"/>
          <ac:spMkLst>
            <pc:docMk/>
            <pc:sldMk cId="2580202144" sldId="318"/>
            <ac:spMk id="169" creationId="{EFBCD6DF-82D8-5E40-8FFC-F8F159434104}"/>
          </ac:spMkLst>
        </pc:spChg>
        <pc:spChg chg="mod">
          <ac:chgData name="KRITIKA PRAKASH" userId="c4fc5cf5-905f-4757-ba63-9e0ec3aa68c8" providerId="ADAL" clId="{2340B9D4-EF1D-E748-8915-765C0B7DA16E}" dt="2023-08-18T08:15:03.177" v="10680" actId="27636"/>
          <ac:spMkLst>
            <pc:docMk/>
            <pc:sldMk cId="2580202144" sldId="318"/>
            <ac:spMk id="175" creationId="{1294205C-9370-544A-899D-6E26C84BE411}"/>
          </ac:spMkLst>
        </pc:spChg>
        <pc:spChg chg="mod">
          <ac:chgData name="KRITIKA PRAKASH" userId="c4fc5cf5-905f-4757-ba63-9e0ec3aa68c8" providerId="ADAL" clId="{2340B9D4-EF1D-E748-8915-765C0B7DA16E}" dt="2023-08-18T06:45:10.018" v="9874" actId="207"/>
          <ac:spMkLst>
            <pc:docMk/>
            <pc:sldMk cId="2580202144" sldId="318"/>
            <ac:spMk id="176" creationId="{0CF70E31-EBFE-264F-BEDC-C3B1E4A5E0C9}"/>
          </ac:spMkLst>
        </pc:spChg>
        <pc:spChg chg="mod">
          <ac:chgData name="KRITIKA PRAKASH" userId="c4fc5cf5-905f-4757-ba63-9e0ec3aa68c8" providerId="ADAL" clId="{2340B9D4-EF1D-E748-8915-765C0B7DA16E}" dt="2023-08-18T06:46:01.211" v="9884" actId="207"/>
          <ac:spMkLst>
            <pc:docMk/>
            <pc:sldMk cId="2580202144" sldId="318"/>
            <ac:spMk id="177" creationId="{A81D3989-2496-9A40-A742-725FD60E7A06}"/>
          </ac:spMkLst>
        </pc:spChg>
        <pc:spChg chg="mod">
          <ac:chgData name="KRITIKA PRAKASH" userId="c4fc5cf5-905f-4757-ba63-9e0ec3aa68c8" providerId="ADAL" clId="{2340B9D4-EF1D-E748-8915-765C0B7DA16E}" dt="2023-08-18T06:45:05.231" v="9873" actId="207"/>
          <ac:spMkLst>
            <pc:docMk/>
            <pc:sldMk cId="2580202144" sldId="318"/>
            <ac:spMk id="181" creationId="{52962781-A8DF-374E-BA57-55412DA6FE04}"/>
          </ac:spMkLst>
        </pc:spChg>
        <pc:spChg chg="mod">
          <ac:chgData name="KRITIKA PRAKASH" userId="c4fc5cf5-905f-4757-ba63-9e0ec3aa68c8" providerId="ADAL" clId="{2340B9D4-EF1D-E748-8915-765C0B7DA16E}" dt="2023-08-18T06:43:38.801" v="9861" actId="207"/>
          <ac:spMkLst>
            <pc:docMk/>
            <pc:sldMk cId="2580202144" sldId="318"/>
            <ac:spMk id="198" creationId="{119E6C7F-488E-B14E-86DB-DE41721FF93C}"/>
          </ac:spMkLst>
        </pc:spChg>
        <pc:spChg chg="mod">
          <ac:chgData name="KRITIKA PRAKASH" userId="c4fc5cf5-905f-4757-ba63-9e0ec3aa68c8" providerId="ADAL" clId="{2340B9D4-EF1D-E748-8915-765C0B7DA16E}" dt="2023-08-18T06:43:38.801" v="9861" actId="207"/>
          <ac:spMkLst>
            <pc:docMk/>
            <pc:sldMk cId="2580202144" sldId="318"/>
            <ac:spMk id="199" creationId="{B6688BF5-2D71-A94B-B671-83F64F97EDC9}"/>
          </ac:spMkLst>
        </pc:spChg>
        <pc:spChg chg="mod">
          <ac:chgData name="KRITIKA PRAKASH" userId="c4fc5cf5-905f-4757-ba63-9e0ec3aa68c8" providerId="ADAL" clId="{2340B9D4-EF1D-E748-8915-765C0B7DA16E}" dt="2023-08-18T06:43:38.801" v="9861" actId="207"/>
          <ac:spMkLst>
            <pc:docMk/>
            <pc:sldMk cId="2580202144" sldId="318"/>
            <ac:spMk id="200" creationId="{91BA6569-D206-D145-8525-D81D013855E5}"/>
          </ac:spMkLst>
        </pc:spChg>
        <pc:spChg chg="mod">
          <ac:chgData name="KRITIKA PRAKASH" userId="c4fc5cf5-905f-4757-ba63-9e0ec3aa68c8" providerId="ADAL" clId="{2340B9D4-EF1D-E748-8915-765C0B7DA16E}" dt="2023-08-18T06:45:51.317" v="9883" actId="207"/>
          <ac:spMkLst>
            <pc:docMk/>
            <pc:sldMk cId="2580202144" sldId="318"/>
            <ac:spMk id="204" creationId="{93FA8128-D7EE-C24D-8B84-98D2019BE8D4}"/>
          </ac:spMkLst>
        </pc:spChg>
        <pc:spChg chg="mod">
          <ac:chgData name="KRITIKA PRAKASH" userId="c4fc5cf5-905f-4757-ba63-9e0ec3aa68c8" providerId="ADAL" clId="{2340B9D4-EF1D-E748-8915-765C0B7DA16E}" dt="2023-08-18T06:44:40.552" v="9870" actId="207"/>
          <ac:spMkLst>
            <pc:docMk/>
            <pc:sldMk cId="2580202144" sldId="318"/>
            <ac:spMk id="210" creationId="{621469CE-8E29-C342-B349-D1BD6A8FC95B}"/>
          </ac:spMkLst>
        </pc:spChg>
        <pc:spChg chg="mod">
          <ac:chgData name="KRITIKA PRAKASH" userId="c4fc5cf5-905f-4757-ba63-9e0ec3aa68c8" providerId="ADAL" clId="{2340B9D4-EF1D-E748-8915-765C0B7DA16E}" dt="2023-08-18T06:44:40.552" v="9870" actId="207"/>
          <ac:spMkLst>
            <pc:docMk/>
            <pc:sldMk cId="2580202144" sldId="318"/>
            <ac:spMk id="211" creationId="{A9BAEF43-1B3D-F94D-9268-7D84BB76B47F}"/>
          </ac:spMkLst>
        </pc:spChg>
        <pc:spChg chg="mod">
          <ac:chgData name="KRITIKA PRAKASH" userId="c4fc5cf5-905f-4757-ba63-9e0ec3aa68c8" providerId="ADAL" clId="{2340B9D4-EF1D-E748-8915-765C0B7DA16E}" dt="2023-08-18T06:44:46.893" v="9871" actId="207"/>
          <ac:spMkLst>
            <pc:docMk/>
            <pc:sldMk cId="2580202144" sldId="318"/>
            <ac:spMk id="213" creationId="{5BA84EFF-D44D-4C4C-992D-8C4FE132B48C}"/>
          </ac:spMkLst>
        </pc:spChg>
        <pc:spChg chg="mod">
          <ac:chgData name="KRITIKA PRAKASH" userId="c4fc5cf5-905f-4757-ba63-9e0ec3aa68c8" providerId="ADAL" clId="{2340B9D4-EF1D-E748-8915-765C0B7DA16E}" dt="2023-08-18T06:44:46.893" v="9871" actId="207"/>
          <ac:spMkLst>
            <pc:docMk/>
            <pc:sldMk cId="2580202144" sldId="318"/>
            <ac:spMk id="214" creationId="{E70052F3-1998-8043-9BBC-8AEF9A2086AD}"/>
          </ac:spMkLst>
        </pc:spChg>
        <pc:spChg chg="mod">
          <ac:chgData name="KRITIKA PRAKASH" userId="c4fc5cf5-905f-4757-ba63-9e0ec3aa68c8" providerId="ADAL" clId="{2340B9D4-EF1D-E748-8915-765C0B7DA16E}" dt="2023-08-18T06:44:46.893" v="9871" actId="207"/>
          <ac:spMkLst>
            <pc:docMk/>
            <pc:sldMk cId="2580202144" sldId="318"/>
            <ac:spMk id="215" creationId="{06FE0D36-3044-C24B-963D-2C81A66C5719}"/>
          </ac:spMkLst>
        </pc:spChg>
        <pc:spChg chg="mod">
          <ac:chgData name="KRITIKA PRAKASH" userId="c4fc5cf5-905f-4757-ba63-9e0ec3aa68c8" providerId="ADAL" clId="{2340B9D4-EF1D-E748-8915-765C0B7DA16E}" dt="2023-08-18T06:44:46.893" v="9871" actId="207"/>
          <ac:spMkLst>
            <pc:docMk/>
            <pc:sldMk cId="2580202144" sldId="318"/>
            <ac:spMk id="216" creationId="{1639849F-B778-114D-A1FF-CAB5F35A1B3F}"/>
          </ac:spMkLst>
        </pc:spChg>
        <pc:spChg chg="mod">
          <ac:chgData name="KRITIKA PRAKASH" userId="c4fc5cf5-905f-4757-ba63-9e0ec3aa68c8" providerId="ADAL" clId="{2340B9D4-EF1D-E748-8915-765C0B7DA16E}" dt="2023-08-18T06:44:52.980" v="9872" actId="207"/>
          <ac:spMkLst>
            <pc:docMk/>
            <pc:sldMk cId="2580202144" sldId="318"/>
            <ac:spMk id="217" creationId="{99CE71C6-4516-A24F-BABA-62DD455B25D7}"/>
          </ac:spMkLst>
        </pc:spChg>
        <pc:spChg chg="mod">
          <ac:chgData name="KRITIKA PRAKASH" userId="c4fc5cf5-905f-4757-ba63-9e0ec3aa68c8" providerId="ADAL" clId="{2340B9D4-EF1D-E748-8915-765C0B7DA16E}" dt="2023-08-18T06:44:52.980" v="9872" actId="207"/>
          <ac:spMkLst>
            <pc:docMk/>
            <pc:sldMk cId="2580202144" sldId="318"/>
            <ac:spMk id="218" creationId="{B074E267-E8C3-5F40-8CD2-A8C19768A7E6}"/>
          </ac:spMkLst>
        </pc:spChg>
        <pc:spChg chg="mod">
          <ac:chgData name="KRITIKA PRAKASH" userId="c4fc5cf5-905f-4757-ba63-9e0ec3aa68c8" providerId="ADAL" clId="{2340B9D4-EF1D-E748-8915-765C0B7DA16E}" dt="2023-08-18T06:44:52.980" v="9872" actId="207"/>
          <ac:spMkLst>
            <pc:docMk/>
            <pc:sldMk cId="2580202144" sldId="318"/>
            <ac:spMk id="219" creationId="{1B83C010-760C-3747-8E66-0F67BED91C4A}"/>
          </ac:spMkLst>
        </pc:spChg>
        <pc:spChg chg="mod">
          <ac:chgData name="KRITIKA PRAKASH" userId="c4fc5cf5-905f-4757-ba63-9e0ec3aa68c8" providerId="ADAL" clId="{2340B9D4-EF1D-E748-8915-765C0B7DA16E}" dt="2023-08-18T06:44:52.980" v="9872" actId="207"/>
          <ac:spMkLst>
            <pc:docMk/>
            <pc:sldMk cId="2580202144" sldId="318"/>
            <ac:spMk id="220" creationId="{AB6E7926-A660-C44F-B09B-5C4FAC007326}"/>
          </ac:spMkLst>
        </pc:spChg>
        <pc:spChg chg="mod">
          <ac:chgData name="KRITIKA PRAKASH" userId="c4fc5cf5-905f-4757-ba63-9e0ec3aa68c8" providerId="ADAL" clId="{2340B9D4-EF1D-E748-8915-765C0B7DA16E}" dt="2023-08-18T08:21:29.462" v="10696" actId="207"/>
          <ac:spMkLst>
            <pc:docMk/>
            <pc:sldMk cId="2580202144" sldId="318"/>
            <ac:spMk id="234" creationId="{9721AB9C-1772-4145-A7DE-C7A0FDDFC78B}"/>
          </ac:spMkLst>
        </pc:spChg>
        <pc:grpChg chg="add mod">
          <ac:chgData name="KRITIKA PRAKASH" userId="c4fc5cf5-905f-4757-ba63-9e0ec3aa68c8" providerId="ADAL" clId="{2340B9D4-EF1D-E748-8915-765C0B7DA16E}" dt="2023-08-18T02:19:27.995" v="5817"/>
          <ac:grpSpMkLst>
            <pc:docMk/>
            <pc:sldMk cId="2580202144" sldId="318"/>
            <ac:grpSpMk id="25" creationId="{69272B1E-D793-FB67-BDAF-1A50ECFFAE71}"/>
          </ac:grpSpMkLst>
        </pc:grpChg>
      </pc:sldChg>
      <pc:sldChg chg="addSp delSp modSp mod">
        <pc:chgData name="KRITIKA PRAKASH" userId="c4fc5cf5-905f-4757-ba63-9e0ec3aa68c8" providerId="ADAL" clId="{2340B9D4-EF1D-E748-8915-765C0B7DA16E}" dt="2023-08-18T02:18:30.663" v="5804" actId="14100"/>
        <pc:sldMkLst>
          <pc:docMk/>
          <pc:sldMk cId="3557623162" sldId="319"/>
        </pc:sldMkLst>
        <pc:spChg chg="add del mod">
          <ac:chgData name="KRITIKA PRAKASH" userId="c4fc5cf5-905f-4757-ba63-9e0ec3aa68c8" providerId="ADAL" clId="{2340B9D4-EF1D-E748-8915-765C0B7DA16E}" dt="2023-08-18T02:17:04.106" v="5749" actId="478"/>
          <ac:spMkLst>
            <pc:docMk/>
            <pc:sldMk cId="3557623162" sldId="319"/>
            <ac:spMk id="7" creationId="{D2BC175D-0C30-F2F1-5C32-D340A382A5FB}"/>
          </ac:spMkLst>
        </pc:spChg>
        <pc:spChg chg="add mod">
          <ac:chgData name="KRITIKA PRAKASH" userId="c4fc5cf5-905f-4757-ba63-9e0ec3aa68c8" providerId="ADAL" clId="{2340B9D4-EF1D-E748-8915-765C0B7DA16E}" dt="2023-08-18T02:18:16.463" v="5800" actId="164"/>
          <ac:spMkLst>
            <pc:docMk/>
            <pc:sldMk cId="3557623162" sldId="319"/>
            <ac:spMk id="8" creationId="{7F294D17-9E1B-D622-C024-FB09DC37FC1E}"/>
          </ac:spMkLst>
        </pc:spChg>
        <pc:spChg chg="add mod">
          <ac:chgData name="KRITIKA PRAKASH" userId="c4fc5cf5-905f-4757-ba63-9e0ec3aa68c8" providerId="ADAL" clId="{2340B9D4-EF1D-E748-8915-765C0B7DA16E}" dt="2023-08-18T02:18:16.463" v="5800" actId="164"/>
          <ac:spMkLst>
            <pc:docMk/>
            <pc:sldMk cId="3557623162" sldId="319"/>
            <ac:spMk id="9" creationId="{0DE7FD1C-5928-AD7C-AD71-080162377E41}"/>
          </ac:spMkLst>
        </pc:spChg>
        <pc:spChg chg="add mod">
          <ac:chgData name="KRITIKA PRAKASH" userId="c4fc5cf5-905f-4757-ba63-9e0ec3aa68c8" providerId="ADAL" clId="{2340B9D4-EF1D-E748-8915-765C0B7DA16E}" dt="2023-08-18T02:18:16.463" v="5800" actId="164"/>
          <ac:spMkLst>
            <pc:docMk/>
            <pc:sldMk cId="3557623162" sldId="319"/>
            <ac:spMk id="10" creationId="{385D14EE-DFBD-0C0A-BF9A-1EACCF4E7E86}"/>
          </ac:spMkLst>
        </pc:spChg>
        <pc:spChg chg="add mod">
          <ac:chgData name="KRITIKA PRAKASH" userId="c4fc5cf5-905f-4757-ba63-9e0ec3aa68c8" providerId="ADAL" clId="{2340B9D4-EF1D-E748-8915-765C0B7DA16E}" dt="2023-08-18T02:18:16.463" v="5800" actId="164"/>
          <ac:spMkLst>
            <pc:docMk/>
            <pc:sldMk cId="3557623162" sldId="319"/>
            <ac:spMk id="11" creationId="{29443424-C7F6-9E3A-0E1D-4498A793B4E2}"/>
          </ac:spMkLst>
        </pc:spChg>
        <pc:spChg chg="add mod">
          <ac:chgData name="KRITIKA PRAKASH" userId="c4fc5cf5-905f-4757-ba63-9e0ec3aa68c8" providerId="ADAL" clId="{2340B9D4-EF1D-E748-8915-765C0B7DA16E}" dt="2023-08-18T02:18:30.663" v="5804" actId="14100"/>
          <ac:spMkLst>
            <pc:docMk/>
            <pc:sldMk cId="3557623162" sldId="319"/>
            <ac:spMk id="12" creationId="{E1ED7F51-5E91-5FA6-2D14-5E2B64C40EE7}"/>
          </ac:spMkLst>
        </pc:spChg>
        <pc:spChg chg="add mod">
          <ac:chgData name="KRITIKA PRAKASH" userId="c4fc5cf5-905f-4757-ba63-9e0ec3aa68c8" providerId="ADAL" clId="{2340B9D4-EF1D-E748-8915-765C0B7DA16E}" dt="2023-08-18T02:18:16.463" v="5800" actId="164"/>
          <ac:spMkLst>
            <pc:docMk/>
            <pc:sldMk cId="3557623162" sldId="319"/>
            <ac:spMk id="13" creationId="{13902BF8-0F63-1F4E-A6C9-5FA5C6509B12}"/>
          </ac:spMkLst>
        </pc:spChg>
        <pc:grpChg chg="add mod">
          <ac:chgData name="KRITIKA PRAKASH" userId="c4fc5cf5-905f-4757-ba63-9e0ec3aa68c8" providerId="ADAL" clId="{2340B9D4-EF1D-E748-8915-765C0B7DA16E}" dt="2023-08-18T02:18:30.016" v="5803" actId="1076"/>
          <ac:grpSpMkLst>
            <pc:docMk/>
            <pc:sldMk cId="3557623162" sldId="319"/>
            <ac:grpSpMk id="14" creationId="{CB37AC4D-F661-52C7-56F2-DB302B9ABA43}"/>
          </ac:grpSpMkLst>
        </pc:grpChg>
        <pc:graphicFrameChg chg="add del modGraphic">
          <ac:chgData name="KRITIKA PRAKASH" userId="c4fc5cf5-905f-4757-ba63-9e0ec3aa68c8" providerId="ADAL" clId="{2340B9D4-EF1D-E748-8915-765C0B7DA16E}" dt="2023-08-18T01:18:42.579" v="4636" actId="1032"/>
          <ac:graphicFrameMkLst>
            <pc:docMk/>
            <pc:sldMk cId="3557623162" sldId="319"/>
            <ac:graphicFrameMk id="6" creationId="{16D6CE12-0027-443D-53CC-B4C5177E79F4}"/>
          </ac:graphicFrameMkLst>
        </pc:graphicFrameChg>
        <pc:picChg chg="add del mod">
          <ac:chgData name="KRITIKA PRAKASH" userId="c4fc5cf5-905f-4757-ba63-9e0ec3aa68c8" providerId="ADAL" clId="{2340B9D4-EF1D-E748-8915-765C0B7DA16E}" dt="2023-08-18T01:46:05.016" v="5238" actId="478"/>
          <ac:picMkLst>
            <pc:docMk/>
            <pc:sldMk cId="3557623162" sldId="319"/>
            <ac:picMk id="3" creationId="{FB5D8E1F-C377-AA15-9A7A-4DD9B8E3A63D}"/>
          </ac:picMkLst>
        </pc:picChg>
        <pc:picChg chg="add del mod">
          <ac:chgData name="KRITIKA PRAKASH" userId="c4fc5cf5-905f-4757-ba63-9e0ec3aa68c8" providerId="ADAL" clId="{2340B9D4-EF1D-E748-8915-765C0B7DA16E}" dt="2023-08-18T01:46:05.988" v="5239" actId="478"/>
          <ac:picMkLst>
            <pc:docMk/>
            <pc:sldMk cId="3557623162" sldId="319"/>
            <ac:picMk id="4" creationId="{1894AC67-8BEA-4E10-C936-82F92EBE54CD}"/>
          </ac:picMkLst>
        </pc:picChg>
        <pc:picChg chg="add del mod">
          <ac:chgData name="KRITIKA PRAKASH" userId="c4fc5cf5-905f-4757-ba63-9e0ec3aa68c8" providerId="ADAL" clId="{2340B9D4-EF1D-E748-8915-765C0B7DA16E}" dt="2023-08-18T01:46:04.011" v="5237" actId="478"/>
          <ac:picMkLst>
            <pc:docMk/>
            <pc:sldMk cId="3557623162" sldId="319"/>
            <ac:picMk id="5" creationId="{4AE55E86-D09C-50D5-CFC0-05B32416F634}"/>
          </ac:picMkLst>
        </pc:picChg>
      </pc:sldChg>
      <pc:sldChg chg="addSp delSp modSp del mod">
        <pc:chgData name="KRITIKA PRAKASH" userId="c4fc5cf5-905f-4757-ba63-9e0ec3aa68c8" providerId="ADAL" clId="{2340B9D4-EF1D-E748-8915-765C0B7DA16E}" dt="2023-08-18T02:02:44.848" v="5506" actId="2696"/>
        <pc:sldMkLst>
          <pc:docMk/>
          <pc:sldMk cId="982315962" sldId="320"/>
        </pc:sldMkLst>
        <pc:spChg chg="del">
          <ac:chgData name="KRITIKA PRAKASH" userId="c4fc5cf5-905f-4757-ba63-9e0ec3aa68c8" providerId="ADAL" clId="{2340B9D4-EF1D-E748-8915-765C0B7DA16E}" dt="2023-08-18T00:46:14.813" v="3422" actId="478"/>
          <ac:spMkLst>
            <pc:docMk/>
            <pc:sldMk cId="982315962" sldId="320"/>
            <ac:spMk id="9" creationId="{694FB5A2-1FA3-5C4A-9E1A-A666F5FF40A6}"/>
          </ac:spMkLst>
        </pc:spChg>
        <pc:spChg chg="del mod">
          <ac:chgData name="KRITIKA PRAKASH" userId="c4fc5cf5-905f-4757-ba63-9e0ec3aa68c8" providerId="ADAL" clId="{2340B9D4-EF1D-E748-8915-765C0B7DA16E}" dt="2023-08-18T00:47:47.660" v="3497" actId="478"/>
          <ac:spMkLst>
            <pc:docMk/>
            <pc:sldMk cId="982315962" sldId="320"/>
            <ac:spMk id="14" creationId="{127AAC5E-4E68-88CE-9E8E-98FB05C60CC4}"/>
          </ac:spMkLst>
        </pc:spChg>
        <pc:spChg chg="add del mod">
          <ac:chgData name="KRITIKA PRAKASH" userId="c4fc5cf5-905f-4757-ba63-9e0ec3aa68c8" providerId="ADAL" clId="{2340B9D4-EF1D-E748-8915-765C0B7DA16E}" dt="2023-08-18T00:32:59.403" v="3366"/>
          <ac:spMkLst>
            <pc:docMk/>
            <pc:sldMk cId="982315962" sldId="320"/>
            <ac:spMk id="15" creationId="{AEF65A84-2E4E-451F-D3C4-7ABF542D20BD}"/>
          </ac:spMkLst>
        </pc:spChg>
        <pc:spChg chg="add del mod">
          <ac:chgData name="KRITIKA PRAKASH" userId="c4fc5cf5-905f-4757-ba63-9e0ec3aa68c8" providerId="ADAL" clId="{2340B9D4-EF1D-E748-8915-765C0B7DA16E}" dt="2023-08-18T00:48:09.311" v="3504" actId="478"/>
          <ac:spMkLst>
            <pc:docMk/>
            <pc:sldMk cId="982315962" sldId="320"/>
            <ac:spMk id="19" creationId="{51AAED01-7096-F21B-735C-B90E67F021BA}"/>
          </ac:spMkLst>
        </pc:spChg>
        <pc:spChg chg="add mod">
          <ac:chgData name="KRITIKA PRAKASH" userId="c4fc5cf5-905f-4757-ba63-9e0ec3aa68c8" providerId="ADAL" clId="{2340B9D4-EF1D-E748-8915-765C0B7DA16E}" dt="2023-08-18T00:53:42.644" v="3846" actId="20577"/>
          <ac:spMkLst>
            <pc:docMk/>
            <pc:sldMk cId="982315962" sldId="320"/>
            <ac:spMk id="20" creationId="{1603EED0-7FA4-39EC-7D6E-D091560DA40B}"/>
          </ac:spMkLst>
        </pc:spChg>
        <pc:picChg chg="del">
          <ac:chgData name="KRITIKA PRAKASH" userId="c4fc5cf5-905f-4757-ba63-9e0ec3aa68c8" providerId="ADAL" clId="{2340B9D4-EF1D-E748-8915-765C0B7DA16E}" dt="2023-08-18T00:37:17.995" v="3370" actId="21"/>
          <ac:picMkLst>
            <pc:docMk/>
            <pc:sldMk cId="982315962" sldId="320"/>
            <ac:picMk id="16" creationId="{E103B7EB-06C2-F84B-90EA-3C55E74D397E}"/>
          </ac:picMkLst>
        </pc:picChg>
        <pc:picChg chg="del">
          <ac:chgData name="KRITIKA PRAKASH" userId="c4fc5cf5-905f-4757-ba63-9e0ec3aa68c8" providerId="ADAL" clId="{2340B9D4-EF1D-E748-8915-765C0B7DA16E}" dt="2023-08-18T00:37:17.995" v="3370" actId="21"/>
          <ac:picMkLst>
            <pc:docMk/>
            <pc:sldMk cId="982315962" sldId="320"/>
            <ac:picMk id="17" creationId="{7ABF17D3-7D29-6E47-9030-5A32B3A882E7}"/>
          </ac:picMkLst>
        </pc:picChg>
        <pc:picChg chg="del mod">
          <ac:chgData name="KRITIKA PRAKASH" userId="c4fc5cf5-905f-4757-ba63-9e0ec3aa68c8" providerId="ADAL" clId="{2340B9D4-EF1D-E748-8915-765C0B7DA16E}" dt="2023-08-18T00:50:27.626" v="3722" actId="478"/>
          <ac:picMkLst>
            <pc:docMk/>
            <pc:sldMk cId="982315962" sldId="320"/>
            <ac:picMk id="18" creationId="{B1AE8765-F324-FD40-9200-C9BC663A0965}"/>
          </ac:picMkLst>
        </pc:picChg>
      </pc:sldChg>
      <pc:sldChg chg="addSp delSp modSp mod">
        <pc:chgData name="KRITIKA PRAKASH" userId="c4fc5cf5-905f-4757-ba63-9e0ec3aa68c8" providerId="ADAL" clId="{2340B9D4-EF1D-E748-8915-765C0B7DA16E}" dt="2023-08-18T08:09:57.610" v="10657" actId="20577"/>
        <pc:sldMkLst>
          <pc:docMk/>
          <pc:sldMk cId="1947640091" sldId="321"/>
        </pc:sldMkLst>
        <pc:spChg chg="mod">
          <ac:chgData name="KRITIKA PRAKASH" userId="c4fc5cf5-905f-4757-ba63-9e0ec3aa68c8" providerId="ADAL" clId="{2340B9D4-EF1D-E748-8915-765C0B7DA16E}" dt="2023-08-18T08:09:57.610" v="10657" actId="20577"/>
          <ac:spMkLst>
            <pc:docMk/>
            <pc:sldMk cId="1947640091" sldId="321"/>
            <ac:spMk id="2" creationId="{A6AA2842-23D1-9D4C-8C34-54F396B0B405}"/>
          </ac:spMkLst>
        </pc:spChg>
        <pc:spChg chg="mod">
          <ac:chgData name="KRITIKA PRAKASH" userId="c4fc5cf5-905f-4757-ba63-9e0ec3aa68c8" providerId="ADAL" clId="{2340B9D4-EF1D-E748-8915-765C0B7DA16E}" dt="2023-08-18T05:37:48.418" v="8919" actId="1076"/>
          <ac:spMkLst>
            <pc:docMk/>
            <pc:sldMk cId="1947640091" sldId="321"/>
            <ac:spMk id="3" creationId="{080D71E6-2122-0D40-7972-92B9DC14FA22}"/>
          </ac:spMkLst>
        </pc:spChg>
        <pc:spChg chg="add del mod">
          <ac:chgData name="KRITIKA PRAKASH" userId="c4fc5cf5-905f-4757-ba63-9e0ec3aa68c8" providerId="ADAL" clId="{2340B9D4-EF1D-E748-8915-765C0B7DA16E}" dt="2023-08-17T21:33:09.044" v="133" actId="478"/>
          <ac:spMkLst>
            <pc:docMk/>
            <pc:sldMk cId="1947640091" sldId="321"/>
            <ac:spMk id="6" creationId="{590876DD-C5D0-3EB3-0D39-AAB3E38E9D8A}"/>
          </ac:spMkLst>
        </pc:spChg>
        <pc:spChg chg="mod">
          <ac:chgData name="KRITIKA PRAKASH" userId="c4fc5cf5-905f-4757-ba63-9e0ec3aa68c8" providerId="ADAL" clId="{2340B9D4-EF1D-E748-8915-765C0B7DA16E}" dt="2023-08-18T04:28:59.452" v="7503" actId="1076"/>
          <ac:spMkLst>
            <pc:docMk/>
            <pc:sldMk cId="1947640091" sldId="321"/>
            <ac:spMk id="7" creationId="{4F3CA647-BAF8-721B-F16B-E79DCF069C69}"/>
          </ac:spMkLst>
        </pc:spChg>
        <pc:spChg chg="mod">
          <ac:chgData name="KRITIKA PRAKASH" userId="c4fc5cf5-905f-4757-ba63-9e0ec3aa68c8" providerId="ADAL" clId="{2340B9D4-EF1D-E748-8915-765C0B7DA16E}" dt="2023-08-18T04:39:09.369" v="7703" actId="14100"/>
          <ac:spMkLst>
            <pc:docMk/>
            <pc:sldMk cId="1947640091" sldId="321"/>
            <ac:spMk id="8" creationId="{6284178F-67B4-610D-8AD7-01533C49923E}"/>
          </ac:spMkLst>
        </pc:spChg>
        <pc:spChg chg="mod">
          <ac:chgData name="KRITIKA PRAKASH" userId="c4fc5cf5-905f-4757-ba63-9e0ec3aa68c8" providerId="ADAL" clId="{2340B9D4-EF1D-E748-8915-765C0B7DA16E}" dt="2023-08-18T04:38:52.470" v="7700" actId="1076"/>
          <ac:spMkLst>
            <pc:docMk/>
            <pc:sldMk cId="1947640091" sldId="321"/>
            <ac:spMk id="9" creationId="{63679E68-DFA6-5155-6E64-147FA7949BB1}"/>
          </ac:spMkLst>
        </pc:spChg>
        <pc:spChg chg="mod">
          <ac:chgData name="KRITIKA PRAKASH" userId="c4fc5cf5-905f-4757-ba63-9e0ec3aa68c8" providerId="ADAL" clId="{2340B9D4-EF1D-E748-8915-765C0B7DA16E}" dt="2023-08-18T04:39:01.265" v="7701" actId="1076"/>
          <ac:spMkLst>
            <pc:docMk/>
            <pc:sldMk cId="1947640091" sldId="321"/>
            <ac:spMk id="10" creationId="{55920283-3FB4-1F95-99CB-C38437A70B09}"/>
          </ac:spMkLst>
        </pc:spChg>
        <pc:spChg chg="add mod">
          <ac:chgData name="KRITIKA PRAKASH" userId="c4fc5cf5-905f-4757-ba63-9e0ec3aa68c8" providerId="ADAL" clId="{2340B9D4-EF1D-E748-8915-765C0B7DA16E}" dt="2023-08-17T22:08:07.149" v="862" actId="14100"/>
          <ac:spMkLst>
            <pc:docMk/>
            <pc:sldMk cId="1947640091" sldId="321"/>
            <ac:spMk id="11" creationId="{0DDABB97-D259-31EA-0BD3-ED4AF7A312A7}"/>
          </ac:spMkLst>
        </pc:spChg>
        <pc:spChg chg="del mod">
          <ac:chgData name="KRITIKA PRAKASH" userId="c4fc5cf5-905f-4757-ba63-9e0ec3aa68c8" providerId="ADAL" clId="{2340B9D4-EF1D-E748-8915-765C0B7DA16E}" dt="2023-08-18T05:38:26.337" v="8926" actId="478"/>
          <ac:spMkLst>
            <pc:docMk/>
            <pc:sldMk cId="1947640091" sldId="321"/>
            <ac:spMk id="14" creationId="{2F70ACEE-1AFB-3E43-39F0-74DF22155402}"/>
          </ac:spMkLst>
        </pc:spChg>
        <pc:spChg chg="add del mod">
          <ac:chgData name="KRITIKA PRAKASH" userId="c4fc5cf5-905f-4757-ba63-9e0ec3aa68c8" providerId="ADAL" clId="{2340B9D4-EF1D-E748-8915-765C0B7DA16E}" dt="2023-08-17T21:35:47.661" v="172" actId="478"/>
          <ac:spMkLst>
            <pc:docMk/>
            <pc:sldMk cId="1947640091" sldId="321"/>
            <ac:spMk id="14" creationId="{4673C727-1846-D12A-9080-B79534A345BA}"/>
          </ac:spMkLst>
        </pc:spChg>
        <pc:spChg chg="add mod">
          <ac:chgData name="KRITIKA PRAKASH" userId="c4fc5cf5-905f-4757-ba63-9e0ec3aa68c8" providerId="ADAL" clId="{2340B9D4-EF1D-E748-8915-765C0B7DA16E}" dt="2023-08-17T22:26:42.844" v="1226" actId="1076"/>
          <ac:spMkLst>
            <pc:docMk/>
            <pc:sldMk cId="1947640091" sldId="321"/>
            <ac:spMk id="15" creationId="{40636EB0-D5A6-D0FD-E205-8775D239BA18}"/>
          </ac:spMkLst>
        </pc:spChg>
        <pc:spChg chg="add del mod">
          <ac:chgData name="KRITIKA PRAKASH" userId="c4fc5cf5-905f-4757-ba63-9e0ec3aa68c8" providerId="ADAL" clId="{2340B9D4-EF1D-E748-8915-765C0B7DA16E}" dt="2023-08-17T22:04:55.933" v="786" actId="478"/>
          <ac:spMkLst>
            <pc:docMk/>
            <pc:sldMk cId="1947640091" sldId="321"/>
            <ac:spMk id="16" creationId="{391372FB-3912-AC4B-0FF5-A3BED1CB031F}"/>
          </ac:spMkLst>
        </pc:spChg>
        <pc:spChg chg="mod">
          <ac:chgData name="KRITIKA PRAKASH" userId="c4fc5cf5-905f-4757-ba63-9e0ec3aa68c8" providerId="ADAL" clId="{2340B9D4-EF1D-E748-8915-765C0B7DA16E}" dt="2023-08-18T05:38:07.647" v="8924" actId="207"/>
          <ac:spMkLst>
            <pc:docMk/>
            <pc:sldMk cId="1947640091" sldId="321"/>
            <ac:spMk id="17" creationId="{55050067-C8A2-D38F-AEF5-74F2B20ABE70}"/>
          </ac:spMkLst>
        </pc:spChg>
        <pc:spChg chg="add del mod">
          <ac:chgData name="KRITIKA PRAKASH" userId="c4fc5cf5-905f-4757-ba63-9e0ec3aa68c8" providerId="ADAL" clId="{2340B9D4-EF1D-E748-8915-765C0B7DA16E}" dt="2023-08-17T21:40:17.987" v="212" actId="478"/>
          <ac:spMkLst>
            <pc:docMk/>
            <pc:sldMk cId="1947640091" sldId="321"/>
            <ac:spMk id="17" creationId="{8F4831F1-CE41-3328-6415-2C16B0F3CABF}"/>
          </ac:spMkLst>
        </pc:spChg>
        <pc:spChg chg="add del mod">
          <ac:chgData name="KRITIKA PRAKASH" userId="c4fc5cf5-905f-4757-ba63-9e0ec3aa68c8" providerId="ADAL" clId="{2340B9D4-EF1D-E748-8915-765C0B7DA16E}" dt="2023-08-17T21:40:19.499" v="213" actId="478"/>
          <ac:spMkLst>
            <pc:docMk/>
            <pc:sldMk cId="1947640091" sldId="321"/>
            <ac:spMk id="18" creationId="{546A65CB-847E-57E0-9578-9F8CBCA4E8B7}"/>
          </ac:spMkLst>
        </pc:spChg>
        <pc:spChg chg="mod">
          <ac:chgData name="KRITIKA PRAKASH" userId="c4fc5cf5-905f-4757-ba63-9e0ec3aa68c8" providerId="ADAL" clId="{2340B9D4-EF1D-E748-8915-765C0B7DA16E}" dt="2023-08-18T05:38:03.735" v="8923" actId="207"/>
          <ac:spMkLst>
            <pc:docMk/>
            <pc:sldMk cId="1947640091" sldId="321"/>
            <ac:spMk id="18" creationId="{C7FCAEF5-FAD5-7F89-BB7B-05F36A2470C7}"/>
          </ac:spMkLst>
        </pc:spChg>
        <pc:spChg chg="add del mod">
          <ac:chgData name="KRITIKA PRAKASH" userId="c4fc5cf5-905f-4757-ba63-9e0ec3aa68c8" providerId="ADAL" clId="{2340B9D4-EF1D-E748-8915-765C0B7DA16E}" dt="2023-08-17T21:40:21.114" v="214" actId="478"/>
          <ac:spMkLst>
            <pc:docMk/>
            <pc:sldMk cId="1947640091" sldId="321"/>
            <ac:spMk id="19" creationId="{1CE30A50-B3E9-831B-7108-955D030D569E}"/>
          </ac:spMkLst>
        </pc:spChg>
        <pc:spChg chg="mod">
          <ac:chgData name="KRITIKA PRAKASH" userId="c4fc5cf5-905f-4757-ba63-9e0ec3aa68c8" providerId="ADAL" clId="{2340B9D4-EF1D-E748-8915-765C0B7DA16E}" dt="2023-08-18T05:38:03.735" v="8923" actId="207"/>
          <ac:spMkLst>
            <pc:docMk/>
            <pc:sldMk cId="1947640091" sldId="321"/>
            <ac:spMk id="19" creationId="{3E77B0F7-6E4A-6755-7C3E-5ECC6EA8A591}"/>
          </ac:spMkLst>
        </pc:spChg>
        <pc:spChg chg="add mod">
          <ac:chgData name="KRITIKA PRAKASH" userId="c4fc5cf5-905f-4757-ba63-9e0ec3aa68c8" providerId="ADAL" clId="{2340B9D4-EF1D-E748-8915-765C0B7DA16E}" dt="2023-08-17T22:13:55.600" v="1033" actId="1076"/>
          <ac:spMkLst>
            <pc:docMk/>
            <pc:sldMk cId="1947640091" sldId="321"/>
            <ac:spMk id="20" creationId="{A2977C63-67D2-A7FF-DCF0-ECA14C43DEA3}"/>
          </ac:spMkLst>
        </pc:spChg>
        <pc:spChg chg="add del mod">
          <ac:chgData name="KRITIKA PRAKASH" userId="c4fc5cf5-905f-4757-ba63-9e0ec3aa68c8" providerId="ADAL" clId="{2340B9D4-EF1D-E748-8915-765C0B7DA16E}" dt="2023-08-17T21:39:13.912" v="178" actId="478"/>
          <ac:spMkLst>
            <pc:docMk/>
            <pc:sldMk cId="1947640091" sldId="321"/>
            <ac:spMk id="21" creationId="{F84CE180-7E57-F6AD-93C6-BF126F51D387}"/>
          </ac:spMkLst>
        </pc:spChg>
        <pc:spChg chg="add del mod">
          <ac:chgData name="KRITIKA PRAKASH" userId="c4fc5cf5-905f-4757-ba63-9e0ec3aa68c8" providerId="ADAL" clId="{2340B9D4-EF1D-E748-8915-765C0B7DA16E}" dt="2023-08-17T21:39:25.292" v="180" actId="478"/>
          <ac:spMkLst>
            <pc:docMk/>
            <pc:sldMk cId="1947640091" sldId="321"/>
            <ac:spMk id="22" creationId="{7BD893A1-EDEA-D840-5419-E17012B6F7F9}"/>
          </ac:spMkLst>
        </pc:spChg>
        <pc:spChg chg="del">
          <ac:chgData name="KRITIKA PRAKASH" userId="c4fc5cf5-905f-4757-ba63-9e0ec3aa68c8" providerId="ADAL" clId="{2340B9D4-EF1D-E748-8915-765C0B7DA16E}" dt="2023-08-18T07:16:07.599" v="10270" actId="21"/>
          <ac:spMkLst>
            <pc:docMk/>
            <pc:sldMk cId="1947640091" sldId="321"/>
            <ac:spMk id="22" creationId="{A5E928A6-B5A1-5941-A72A-51520BA8795A}"/>
          </ac:spMkLst>
        </pc:spChg>
        <pc:spChg chg="add del mod">
          <ac:chgData name="KRITIKA PRAKASH" userId="c4fc5cf5-905f-4757-ba63-9e0ec3aa68c8" providerId="ADAL" clId="{2340B9D4-EF1D-E748-8915-765C0B7DA16E}" dt="2023-08-17T21:40:24.092" v="216" actId="478"/>
          <ac:spMkLst>
            <pc:docMk/>
            <pc:sldMk cId="1947640091" sldId="321"/>
            <ac:spMk id="23" creationId="{45511818-25D0-998A-60CE-CC56CCEE4350}"/>
          </ac:spMkLst>
        </pc:spChg>
        <pc:spChg chg="del mod">
          <ac:chgData name="KRITIKA PRAKASH" userId="c4fc5cf5-905f-4757-ba63-9e0ec3aa68c8" providerId="ADAL" clId="{2340B9D4-EF1D-E748-8915-765C0B7DA16E}" dt="2023-08-18T05:38:22.336" v="8925" actId="478"/>
          <ac:spMkLst>
            <pc:docMk/>
            <pc:sldMk cId="1947640091" sldId="321"/>
            <ac:spMk id="23" creationId="{AE4A9A5F-C510-C1D1-031C-6296C4F749D0}"/>
          </ac:spMkLst>
        </pc:spChg>
        <pc:spChg chg="add del mod">
          <ac:chgData name="KRITIKA PRAKASH" userId="c4fc5cf5-905f-4757-ba63-9e0ec3aa68c8" providerId="ADAL" clId="{2340B9D4-EF1D-E748-8915-765C0B7DA16E}" dt="2023-08-17T22:12:56.553" v="990" actId="478"/>
          <ac:spMkLst>
            <pc:docMk/>
            <pc:sldMk cId="1947640091" sldId="321"/>
            <ac:spMk id="24" creationId="{8AD0E840-C541-4DF9-96B7-AF1152A17506}"/>
          </ac:spMkLst>
        </pc:spChg>
        <pc:spChg chg="add del mod">
          <ac:chgData name="KRITIKA PRAKASH" userId="c4fc5cf5-905f-4757-ba63-9e0ec3aa68c8" providerId="ADAL" clId="{2340B9D4-EF1D-E748-8915-765C0B7DA16E}" dt="2023-08-17T22:12:56.553" v="990" actId="478"/>
          <ac:spMkLst>
            <pc:docMk/>
            <pc:sldMk cId="1947640091" sldId="321"/>
            <ac:spMk id="26" creationId="{F2546CA8-4411-13C7-3410-39C6EC54B55B}"/>
          </ac:spMkLst>
        </pc:spChg>
        <pc:spChg chg="add del mod">
          <ac:chgData name="KRITIKA PRAKASH" userId="c4fc5cf5-905f-4757-ba63-9e0ec3aa68c8" providerId="ADAL" clId="{2340B9D4-EF1D-E748-8915-765C0B7DA16E}" dt="2023-08-17T22:12:56.553" v="990" actId="478"/>
          <ac:spMkLst>
            <pc:docMk/>
            <pc:sldMk cId="1947640091" sldId="321"/>
            <ac:spMk id="27" creationId="{41520B0C-E104-4D38-54AB-C96D705BA4D4}"/>
          </ac:spMkLst>
        </pc:spChg>
        <pc:spChg chg="add mod">
          <ac:chgData name="KRITIKA PRAKASH" userId="c4fc5cf5-905f-4757-ba63-9e0ec3aa68c8" providerId="ADAL" clId="{2340B9D4-EF1D-E748-8915-765C0B7DA16E}" dt="2023-08-17T22:06:47.765" v="827" actId="1076"/>
          <ac:spMkLst>
            <pc:docMk/>
            <pc:sldMk cId="1947640091" sldId="321"/>
            <ac:spMk id="28" creationId="{0D267B3A-8216-E6DB-0EED-EBC84FE20284}"/>
          </ac:spMkLst>
        </pc:spChg>
        <pc:spChg chg="add mod">
          <ac:chgData name="KRITIKA PRAKASH" userId="c4fc5cf5-905f-4757-ba63-9e0ec3aa68c8" providerId="ADAL" clId="{2340B9D4-EF1D-E748-8915-765C0B7DA16E}" dt="2023-08-17T22:09:50.442" v="921" actId="20577"/>
          <ac:spMkLst>
            <pc:docMk/>
            <pc:sldMk cId="1947640091" sldId="321"/>
            <ac:spMk id="30" creationId="{57417EC4-08F8-04FF-7E86-EA6364EA333C}"/>
          </ac:spMkLst>
        </pc:spChg>
        <pc:spChg chg="add mod">
          <ac:chgData name="KRITIKA PRAKASH" userId="c4fc5cf5-905f-4757-ba63-9e0ec3aa68c8" providerId="ADAL" clId="{2340B9D4-EF1D-E748-8915-765C0B7DA16E}" dt="2023-08-17T22:07:53.929" v="861" actId="113"/>
          <ac:spMkLst>
            <pc:docMk/>
            <pc:sldMk cId="1947640091" sldId="321"/>
            <ac:spMk id="31" creationId="{AF415CCA-5106-1E56-8448-9543741DD9CD}"/>
          </ac:spMkLst>
        </pc:spChg>
        <pc:spChg chg="add mod">
          <ac:chgData name="KRITIKA PRAKASH" userId="c4fc5cf5-905f-4757-ba63-9e0ec3aa68c8" providerId="ADAL" clId="{2340B9D4-EF1D-E748-8915-765C0B7DA16E}" dt="2023-08-17T22:10:23.400" v="926" actId="1076"/>
          <ac:spMkLst>
            <pc:docMk/>
            <pc:sldMk cId="1947640091" sldId="321"/>
            <ac:spMk id="32" creationId="{DBC1EECE-5A52-2E16-E3BA-004B9B5349D7}"/>
          </ac:spMkLst>
        </pc:spChg>
        <pc:spChg chg="add mod">
          <ac:chgData name="KRITIKA PRAKASH" userId="c4fc5cf5-905f-4757-ba63-9e0ec3aa68c8" providerId="ADAL" clId="{2340B9D4-EF1D-E748-8915-765C0B7DA16E}" dt="2023-08-17T22:11:00.775" v="952" actId="20577"/>
          <ac:spMkLst>
            <pc:docMk/>
            <pc:sldMk cId="1947640091" sldId="321"/>
            <ac:spMk id="33" creationId="{F4855551-F8E4-EA1E-E240-AA65ED4BE596}"/>
          </ac:spMkLst>
        </pc:spChg>
        <pc:spChg chg="del mod">
          <ac:chgData name="KRITIKA PRAKASH" userId="c4fc5cf5-905f-4757-ba63-9e0ec3aa68c8" providerId="ADAL" clId="{2340B9D4-EF1D-E748-8915-765C0B7DA16E}" dt="2023-08-17T22:13:42.548" v="1031" actId="478"/>
          <ac:spMkLst>
            <pc:docMk/>
            <pc:sldMk cId="1947640091" sldId="321"/>
            <ac:spMk id="35" creationId="{75A62146-A1F3-8505-FB9A-FAB91E503D02}"/>
          </ac:spMkLst>
        </pc:spChg>
        <pc:spChg chg="add mod">
          <ac:chgData name="KRITIKA PRAKASH" userId="c4fc5cf5-905f-4757-ba63-9e0ec3aa68c8" providerId="ADAL" clId="{2340B9D4-EF1D-E748-8915-765C0B7DA16E}" dt="2023-08-17T22:12:09.868" v="981" actId="20577"/>
          <ac:spMkLst>
            <pc:docMk/>
            <pc:sldMk cId="1947640091" sldId="321"/>
            <ac:spMk id="36" creationId="{61044115-4790-7D6B-23DD-5DC270781C8C}"/>
          </ac:spMkLst>
        </pc:spChg>
        <pc:spChg chg="add mod">
          <ac:chgData name="KRITIKA PRAKASH" userId="c4fc5cf5-905f-4757-ba63-9e0ec3aa68c8" providerId="ADAL" clId="{2340B9D4-EF1D-E748-8915-765C0B7DA16E}" dt="2023-08-17T22:10:45.699" v="930" actId="1076"/>
          <ac:spMkLst>
            <pc:docMk/>
            <pc:sldMk cId="1947640091" sldId="321"/>
            <ac:spMk id="37" creationId="{7B385872-C396-F4E6-921D-68D08893D3EB}"/>
          </ac:spMkLst>
        </pc:spChg>
        <pc:spChg chg="add mod">
          <ac:chgData name="KRITIKA PRAKASH" userId="c4fc5cf5-905f-4757-ba63-9e0ec3aa68c8" providerId="ADAL" clId="{2340B9D4-EF1D-E748-8915-765C0B7DA16E}" dt="2023-08-17T22:12:42.866" v="987" actId="12"/>
          <ac:spMkLst>
            <pc:docMk/>
            <pc:sldMk cId="1947640091" sldId="321"/>
            <ac:spMk id="38" creationId="{E3203F7E-8299-6E78-EDD1-677B7711D97E}"/>
          </ac:spMkLst>
        </pc:spChg>
        <pc:spChg chg="add mod">
          <ac:chgData name="KRITIKA PRAKASH" userId="c4fc5cf5-905f-4757-ba63-9e0ec3aa68c8" providerId="ADAL" clId="{2340B9D4-EF1D-E748-8915-765C0B7DA16E}" dt="2023-08-17T22:13:15.949" v="1028" actId="20577"/>
          <ac:spMkLst>
            <pc:docMk/>
            <pc:sldMk cId="1947640091" sldId="321"/>
            <ac:spMk id="39" creationId="{F1209EC1-B3BE-D1EB-94AA-376CE36A35B6}"/>
          </ac:spMkLst>
        </pc:spChg>
        <pc:spChg chg="add mod">
          <ac:chgData name="KRITIKA PRAKASH" userId="c4fc5cf5-905f-4757-ba63-9e0ec3aa68c8" providerId="ADAL" clId="{2340B9D4-EF1D-E748-8915-765C0B7DA16E}" dt="2023-08-17T22:12:31.699" v="985" actId="1076"/>
          <ac:spMkLst>
            <pc:docMk/>
            <pc:sldMk cId="1947640091" sldId="321"/>
            <ac:spMk id="40" creationId="{3F25900E-9799-7876-1BEF-69A4ACB72C89}"/>
          </ac:spMkLst>
        </pc:spChg>
        <pc:spChg chg="add mod">
          <ac:chgData name="KRITIKA PRAKASH" userId="c4fc5cf5-905f-4757-ba63-9e0ec3aa68c8" providerId="ADAL" clId="{2340B9D4-EF1D-E748-8915-765C0B7DA16E}" dt="2023-08-17T22:25:15.001" v="1217" actId="20577"/>
          <ac:spMkLst>
            <pc:docMk/>
            <pc:sldMk cId="1947640091" sldId="321"/>
            <ac:spMk id="41" creationId="{B6256E67-EA6D-6EAA-6A7D-DA4F4F878742}"/>
          </ac:spMkLst>
        </pc:spChg>
        <pc:spChg chg="add mod">
          <ac:chgData name="KRITIKA PRAKASH" userId="c4fc5cf5-905f-4757-ba63-9e0ec3aa68c8" providerId="ADAL" clId="{2340B9D4-EF1D-E748-8915-765C0B7DA16E}" dt="2023-08-17T22:33:48.873" v="1536" actId="14100"/>
          <ac:spMkLst>
            <pc:docMk/>
            <pc:sldMk cId="1947640091" sldId="321"/>
            <ac:spMk id="48" creationId="{6209565B-415D-BE30-6AAB-6CC46CB53E5C}"/>
          </ac:spMkLst>
        </pc:spChg>
        <pc:spChg chg="add mod">
          <ac:chgData name="KRITIKA PRAKASH" userId="c4fc5cf5-905f-4757-ba63-9e0ec3aa68c8" providerId="ADAL" clId="{2340B9D4-EF1D-E748-8915-765C0B7DA16E}" dt="2023-08-17T22:36:31.577" v="1600" actId="20577"/>
          <ac:spMkLst>
            <pc:docMk/>
            <pc:sldMk cId="1947640091" sldId="321"/>
            <ac:spMk id="50" creationId="{307FFD8C-874A-2887-E04C-2C1A2E839F49}"/>
          </ac:spMkLst>
        </pc:spChg>
        <pc:spChg chg="mod">
          <ac:chgData name="KRITIKA PRAKASH" userId="c4fc5cf5-905f-4757-ba63-9e0ec3aa68c8" providerId="ADAL" clId="{2340B9D4-EF1D-E748-8915-765C0B7DA16E}" dt="2023-08-17T22:52:49.174" v="1988" actId="1076"/>
          <ac:spMkLst>
            <pc:docMk/>
            <pc:sldMk cId="1947640091" sldId="321"/>
            <ac:spMk id="55" creationId="{24697670-C05D-5D48-BF99-DAC9853F0D04}"/>
          </ac:spMkLst>
        </pc:spChg>
        <pc:spChg chg="add del mod">
          <ac:chgData name="KRITIKA PRAKASH" userId="c4fc5cf5-905f-4757-ba63-9e0ec3aa68c8" providerId="ADAL" clId="{2340B9D4-EF1D-E748-8915-765C0B7DA16E}" dt="2023-08-17T22:39:41.225" v="1627" actId="478"/>
          <ac:spMkLst>
            <pc:docMk/>
            <pc:sldMk cId="1947640091" sldId="321"/>
            <ac:spMk id="58" creationId="{1FEAE357-0549-F735-A92A-A667D22D4581}"/>
          </ac:spMkLst>
        </pc:spChg>
        <pc:spChg chg="add mod">
          <ac:chgData name="KRITIKA PRAKASH" userId="c4fc5cf5-905f-4757-ba63-9e0ec3aa68c8" providerId="ADAL" clId="{2340B9D4-EF1D-E748-8915-765C0B7DA16E}" dt="2023-08-17T22:38:56.941" v="1621" actId="1582"/>
          <ac:spMkLst>
            <pc:docMk/>
            <pc:sldMk cId="1947640091" sldId="321"/>
            <ac:spMk id="59" creationId="{496D2AA1-9140-55A1-B3E4-093A9A1C6FEF}"/>
          </ac:spMkLst>
        </pc:spChg>
        <pc:spChg chg="add mod">
          <ac:chgData name="KRITIKA PRAKASH" userId="c4fc5cf5-905f-4757-ba63-9e0ec3aa68c8" providerId="ADAL" clId="{2340B9D4-EF1D-E748-8915-765C0B7DA16E}" dt="2023-08-17T22:45:23.326" v="1845" actId="255"/>
          <ac:spMkLst>
            <pc:docMk/>
            <pc:sldMk cId="1947640091" sldId="321"/>
            <ac:spMk id="61" creationId="{8AADF837-E7E8-4779-F8F9-E7A0DC32F720}"/>
          </ac:spMkLst>
        </pc:spChg>
        <pc:spChg chg="add del mod">
          <ac:chgData name="KRITIKA PRAKASH" userId="c4fc5cf5-905f-4757-ba63-9e0ec3aa68c8" providerId="ADAL" clId="{2340B9D4-EF1D-E748-8915-765C0B7DA16E}" dt="2023-08-17T22:45:23.326" v="1845" actId="255"/>
          <ac:spMkLst>
            <pc:docMk/>
            <pc:sldMk cId="1947640091" sldId="321"/>
            <ac:spMk id="62" creationId="{196BB291-7FCC-7A48-E6C0-3C35865B696E}"/>
          </ac:spMkLst>
        </pc:spChg>
        <pc:spChg chg="add del mod">
          <ac:chgData name="KRITIKA PRAKASH" userId="c4fc5cf5-905f-4757-ba63-9e0ec3aa68c8" providerId="ADAL" clId="{2340B9D4-EF1D-E748-8915-765C0B7DA16E}" dt="2023-08-18T05:21:32.653" v="8319" actId="478"/>
          <ac:spMkLst>
            <pc:docMk/>
            <pc:sldMk cId="1947640091" sldId="321"/>
            <ac:spMk id="64" creationId="{4F7BB948-62F9-BB84-0CB7-1C7346041D4A}"/>
          </ac:spMkLst>
        </pc:spChg>
        <pc:spChg chg="add mod">
          <ac:chgData name="KRITIKA PRAKASH" userId="c4fc5cf5-905f-4757-ba63-9e0ec3aa68c8" providerId="ADAL" clId="{2340B9D4-EF1D-E748-8915-765C0B7DA16E}" dt="2023-08-18T05:25:03.020" v="8391" actId="122"/>
          <ac:spMkLst>
            <pc:docMk/>
            <pc:sldMk cId="1947640091" sldId="321"/>
            <ac:spMk id="65" creationId="{507C4F8C-C2DC-7239-CD2B-8107C3260978}"/>
          </ac:spMkLst>
        </pc:spChg>
        <pc:spChg chg="add del mod">
          <ac:chgData name="KRITIKA PRAKASH" userId="c4fc5cf5-905f-4757-ba63-9e0ec3aa68c8" providerId="ADAL" clId="{2340B9D4-EF1D-E748-8915-765C0B7DA16E}" dt="2023-08-18T04:34:48.641" v="7664" actId="478"/>
          <ac:spMkLst>
            <pc:docMk/>
            <pc:sldMk cId="1947640091" sldId="321"/>
            <ac:spMk id="66" creationId="{C597D4CC-6394-3272-DBFE-BBBC38A2CC76}"/>
          </ac:spMkLst>
        </pc:spChg>
        <pc:spChg chg="mod">
          <ac:chgData name="KRITIKA PRAKASH" userId="c4fc5cf5-905f-4757-ba63-9e0ec3aa68c8" providerId="ADAL" clId="{2340B9D4-EF1D-E748-8915-765C0B7DA16E}" dt="2023-08-17T23:30:51.553" v="2696" actId="1076"/>
          <ac:spMkLst>
            <pc:docMk/>
            <pc:sldMk cId="1947640091" sldId="321"/>
            <ac:spMk id="78" creationId="{A2897697-22DB-A741-BAF2-37B0C079EEDB}"/>
          </ac:spMkLst>
        </pc:spChg>
        <pc:spChg chg="mod">
          <ac:chgData name="KRITIKA PRAKASH" userId="c4fc5cf5-905f-4757-ba63-9e0ec3aa68c8" providerId="ADAL" clId="{2340B9D4-EF1D-E748-8915-765C0B7DA16E}" dt="2023-08-18T05:25:12.782" v="8393" actId="1076"/>
          <ac:spMkLst>
            <pc:docMk/>
            <pc:sldMk cId="1947640091" sldId="321"/>
            <ac:spMk id="79" creationId="{E8D130D4-A5C3-6A43-848F-62A53DFF23C3}"/>
          </ac:spMkLst>
        </pc:spChg>
        <pc:spChg chg="add del mod">
          <ac:chgData name="KRITIKA PRAKASH" userId="c4fc5cf5-905f-4757-ba63-9e0ec3aa68c8" providerId="ADAL" clId="{2340B9D4-EF1D-E748-8915-765C0B7DA16E}" dt="2023-08-18T05:19:19.817" v="8091" actId="478"/>
          <ac:spMkLst>
            <pc:docMk/>
            <pc:sldMk cId="1947640091" sldId="321"/>
            <ac:spMk id="96" creationId="{01BB5FF3-6274-28E5-0FE8-81C28937775D}"/>
          </ac:spMkLst>
        </pc:spChg>
        <pc:spChg chg="add del mod">
          <ac:chgData name="KRITIKA PRAKASH" userId="c4fc5cf5-905f-4757-ba63-9e0ec3aa68c8" providerId="ADAL" clId="{2340B9D4-EF1D-E748-8915-765C0B7DA16E}" dt="2023-08-18T05:19:19.817" v="8091" actId="478"/>
          <ac:spMkLst>
            <pc:docMk/>
            <pc:sldMk cId="1947640091" sldId="321"/>
            <ac:spMk id="97" creationId="{0B0FABBA-DF03-9116-7ABA-9BD2652866E8}"/>
          </ac:spMkLst>
        </pc:spChg>
        <pc:spChg chg="add mod">
          <ac:chgData name="KRITIKA PRAKASH" userId="c4fc5cf5-905f-4757-ba63-9e0ec3aa68c8" providerId="ADAL" clId="{2340B9D4-EF1D-E748-8915-765C0B7DA16E}" dt="2023-08-18T05:28:43.284" v="8451" actId="14100"/>
          <ac:spMkLst>
            <pc:docMk/>
            <pc:sldMk cId="1947640091" sldId="321"/>
            <ac:spMk id="98" creationId="{17265F68-8473-4287-D42D-03619137B8E3}"/>
          </ac:spMkLst>
        </pc:spChg>
        <pc:spChg chg="add mod">
          <ac:chgData name="KRITIKA PRAKASH" userId="c4fc5cf5-905f-4757-ba63-9e0ec3aa68c8" providerId="ADAL" clId="{2340B9D4-EF1D-E748-8915-765C0B7DA16E}" dt="2023-08-18T05:36:28.783" v="8858" actId="1076"/>
          <ac:spMkLst>
            <pc:docMk/>
            <pc:sldMk cId="1947640091" sldId="321"/>
            <ac:spMk id="102" creationId="{14E5E6D9-272A-2029-6E80-E8EF58C33EF4}"/>
          </ac:spMkLst>
        </pc:spChg>
        <pc:spChg chg="add mod">
          <ac:chgData name="KRITIKA PRAKASH" userId="c4fc5cf5-905f-4757-ba63-9e0ec3aa68c8" providerId="ADAL" clId="{2340B9D4-EF1D-E748-8915-765C0B7DA16E}" dt="2023-08-18T05:37:30.384" v="8916" actId="14100"/>
          <ac:spMkLst>
            <pc:docMk/>
            <pc:sldMk cId="1947640091" sldId="321"/>
            <ac:spMk id="105" creationId="{A185BB6A-E3AA-B883-5E2F-CE079064864D}"/>
          </ac:spMkLst>
        </pc:spChg>
        <pc:spChg chg="add del mod">
          <ac:chgData name="KRITIKA PRAKASH" userId="c4fc5cf5-905f-4757-ba63-9e0ec3aa68c8" providerId="ADAL" clId="{2340B9D4-EF1D-E748-8915-765C0B7DA16E}" dt="2023-08-18T05:30:29.213" v="8485" actId="478"/>
          <ac:spMkLst>
            <pc:docMk/>
            <pc:sldMk cId="1947640091" sldId="321"/>
            <ac:spMk id="106" creationId="{C494D241-78A1-1D7C-3D17-34C442266686}"/>
          </ac:spMkLst>
        </pc:spChg>
        <pc:spChg chg="add mod">
          <ac:chgData name="KRITIKA PRAKASH" userId="c4fc5cf5-905f-4757-ba63-9e0ec3aa68c8" providerId="ADAL" clId="{2340B9D4-EF1D-E748-8915-765C0B7DA16E}" dt="2023-08-18T05:36:40.807" v="8867" actId="1035"/>
          <ac:spMkLst>
            <pc:docMk/>
            <pc:sldMk cId="1947640091" sldId="321"/>
            <ac:spMk id="107" creationId="{EE99C3DE-CDD3-3E97-27AC-B60057F191C6}"/>
          </ac:spMkLst>
        </pc:spChg>
        <pc:spChg chg="add mod">
          <ac:chgData name="KRITIKA PRAKASH" userId="c4fc5cf5-905f-4757-ba63-9e0ec3aa68c8" providerId="ADAL" clId="{2340B9D4-EF1D-E748-8915-765C0B7DA16E}" dt="2023-08-18T05:36:40.807" v="8867" actId="1035"/>
          <ac:spMkLst>
            <pc:docMk/>
            <pc:sldMk cId="1947640091" sldId="321"/>
            <ac:spMk id="108" creationId="{18C6F2D0-BBCD-1472-36FE-77C579D39050}"/>
          </ac:spMkLst>
        </pc:spChg>
        <pc:spChg chg="add mod">
          <ac:chgData name="KRITIKA PRAKASH" userId="c4fc5cf5-905f-4757-ba63-9e0ec3aa68c8" providerId="ADAL" clId="{2340B9D4-EF1D-E748-8915-765C0B7DA16E}" dt="2023-08-18T05:36:40.807" v="8867" actId="1035"/>
          <ac:spMkLst>
            <pc:docMk/>
            <pc:sldMk cId="1947640091" sldId="321"/>
            <ac:spMk id="109" creationId="{80304F78-1100-E8F6-AB0A-E94B10EE51FE}"/>
          </ac:spMkLst>
        </pc:spChg>
        <pc:spChg chg="add mod">
          <ac:chgData name="KRITIKA PRAKASH" userId="c4fc5cf5-905f-4757-ba63-9e0ec3aa68c8" providerId="ADAL" clId="{2340B9D4-EF1D-E748-8915-765C0B7DA16E}" dt="2023-08-18T05:36:40.807" v="8867" actId="1035"/>
          <ac:spMkLst>
            <pc:docMk/>
            <pc:sldMk cId="1947640091" sldId="321"/>
            <ac:spMk id="110" creationId="{217F0D14-E16F-F054-277F-79F11DB97EEC}"/>
          </ac:spMkLst>
        </pc:spChg>
        <pc:spChg chg="add mod">
          <ac:chgData name="KRITIKA PRAKASH" userId="c4fc5cf5-905f-4757-ba63-9e0ec3aa68c8" providerId="ADAL" clId="{2340B9D4-EF1D-E748-8915-765C0B7DA16E}" dt="2023-08-18T05:37:22.729" v="8915" actId="20577"/>
          <ac:spMkLst>
            <pc:docMk/>
            <pc:sldMk cId="1947640091" sldId="321"/>
            <ac:spMk id="111" creationId="{9A184ED4-2960-3C50-1372-6243B0CFF80B}"/>
          </ac:spMkLst>
        </pc:spChg>
        <pc:spChg chg="del mod">
          <ac:chgData name="KRITIKA PRAKASH" userId="c4fc5cf5-905f-4757-ba63-9e0ec3aa68c8" providerId="ADAL" clId="{2340B9D4-EF1D-E748-8915-765C0B7DA16E}" dt="2023-08-18T04:19:51.338" v="7375" actId="478"/>
          <ac:spMkLst>
            <pc:docMk/>
            <pc:sldMk cId="1947640091" sldId="321"/>
            <ac:spMk id="140" creationId="{6EC960FB-5B88-9342-B244-4556268D03FF}"/>
          </ac:spMkLst>
        </pc:spChg>
        <pc:spChg chg="add del mod">
          <ac:chgData name="KRITIKA PRAKASH" userId="c4fc5cf5-905f-4757-ba63-9e0ec3aa68c8" providerId="ADAL" clId="{2340B9D4-EF1D-E748-8915-765C0B7DA16E}" dt="2023-08-17T23:24:59.751" v="2555" actId="14100"/>
          <ac:spMkLst>
            <pc:docMk/>
            <pc:sldMk cId="1947640091" sldId="321"/>
            <ac:spMk id="1026" creationId="{E010FED6-2724-8762-3BFF-80BEB4DDAC7A}"/>
          </ac:spMkLst>
        </pc:spChg>
        <pc:spChg chg="add del mod">
          <ac:chgData name="KRITIKA PRAKASH" userId="c4fc5cf5-905f-4757-ba63-9e0ec3aa68c8" providerId="ADAL" clId="{2340B9D4-EF1D-E748-8915-765C0B7DA16E}" dt="2023-08-17T22:48:45.316" v="1854"/>
          <ac:spMkLst>
            <pc:docMk/>
            <pc:sldMk cId="1947640091" sldId="321"/>
            <ac:spMk id="1027" creationId="{A1423AC2-98CE-2345-8319-8CF5C978DBDA}"/>
          </ac:spMkLst>
        </pc:spChg>
        <pc:spChg chg="add del mod">
          <ac:chgData name="KRITIKA PRAKASH" userId="c4fc5cf5-905f-4757-ba63-9e0ec3aa68c8" providerId="ADAL" clId="{2340B9D4-EF1D-E748-8915-765C0B7DA16E}" dt="2023-08-17T22:50:11.481" v="1874" actId="478"/>
          <ac:spMkLst>
            <pc:docMk/>
            <pc:sldMk cId="1947640091" sldId="321"/>
            <ac:spMk id="1028" creationId="{E57BEE39-B308-2011-A00C-0D6B2D153648}"/>
          </ac:spMkLst>
        </pc:spChg>
        <pc:spChg chg="add del mod">
          <ac:chgData name="KRITIKA PRAKASH" userId="c4fc5cf5-905f-4757-ba63-9e0ec3aa68c8" providerId="ADAL" clId="{2340B9D4-EF1D-E748-8915-765C0B7DA16E}" dt="2023-08-17T22:50:12.730" v="1876"/>
          <ac:spMkLst>
            <pc:docMk/>
            <pc:sldMk cId="1947640091" sldId="321"/>
            <ac:spMk id="1030" creationId="{7445143F-6478-3D8D-6F0B-D54B95F72193}"/>
          </ac:spMkLst>
        </pc:spChg>
        <pc:spChg chg="add del mod">
          <ac:chgData name="KRITIKA PRAKASH" userId="c4fc5cf5-905f-4757-ba63-9e0ec3aa68c8" providerId="ADAL" clId="{2340B9D4-EF1D-E748-8915-765C0B7DA16E}" dt="2023-08-17T22:52:17.023" v="1979" actId="478"/>
          <ac:spMkLst>
            <pc:docMk/>
            <pc:sldMk cId="1947640091" sldId="321"/>
            <ac:spMk id="1031" creationId="{327A130A-2FB8-7223-A193-49924682CF26}"/>
          </ac:spMkLst>
        </pc:spChg>
        <pc:spChg chg="del mod">
          <ac:chgData name="KRITIKA PRAKASH" userId="c4fc5cf5-905f-4757-ba63-9e0ec3aa68c8" providerId="ADAL" clId="{2340B9D4-EF1D-E748-8915-765C0B7DA16E}" dt="2023-08-17T22:13:40.963" v="1030" actId="478"/>
          <ac:spMkLst>
            <pc:docMk/>
            <pc:sldMk cId="1947640091" sldId="321"/>
            <ac:spMk id="1032" creationId="{D34C1D2B-6B42-D411-7A3A-E270912E991F}"/>
          </ac:spMkLst>
        </pc:spChg>
        <pc:spChg chg="add mod">
          <ac:chgData name="KRITIKA PRAKASH" userId="c4fc5cf5-905f-4757-ba63-9e0ec3aa68c8" providerId="ADAL" clId="{2340B9D4-EF1D-E748-8915-765C0B7DA16E}" dt="2023-08-17T22:53:32.293" v="2026" actId="14100"/>
          <ac:spMkLst>
            <pc:docMk/>
            <pc:sldMk cId="1947640091" sldId="321"/>
            <ac:spMk id="1033" creationId="{A5829913-6CBF-B5FB-B7CE-C4FAB1C2467E}"/>
          </ac:spMkLst>
        </pc:spChg>
        <pc:spChg chg="add mod">
          <ac:chgData name="KRITIKA PRAKASH" userId="c4fc5cf5-905f-4757-ba63-9e0ec3aa68c8" providerId="ADAL" clId="{2340B9D4-EF1D-E748-8915-765C0B7DA16E}" dt="2023-08-17T23:24:40.049" v="2553" actId="1038"/>
          <ac:spMkLst>
            <pc:docMk/>
            <pc:sldMk cId="1947640091" sldId="321"/>
            <ac:spMk id="1035" creationId="{E76B6AB6-7A3B-6997-94BE-9233AE3C2D98}"/>
          </ac:spMkLst>
        </pc:spChg>
        <pc:spChg chg="add mod">
          <ac:chgData name="KRITIKA PRAKASH" userId="c4fc5cf5-905f-4757-ba63-9e0ec3aa68c8" providerId="ADAL" clId="{2340B9D4-EF1D-E748-8915-765C0B7DA16E}" dt="2023-08-17T23:27:31.063" v="2587" actId="14100"/>
          <ac:spMkLst>
            <pc:docMk/>
            <pc:sldMk cId="1947640091" sldId="321"/>
            <ac:spMk id="1036" creationId="{8EC081A4-BB80-6CD1-8969-EB603C5DB0BF}"/>
          </ac:spMkLst>
        </pc:spChg>
        <pc:spChg chg="add del mod">
          <ac:chgData name="KRITIKA PRAKASH" userId="c4fc5cf5-905f-4757-ba63-9e0ec3aa68c8" providerId="ADAL" clId="{2340B9D4-EF1D-E748-8915-765C0B7DA16E}" dt="2023-08-17T23:00:09.817" v="2112" actId="478"/>
          <ac:spMkLst>
            <pc:docMk/>
            <pc:sldMk cId="1947640091" sldId="321"/>
            <ac:spMk id="1038" creationId="{C12763F6-FC55-EC6E-C94A-3EF068D639EA}"/>
          </ac:spMkLst>
        </pc:spChg>
        <pc:spChg chg="add del">
          <ac:chgData name="KRITIKA PRAKASH" userId="c4fc5cf5-905f-4757-ba63-9e0ec3aa68c8" providerId="ADAL" clId="{2340B9D4-EF1D-E748-8915-765C0B7DA16E}" dt="2023-08-17T23:00:15.874" v="2116"/>
          <ac:spMkLst>
            <pc:docMk/>
            <pc:sldMk cId="1947640091" sldId="321"/>
            <ac:spMk id="1039" creationId="{990A4B34-6CBB-0DB5-72FA-B678D5109BD3}"/>
          </ac:spMkLst>
        </pc:spChg>
        <pc:spChg chg="add mod">
          <ac:chgData name="KRITIKA PRAKASH" userId="c4fc5cf5-905f-4757-ba63-9e0ec3aa68c8" providerId="ADAL" clId="{2340B9D4-EF1D-E748-8915-765C0B7DA16E}" dt="2023-08-17T23:25:19.234" v="2558" actId="14100"/>
          <ac:spMkLst>
            <pc:docMk/>
            <pc:sldMk cId="1947640091" sldId="321"/>
            <ac:spMk id="1047" creationId="{7D611A10-4553-2645-A51A-D0C861009313}"/>
          </ac:spMkLst>
        </pc:spChg>
        <pc:spChg chg="add del mod">
          <ac:chgData name="KRITIKA PRAKASH" userId="c4fc5cf5-905f-4757-ba63-9e0ec3aa68c8" providerId="ADAL" clId="{2340B9D4-EF1D-E748-8915-765C0B7DA16E}" dt="2023-08-17T23:19:19.021" v="2450" actId="478"/>
          <ac:spMkLst>
            <pc:docMk/>
            <pc:sldMk cId="1947640091" sldId="321"/>
            <ac:spMk id="1049" creationId="{1F0B94EB-8020-860F-FEAF-DAB92B593BCE}"/>
          </ac:spMkLst>
        </pc:spChg>
        <pc:spChg chg="add del mod">
          <ac:chgData name="KRITIKA PRAKASH" userId="c4fc5cf5-905f-4757-ba63-9e0ec3aa68c8" providerId="ADAL" clId="{2340B9D4-EF1D-E748-8915-765C0B7DA16E}" dt="2023-08-17T23:22:41.574" v="2540" actId="478"/>
          <ac:spMkLst>
            <pc:docMk/>
            <pc:sldMk cId="1947640091" sldId="321"/>
            <ac:spMk id="1050" creationId="{3B2FD138-8F12-158A-12E9-65BA3A95767C}"/>
          </ac:spMkLst>
        </pc:spChg>
        <pc:spChg chg="add mod">
          <ac:chgData name="KRITIKA PRAKASH" userId="c4fc5cf5-905f-4757-ba63-9e0ec3aa68c8" providerId="ADAL" clId="{2340B9D4-EF1D-E748-8915-765C0B7DA16E}" dt="2023-08-17T23:28:46.469" v="2619" actId="14100"/>
          <ac:spMkLst>
            <pc:docMk/>
            <pc:sldMk cId="1947640091" sldId="321"/>
            <ac:spMk id="1051" creationId="{2CA5FC2C-3C2B-313F-244D-7233FFA474E6}"/>
          </ac:spMkLst>
        </pc:spChg>
        <pc:spChg chg="add mod">
          <ac:chgData name="KRITIKA PRAKASH" userId="c4fc5cf5-905f-4757-ba63-9e0ec3aa68c8" providerId="ADAL" clId="{2340B9D4-EF1D-E748-8915-765C0B7DA16E}" dt="2023-08-17T23:30:17.772" v="2694" actId="20577"/>
          <ac:spMkLst>
            <pc:docMk/>
            <pc:sldMk cId="1947640091" sldId="321"/>
            <ac:spMk id="1052" creationId="{9A757C74-9E3A-CAD0-DC0A-01F55DE01D8F}"/>
          </ac:spMkLst>
        </pc:spChg>
        <pc:spChg chg="add mod">
          <ac:chgData name="KRITIKA PRAKASH" userId="c4fc5cf5-905f-4757-ba63-9e0ec3aa68c8" providerId="ADAL" clId="{2340B9D4-EF1D-E748-8915-765C0B7DA16E}" dt="2023-08-17T23:44:06.314" v="2906" actId="208"/>
          <ac:spMkLst>
            <pc:docMk/>
            <pc:sldMk cId="1947640091" sldId="321"/>
            <ac:spMk id="1053" creationId="{B91B7AB7-61AD-22A0-281A-AA6D2B758847}"/>
          </ac:spMkLst>
        </pc:spChg>
        <pc:spChg chg="add mod">
          <ac:chgData name="KRITIKA PRAKASH" userId="c4fc5cf5-905f-4757-ba63-9e0ec3aa68c8" providerId="ADAL" clId="{2340B9D4-EF1D-E748-8915-765C0B7DA16E}" dt="2023-08-17T23:44:06.314" v="2906" actId="208"/>
          <ac:spMkLst>
            <pc:docMk/>
            <pc:sldMk cId="1947640091" sldId="321"/>
            <ac:spMk id="1054" creationId="{9A251A4E-C42D-A66D-7FA3-AA31E8D2BDB5}"/>
          </ac:spMkLst>
        </pc:spChg>
        <pc:spChg chg="add mod">
          <ac:chgData name="KRITIKA PRAKASH" userId="c4fc5cf5-905f-4757-ba63-9e0ec3aa68c8" providerId="ADAL" clId="{2340B9D4-EF1D-E748-8915-765C0B7DA16E}" dt="2023-08-17T23:44:06.314" v="2906" actId="208"/>
          <ac:spMkLst>
            <pc:docMk/>
            <pc:sldMk cId="1947640091" sldId="321"/>
            <ac:spMk id="1055" creationId="{58B288A3-FFE7-51DE-FB0E-BF9D3D6CF549}"/>
          </ac:spMkLst>
        </pc:spChg>
        <pc:spChg chg="mod">
          <ac:chgData name="KRITIKA PRAKASH" userId="c4fc5cf5-905f-4757-ba63-9e0ec3aa68c8" providerId="ADAL" clId="{2340B9D4-EF1D-E748-8915-765C0B7DA16E}" dt="2023-08-18T02:20:59.853" v="5846" actId="1037"/>
          <ac:spMkLst>
            <pc:docMk/>
            <pc:sldMk cId="1947640091" sldId="321"/>
            <ac:spMk id="1058" creationId="{7D8486E8-2484-B6DD-A334-40AFF3E3CD53}"/>
          </ac:spMkLst>
        </pc:spChg>
        <pc:spChg chg="mod">
          <ac:chgData name="KRITIKA PRAKASH" userId="c4fc5cf5-905f-4757-ba63-9e0ec3aa68c8" providerId="ADAL" clId="{2340B9D4-EF1D-E748-8915-765C0B7DA16E}" dt="2023-08-18T02:21:03.671" v="5847" actId="14100"/>
          <ac:spMkLst>
            <pc:docMk/>
            <pc:sldMk cId="1947640091" sldId="321"/>
            <ac:spMk id="1059" creationId="{2BB010E3-AFEB-2AF2-CEF8-90654807D7DF}"/>
          </ac:spMkLst>
        </pc:spChg>
        <pc:spChg chg="mod">
          <ac:chgData name="KRITIKA PRAKASH" userId="c4fc5cf5-905f-4757-ba63-9e0ec3aa68c8" providerId="ADAL" clId="{2340B9D4-EF1D-E748-8915-765C0B7DA16E}" dt="2023-08-18T02:19:23.051" v="5815"/>
          <ac:spMkLst>
            <pc:docMk/>
            <pc:sldMk cId="1947640091" sldId="321"/>
            <ac:spMk id="1060" creationId="{4F8763B2-771D-E344-16EC-9250F12D7826}"/>
          </ac:spMkLst>
        </pc:spChg>
        <pc:spChg chg="mod">
          <ac:chgData name="KRITIKA PRAKASH" userId="c4fc5cf5-905f-4757-ba63-9e0ec3aa68c8" providerId="ADAL" clId="{2340B9D4-EF1D-E748-8915-765C0B7DA16E}" dt="2023-08-18T02:19:23.051" v="5815"/>
          <ac:spMkLst>
            <pc:docMk/>
            <pc:sldMk cId="1947640091" sldId="321"/>
            <ac:spMk id="1061" creationId="{EB949565-14DD-F0B3-C11B-03646A68B364}"/>
          </ac:spMkLst>
        </pc:spChg>
        <pc:spChg chg="mod">
          <ac:chgData name="KRITIKA PRAKASH" userId="c4fc5cf5-905f-4757-ba63-9e0ec3aa68c8" providerId="ADAL" clId="{2340B9D4-EF1D-E748-8915-765C0B7DA16E}" dt="2023-08-18T02:19:23.051" v="5815"/>
          <ac:spMkLst>
            <pc:docMk/>
            <pc:sldMk cId="1947640091" sldId="321"/>
            <ac:spMk id="1062" creationId="{27939E19-516F-789E-0919-2F57D419C085}"/>
          </ac:spMkLst>
        </pc:spChg>
        <pc:spChg chg="mod">
          <ac:chgData name="KRITIKA PRAKASH" userId="c4fc5cf5-905f-4757-ba63-9e0ec3aa68c8" providerId="ADAL" clId="{2340B9D4-EF1D-E748-8915-765C0B7DA16E}" dt="2023-08-18T02:20:59.853" v="5846" actId="1037"/>
          <ac:spMkLst>
            <pc:docMk/>
            <pc:sldMk cId="1947640091" sldId="321"/>
            <ac:spMk id="1063" creationId="{474D7360-AEBD-037E-AD77-7800DB2E3B00}"/>
          </ac:spMkLst>
        </pc:spChg>
        <pc:spChg chg="add mod">
          <ac:chgData name="KRITIKA PRAKASH" userId="c4fc5cf5-905f-4757-ba63-9e0ec3aa68c8" providerId="ADAL" clId="{2340B9D4-EF1D-E748-8915-765C0B7DA16E}" dt="2023-08-18T04:14:47.282" v="7362" actId="207"/>
          <ac:spMkLst>
            <pc:docMk/>
            <pc:sldMk cId="1947640091" sldId="321"/>
            <ac:spMk id="1064" creationId="{27DB6904-6BBB-941A-479D-D51FC981CA0C}"/>
          </ac:spMkLst>
        </pc:spChg>
        <pc:spChg chg="add mod">
          <ac:chgData name="KRITIKA PRAKASH" userId="c4fc5cf5-905f-4757-ba63-9e0ec3aa68c8" providerId="ADAL" clId="{2340B9D4-EF1D-E748-8915-765C0B7DA16E}" dt="2023-08-18T04:14:56.384" v="7366" actId="20577"/>
          <ac:spMkLst>
            <pc:docMk/>
            <pc:sldMk cId="1947640091" sldId="321"/>
            <ac:spMk id="1065" creationId="{44A2016C-079A-5D0E-49B8-29778A1FF5F6}"/>
          </ac:spMkLst>
        </pc:spChg>
        <pc:spChg chg="add mod">
          <ac:chgData name="KRITIKA PRAKASH" userId="c4fc5cf5-905f-4757-ba63-9e0ec3aa68c8" providerId="ADAL" clId="{2340B9D4-EF1D-E748-8915-765C0B7DA16E}" dt="2023-08-18T04:15:15.531" v="7372" actId="20577"/>
          <ac:spMkLst>
            <pc:docMk/>
            <pc:sldMk cId="1947640091" sldId="321"/>
            <ac:spMk id="1066" creationId="{44ED1EFA-25C1-32A7-FB07-931805FB8C25}"/>
          </ac:spMkLst>
        </pc:spChg>
        <pc:spChg chg="add del mod">
          <ac:chgData name="KRITIKA PRAKASH" userId="c4fc5cf5-905f-4757-ba63-9e0ec3aa68c8" providerId="ADAL" clId="{2340B9D4-EF1D-E748-8915-765C0B7DA16E}" dt="2023-08-18T04:32:06.296" v="7576" actId="478"/>
          <ac:spMkLst>
            <pc:docMk/>
            <pc:sldMk cId="1947640091" sldId="321"/>
            <ac:spMk id="1067" creationId="{F0376553-5A87-B7BB-5A2E-5B413FDB611E}"/>
          </ac:spMkLst>
        </pc:spChg>
        <pc:spChg chg="add del mod">
          <ac:chgData name="KRITIKA PRAKASH" userId="c4fc5cf5-905f-4757-ba63-9e0ec3aa68c8" providerId="ADAL" clId="{2340B9D4-EF1D-E748-8915-765C0B7DA16E}" dt="2023-08-18T04:20:21.697" v="7383" actId="478"/>
          <ac:spMkLst>
            <pc:docMk/>
            <pc:sldMk cId="1947640091" sldId="321"/>
            <ac:spMk id="1068" creationId="{22656C16-7B85-F364-1D72-5E8369ECC099}"/>
          </ac:spMkLst>
        </pc:spChg>
        <pc:spChg chg="add del mod">
          <ac:chgData name="KRITIKA PRAKASH" userId="c4fc5cf5-905f-4757-ba63-9e0ec3aa68c8" providerId="ADAL" clId="{2340B9D4-EF1D-E748-8915-765C0B7DA16E}" dt="2023-08-18T05:22:48.325" v="8328" actId="478"/>
          <ac:spMkLst>
            <pc:docMk/>
            <pc:sldMk cId="1947640091" sldId="321"/>
            <ac:spMk id="1069" creationId="{8C928987-8F34-73B1-ADE0-337DC8BAC784}"/>
          </ac:spMkLst>
        </pc:spChg>
        <pc:spChg chg="add del mod">
          <ac:chgData name="KRITIKA PRAKASH" userId="c4fc5cf5-905f-4757-ba63-9e0ec3aa68c8" providerId="ADAL" clId="{2340B9D4-EF1D-E748-8915-765C0B7DA16E}" dt="2023-08-18T05:23:33.735" v="8353" actId="478"/>
          <ac:spMkLst>
            <pc:docMk/>
            <pc:sldMk cId="1947640091" sldId="321"/>
            <ac:spMk id="1070" creationId="{2A8148A3-8942-4588-299E-F3014DDAD8FF}"/>
          </ac:spMkLst>
        </pc:spChg>
        <pc:spChg chg="add del mod">
          <ac:chgData name="KRITIKA PRAKASH" userId="c4fc5cf5-905f-4757-ba63-9e0ec3aa68c8" providerId="ADAL" clId="{2340B9D4-EF1D-E748-8915-765C0B7DA16E}" dt="2023-08-18T04:33:40.588" v="7585" actId="478"/>
          <ac:spMkLst>
            <pc:docMk/>
            <pc:sldMk cId="1947640091" sldId="321"/>
            <ac:spMk id="1071" creationId="{12152C41-98A4-0472-FDB1-2CD1A1649920}"/>
          </ac:spMkLst>
        </pc:spChg>
        <pc:spChg chg="add del mod">
          <ac:chgData name="KRITIKA PRAKASH" userId="c4fc5cf5-905f-4757-ba63-9e0ec3aa68c8" providerId="ADAL" clId="{2340B9D4-EF1D-E748-8915-765C0B7DA16E}" dt="2023-08-18T05:22:55.326" v="8330" actId="478"/>
          <ac:spMkLst>
            <pc:docMk/>
            <pc:sldMk cId="1947640091" sldId="321"/>
            <ac:spMk id="1072" creationId="{50F787B6-A793-B92F-2B5A-5EB0EA5950B4}"/>
          </ac:spMkLst>
        </pc:spChg>
        <pc:spChg chg="add del mod">
          <ac:chgData name="KRITIKA PRAKASH" userId="c4fc5cf5-905f-4757-ba63-9e0ec3aa68c8" providerId="ADAL" clId="{2340B9D4-EF1D-E748-8915-765C0B7DA16E}" dt="2023-08-18T05:20:18.722" v="8141" actId="478"/>
          <ac:spMkLst>
            <pc:docMk/>
            <pc:sldMk cId="1947640091" sldId="321"/>
            <ac:spMk id="1075" creationId="{D1646649-49A5-2B8E-045C-CC450E2F714D}"/>
          </ac:spMkLst>
        </pc:spChg>
        <pc:spChg chg="add del mod">
          <ac:chgData name="KRITIKA PRAKASH" userId="c4fc5cf5-905f-4757-ba63-9e0ec3aa68c8" providerId="ADAL" clId="{2340B9D4-EF1D-E748-8915-765C0B7DA16E}" dt="2023-08-18T05:20:38.008" v="8197" actId="478"/>
          <ac:spMkLst>
            <pc:docMk/>
            <pc:sldMk cId="1947640091" sldId="321"/>
            <ac:spMk id="1077" creationId="{C799C9EA-3525-EF8E-75EA-7396AB5AD322}"/>
          </ac:spMkLst>
        </pc:spChg>
        <pc:spChg chg="add del mod">
          <ac:chgData name="KRITIKA PRAKASH" userId="c4fc5cf5-905f-4757-ba63-9e0ec3aa68c8" providerId="ADAL" clId="{2340B9D4-EF1D-E748-8915-765C0B7DA16E}" dt="2023-08-18T05:20:38.008" v="8197" actId="478"/>
          <ac:spMkLst>
            <pc:docMk/>
            <pc:sldMk cId="1947640091" sldId="321"/>
            <ac:spMk id="1083" creationId="{98C765E6-0AE5-51A3-91B2-325FD660F377}"/>
          </ac:spMkLst>
        </pc:spChg>
        <pc:spChg chg="add mod">
          <ac:chgData name="KRITIKA PRAKASH" userId="c4fc5cf5-905f-4757-ba63-9e0ec3aa68c8" providerId="ADAL" clId="{2340B9D4-EF1D-E748-8915-765C0B7DA16E}" dt="2023-08-18T05:25:30.553" v="8396" actId="1076"/>
          <ac:spMkLst>
            <pc:docMk/>
            <pc:sldMk cId="1947640091" sldId="321"/>
            <ac:spMk id="1084" creationId="{9AD1A0C0-5BE1-0992-976A-0FD4CD20DDFC}"/>
          </ac:spMkLst>
        </pc:spChg>
        <pc:spChg chg="add del mod">
          <ac:chgData name="KRITIKA PRAKASH" userId="c4fc5cf5-905f-4757-ba63-9e0ec3aa68c8" providerId="ADAL" clId="{2340B9D4-EF1D-E748-8915-765C0B7DA16E}" dt="2023-08-18T05:23:41.781" v="8355" actId="478"/>
          <ac:spMkLst>
            <pc:docMk/>
            <pc:sldMk cId="1947640091" sldId="321"/>
            <ac:spMk id="1085" creationId="{255321B2-07E0-62DE-D825-290DF12ED8E6}"/>
          </ac:spMkLst>
        </pc:spChg>
        <pc:spChg chg="add del mod">
          <ac:chgData name="KRITIKA PRAKASH" userId="c4fc5cf5-905f-4757-ba63-9e0ec3aa68c8" providerId="ADAL" clId="{2340B9D4-EF1D-E748-8915-765C0B7DA16E}" dt="2023-08-18T05:21:43.340" v="8322" actId="478"/>
          <ac:spMkLst>
            <pc:docMk/>
            <pc:sldMk cId="1947640091" sldId="321"/>
            <ac:spMk id="1086" creationId="{5CA4C30B-E491-8CA6-BBF2-9B84792B6AA5}"/>
          </ac:spMkLst>
        </pc:spChg>
        <pc:spChg chg="add del mod">
          <ac:chgData name="KRITIKA PRAKASH" userId="c4fc5cf5-905f-4757-ba63-9e0ec3aa68c8" providerId="ADAL" clId="{2340B9D4-EF1D-E748-8915-765C0B7DA16E}" dt="2023-08-18T05:21:32.653" v="8319" actId="478"/>
          <ac:spMkLst>
            <pc:docMk/>
            <pc:sldMk cId="1947640091" sldId="321"/>
            <ac:spMk id="1087" creationId="{AB91EA28-CD49-C1F3-A0B1-04F1A7E65B4C}"/>
          </ac:spMkLst>
        </pc:spChg>
        <pc:grpChg chg="add mod">
          <ac:chgData name="KRITIKA PRAKASH" userId="c4fc5cf5-905f-4757-ba63-9e0ec3aa68c8" providerId="ADAL" clId="{2340B9D4-EF1D-E748-8915-765C0B7DA16E}" dt="2023-08-18T05:38:03.735" v="8923" actId="207"/>
          <ac:grpSpMkLst>
            <pc:docMk/>
            <pc:sldMk cId="1947640091" sldId="321"/>
            <ac:grpSpMk id="94" creationId="{5C943357-D657-01FA-8B70-CDFB8F4CC61E}"/>
          </ac:grpSpMkLst>
        </pc:grpChg>
        <pc:grpChg chg="add mod">
          <ac:chgData name="KRITIKA PRAKASH" userId="c4fc5cf5-905f-4757-ba63-9e0ec3aa68c8" providerId="ADAL" clId="{2340B9D4-EF1D-E748-8915-765C0B7DA16E}" dt="2023-08-18T02:19:23.051" v="5815"/>
          <ac:grpSpMkLst>
            <pc:docMk/>
            <pc:sldMk cId="1947640091" sldId="321"/>
            <ac:grpSpMk id="1057" creationId="{E1219A75-5312-EA6D-1C54-E251956C8EC6}"/>
          </ac:grpSpMkLst>
        </pc:grpChg>
        <pc:picChg chg="mod">
          <ac:chgData name="KRITIKA PRAKASH" userId="c4fc5cf5-905f-4757-ba63-9e0ec3aa68c8" providerId="ADAL" clId="{2340B9D4-EF1D-E748-8915-765C0B7DA16E}" dt="2023-08-18T05:37:52.018" v="8920" actId="1076"/>
          <ac:picMkLst>
            <pc:docMk/>
            <pc:sldMk cId="1947640091" sldId="321"/>
            <ac:picMk id="4" creationId="{8FD44C9C-DD72-A35C-1F0F-35361F9848E4}"/>
          </ac:picMkLst>
        </pc:picChg>
        <pc:picChg chg="del">
          <ac:chgData name="KRITIKA PRAKASH" userId="c4fc5cf5-905f-4757-ba63-9e0ec3aa68c8" providerId="ADAL" clId="{2340B9D4-EF1D-E748-8915-765C0B7DA16E}" dt="2023-08-18T05:15:51.334" v="8067" actId="478"/>
          <ac:picMkLst>
            <pc:docMk/>
            <pc:sldMk cId="1947640091" sldId="321"/>
            <ac:picMk id="16" creationId="{3C000488-14EF-F664-1DC4-F81580C8EE01}"/>
          </ac:picMkLst>
        </pc:picChg>
        <pc:picChg chg="add del mod">
          <ac:chgData name="KRITIKA PRAKASH" userId="c4fc5cf5-905f-4757-ba63-9e0ec3aa68c8" providerId="ADAL" clId="{2340B9D4-EF1D-E748-8915-765C0B7DA16E}" dt="2023-08-18T05:17:30.562" v="8087" actId="478"/>
          <ac:picMkLst>
            <pc:docMk/>
            <pc:sldMk cId="1947640091" sldId="321"/>
            <ac:picMk id="67" creationId="{39FE6201-2712-E6C1-02FE-1256DC25C0D2}"/>
          </ac:picMkLst>
        </pc:picChg>
        <pc:picChg chg="add del mod">
          <ac:chgData name="KRITIKA PRAKASH" userId="c4fc5cf5-905f-4757-ba63-9e0ec3aa68c8" providerId="ADAL" clId="{2340B9D4-EF1D-E748-8915-765C0B7DA16E}" dt="2023-08-18T05:17:31.776" v="8088" actId="478"/>
          <ac:picMkLst>
            <pc:docMk/>
            <pc:sldMk cId="1947640091" sldId="321"/>
            <ac:picMk id="68" creationId="{07601833-F3FF-E4A8-6FC7-659A873E2EFB}"/>
          </ac:picMkLst>
        </pc:picChg>
        <pc:picChg chg="add del mod">
          <ac:chgData name="KRITIKA PRAKASH" userId="c4fc5cf5-905f-4757-ba63-9e0ec3aa68c8" providerId="ADAL" clId="{2340B9D4-EF1D-E748-8915-765C0B7DA16E}" dt="2023-08-18T05:17:34.765" v="8090" actId="478"/>
          <ac:picMkLst>
            <pc:docMk/>
            <pc:sldMk cId="1947640091" sldId="321"/>
            <ac:picMk id="69" creationId="{95A1DFE5-064A-0C46-0ACC-E3BD2934E39C}"/>
          </ac:picMkLst>
        </pc:picChg>
        <pc:picChg chg="add del mod">
          <ac:chgData name="KRITIKA PRAKASH" userId="c4fc5cf5-905f-4757-ba63-9e0ec3aa68c8" providerId="ADAL" clId="{2340B9D4-EF1D-E748-8915-765C0B7DA16E}" dt="2023-08-18T04:38:02.091" v="7692" actId="478"/>
          <ac:picMkLst>
            <pc:docMk/>
            <pc:sldMk cId="1947640091" sldId="321"/>
            <ac:picMk id="70" creationId="{C8E47FFF-C0AC-AF5C-316B-ECE363DD926B}"/>
          </ac:picMkLst>
        </pc:picChg>
        <pc:picChg chg="add del mod">
          <ac:chgData name="KRITIKA PRAKASH" userId="c4fc5cf5-905f-4757-ba63-9e0ec3aa68c8" providerId="ADAL" clId="{2340B9D4-EF1D-E748-8915-765C0B7DA16E}" dt="2023-08-18T05:17:33.279" v="8089" actId="478"/>
          <ac:picMkLst>
            <pc:docMk/>
            <pc:sldMk cId="1947640091" sldId="321"/>
            <ac:picMk id="71" creationId="{58D43D31-DA99-CBE2-AC08-83A27B87F501}"/>
          </ac:picMkLst>
        </pc:picChg>
        <pc:picChg chg="add del mod">
          <ac:chgData name="KRITIKA PRAKASH" userId="c4fc5cf5-905f-4757-ba63-9e0ec3aa68c8" providerId="ADAL" clId="{2340B9D4-EF1D-E748-8915-765C0B7DA16E}" dt="2023-08-18T05:15:40.506" v="8064"/>
          <ac:picMkLst>
            <pc:docMk/>
            <pc:sldMk cId="1947640091" sldId="321"/>
            <ac:picMk id="93" creationId="{7469BBC3-7561-1FFD-3431-61B057C7E6E8}"/>
          </ac:picMkLst>
        </pc:picChg>
        <pc:picChg chg="add del mod">
          <ac:chgData name="KRITIKA PRAKASH" userId="c4fc5cf5-905f-4757-ba63-9e0ec3aa68c8" providerId="ADAL" clId="{2340B9D4-EF1D-E748-8915-765C0B7DA16E}" dt="2023-08-17T23:00:06.463" v="2109" actId="478"/>
          <ac:picMkLst>
            <pc:docMk/>
            <pc:sldMk cId="1947640091" sldId="321"/>
            <ac:picMk id="1037" creationId="{B5D3CE1B-159A-50B5-9E14-A6C580B9565D}"/>
          </ac:picMkLst>
        </pc:picChg>
        <pc:picChg chg="add del mod">
          <ac:chgData name="KRITIKA PRAKASH" userId="c4fc5cf5-905f-4757-ba63-9e0ec3aa68c8" providerId="ADAL" clId="{2340B9D4-EF1D-E748-8915-765C0B7DA16E}" dt="2023-08-17T23:04:54.174" v="2164" actId="478"/>
          <ac:picMkLst>
            <pc:docMk/>
            <pc:sldMk cId="1947640091" sldId="321"/>
            <ac:picMk id="1040" creationId="{580B248B-A268-E36F-C21C-019589EDDB8F}"/>
          </ac:picMkLst>
        </pc:picChg>
        <pc:picChg chg="add del mod">
          <ac:chgData name="KRITIKA PRAKASH" userId="c4fc5cf5-905f-4757-ba63-9e0ec3aa68c8" providerId="ADAL" clId="{2340B9D4-EF1D-E748-8915-765C0B7DA16E}" dt="2023-08-17T23:06:07.577" v="2195" actId="478"/>
          <ac:picMkLst>
            <pc:docMk/>
            <pc:sldMk cId="1947640091" sldId="321"/>
            <ac:picMk id="1041" creationId="{6CF6BA39-3718-C75B-B666-0F8E95B06358}"/>
          </ac:picMkLst>
        </pc:picChg>
        <pc:picChg chg="add del">
          <ac:chgData name="KRITIKA PRAKASH" userId="c4fc5cf5-905f-4757-ba63-9e0ec3aa68c8" providerId="ADAL" clId="{2340B9D4-EF1D-E748-8915-765C0B7DA16E}" dt="2023-08-17T23:03:56.084" v="2152" actId="478"/>
          <ac:picMkLst>
            <pc:docMk/>
            <pc:sldMk cId="1947640091" sldId="321"/>
            <ac:picMk id="1042" creationId="{40AD73A9-7FA4-5433-15F2-E70540647487}"/>
          </ac:picMkLst>
        </pc:picChg>
        <pc:picChg chg="add mod">
          <ac:chgData name="KRITIKA PRAKASH" userId="c4fc5cf5-905f-4757-ba63-9e0ec3aa68c8" providerId="ADAL" clId="{2340B9D4-EF1D-E748-8915-765C0B7DA16E}" dt="2023-08-17T23:28:56.683" v="2620" actId="1076"/>
          <ac:picMkLst>
            <pc:docMk/>
            <pc:sldMk cId="1947640091" sldId="321"/>
            <ac:picMk id="1043" creationId="{C8919399-016B-BC30-5B55-D0E1E1482B72}"/>
          </ac:picMkLst>
        </pc:picChg>
        <pc:picChg chg="add mod">
          <ac:chgData name="KRITIKA PRAKASH" userId="c4fc5cf5-905f-4757-ba63-9e0ec3aa68c8" providerId="ADAL" clId="{2340B9D4-EF1D-E748-8915-765C0B7DA16E}" dt="2023-08-17T23:28:59.084" v="2621" actId="1076"/>
          <ac:picMkLst>
            <pc:docMk/>
            <pc:sldMk cId="1947640091" sldId="321"/>
            <ac:picMk id="1044" creationId="{B406612C-D84E-D8F9-060D-BB7AE9FA4F44}"/>
          </ac:picMkLst>
        </pc:picChg>
        <pc:picChg chg="add del mod">
          <ac:chgData name="KRITIKA PRAKASH" userId="c4fc5cf5-905f-4757-ba63-9e0ec3aa68c8" providerId="ADAL" clId="{2340B9D4-EF1D-E748-8915-765C0B7DA16E}" dt="2023-08-17T23:08:50.744" v="2241" actId="478"/>
          <ac:picMkLst>
            <pc:docMk/>
            <pc:sldMk cId="1947640091" sldId="321"/>
            <ac:picMk id="1045" creationId="{B1207DCD-8B45-DDCE-D089-B6D14FB94DDD}"/>
          </ac:picMkLst>
        </pc:picChg>
        <pc:picChg chg="add mod">
          <ac:chgData name="KRITIKA PRAKASH" userId="c4fc5cf5-905f-4757-ba63-9e0ec3aa68c8" providerId="ADAL" clId="{2340B9D4-EF1D-E748-8915-765C0B7DA16E}" dt="2023-08-17T23:27:50.316" v="2593" actId="1076"/>
          <ac:picMkLst>
            <pc:docMk/>
            <pc:sldMk cId="1947640091" sldId="321"/>
            <ac:picMk id="1046" creationId="{8376E4B1-C853-40AB-5F1D-610DD77A3C71}"/>
          </ac:picMkLst>
        </pc:picChg>
        <pc:picChg chg="add mod">
          <ac:chgData name="KRITIKA PRAKASH" userId="c4fc5cf5-905f-4757-ba63-9e0ec3aa68c8" providerId="ADAL" clId="{2340B9D4-EF1D-E748-8915-765C0B7DA16E}" dt="2023-08-17T23:29:02.718" v="2622" actId="1076"/>
          <ac:picMkLst>
            <pc:docMk/>
            <pc:sldMk cId="1947640091" sldId="321"/>
            <ac:picMk id="1048" creationId="{40562492-C16A-70AF-9CD0-C0F3BC98A039}"/>
          </ac:picMkLst>
        </pc:picChg>
        <pc:picChg chg="add mod">
          <ac:chgData name="KRITIKA PRAKASH" userId="c4fc5cf5-905f-4757-ba63-9e0ec3aa68c8" providerId="ADAL" clId="{2340B9D4-EF1D-E748-8915-765C0B7DA16E}" dt="2023-08-17T23:41:36.845" v="2899" actId="1076"/>
          <ac:picMkLst>
            <pc:docMk/>
            <pc:sldMk cId="1947640091" sldId="321"/>
            <ac:picMk id="1056" creationId="{825B3CC0-731E-A052-8C41-D7C8C045B625}"/>
          </ac:picMkLst>
        </pc:picChg>
        <pc:picChg chg="add del mod">
          <ac:chgData name="KRITIKA PRAKASH" userId="c4fc5cf5-905f-4757-ba63-9e0ec3aa68c8" providerId="ADAL" clId="{2340B9D4-EF1D-E748-8915-765C0B7DA16E}" dt="2023-08-18T04:25:57.183" v="7454" actId="478"/>
          <ac:picMkLst>
            <pc:docMk/>
            <pc:sldMk cId="1947640091" sldId="321"/>
            <ac:picMk id="1073" creationId="{DEEFBA25-6A4E-5BE4-1FF9-812D84B531AB}"/>
          </ac:picMkLst>
        </pc:picChg>
        <pc:picChg chg="add del mod">
          <ac:chgData name="KRITIKA PRAKASH" userId="c4fc5cf5-905f-4757-ba63-9e0ec3aa68c8" providerId="ADAL" clId="{2340B9D4-EF1D-E748-8915-765C0B7DA16E}" dt="2023-08-18T05:17:24.167" v="8083" actId="478"/>
          <ac:picMkLst>
            <pc:docMk/>
            <pc:sldMk cId="1947640091" sldId="321"/>
            <ac:picMk id="1074" creationId="{08F4FB61-9B00-ED4E-E4C2-1A45ACF81B41}"/>
          </ac:picMkLst>
        </pc:picChg>
        <pc:picChg chg="add del mod">
          <ac:chgData name="KRITIKA PRAKASH" userId="c4fc5cf5-905f-4757-ba63-9e0ec3aa68c8" providerId="ADAL" clId="{2340B9D4-EF1D-E748-8915-765C0B7DA16E}" dt="2023-08-18T05:17:25.782" v="8084" actId="478"/>
          <ac:picMkLst>
            <pc:docMk/>
            <pc:sldMk cId="1947640091" sldId="321"/>
            <ac:picMk id="1076" creationId="{631F8FD4-0566-784E-4F41-86A26268F664}"/>
          </ac:picMkLst>
        </pc:picChg>
        <pc:picChg chg="add del mod">
          <ac:chgData name="KRITIKA PRAKASH" userId="c4fc5cf5-905f-4757-ba63-9e0ec3aa68c8" providerId="ADAL" clId="{2340B9D4-EF1D-E748-8915-765C0B7DA16E}" dt="2023-08-18T05:17:27.011" v="8085" actId="478"/>
          <ac:picMkLst>
            <pc:docMk/>
            <pc:sldMk cId="1947640091" sldId="321"/>
            <ac:picMk id="1081" creationId="{F5C748BE-AD42-47D3-7AC0-604B726998C2}"/>
          </ac:picMkLst>
        </pc:picChg>
        <pc:picChg chg="add del mod">
          <ac:chgData name="KRITIKA PRAKASH" userId="c4fc5cf5-905f-4757-ba63-9e0ec3aa68c8" providerId="ADAL" clId="{2340B9D4-EF1D-E748-8915-765C0B7DA16E}" dt="2023-08-18T05:17:28.435" v="8086" actId="478"/>
          <ac:picMkLst>
            <pc:docMk/>
            <pc:sldMk cId="1947640091" sldId="321"/>
            <ac:picMk id="1082" creationId="{2F65B0BE-6758-0F1F-5ACB-65BD614B6011}"/>
          </ac:picMkLst>
        </pc:picChg>
        <pc:cxnChg chg="mod">
          <ac:chgData name="KRITIKA PRAKASH" userId="c4fc5cf5-905f-4757-ba63-9e0ec3aa68c8" providerId="ADAL" clId="{2340B9D4-EF1D-E748-8915-765C0B7DA16E}" dt="2023-08-18T05:16:28.464" v="8076" actId="14100"/>
          <ac:cxnSpMkLst>
            <pc:docMk/>
            <pc:sldMk cId="1947640091" sldId="321"/>
            <ac:cxnSpMk id="5" creationId="{ADF6645B-27F6-DCF9-853F-554CF09B441A}"/>
          </ac:cxnSpMkLst>
        </pc:cxnChg>
        <pc:cxnChg chg="mod">
          <ac:chgData name="KRITIKA PRAKASH" userId="c4fc5cf5-905f-4757-ba63-9e0ec3aa68c8" providerId="ADAL" clId="{2340B9D4-EF1D-E748-8915-765C0B7DA16E}" dt="2023-08-18T04:39:09.369" v="7703" actId="14100"/>
          <ac:cxnSpMkLst>
            <pc:docMk/>
            <pc:sldMk cId="1947640091" sldId="321"/>
            <ac:cxnSpMk id="12" creationId="{C98019C5-597D-8642-5472-C907DFC7D5EC}"/>
          </ac:cxnSpMkLst>
        </pc:cxnChg>
        <pc:cxnChg chg="mod">
          <ac:chgData name="KRITIKA PRAKASH" userId="c4fc5cf5-905f-4757-ba63-9e0ec3aa68c8" providerId="ADAL" clId="{2340B9D4-EF1D-E748-8915-765C0B7DA16E}" dt="2023-08-18T04:39:01.265" v="7701" actId="1076"/>
          <ac:cxnSpMkLst>
            <pc:docMk/>
            <pc:sldMk cId="1947640091" sldId="321"/>
            <ac:cxnSpMk id="13" creationId="{BF87EEB8-80B4-1835-366F-E9C37E29C0D3}"/>
          </ac:cxnSpMkLst>
        </pc:cxnChg>
        <pc:cxnChg chg="mod">
          <ac:chgData name="KRITIKA PRAKASH" userId="c4fc5cf5-905f-4757-ba63-9e0ec3aa68c8" providerId="ADAL" clId="{2340B9D4-EF1D-E748-8915-765C0B7DA16E}" dt="2023-08-18T04:38:52.470" v="7700" actId="1076"/>
          <ac:cxnSpMkLst>
            <pc:docMk/>
            <pc:sldMk cId="1947640091" sldId="321"/>
            <ac:cxnSpMk id="25" creationId="{250AE9A0-3C50-492E-8731-48422EECC23C}"/>
          </ac:cxnSpMkLst>
        </pc:cxnChg>
        <pc:cxnChg chg="del mod">
          <ac:chgData name="KRITIKA PRAKASH" userId="c4fc5cf5-905f-4757-ba63-9e0ec3aa68c8" providerId="ADAL" clId="{2340B9D4-EF1D-E748-8915-765C0B7DA16E}" dt="2023-08-17T21:35:13.179" v="160" actId="478"/>
          <ac:cxnSpMkLst>
            <pc:docMk/>
            <pc:sldMk cId="1947640091" sldId="321"/>
            <ac:cxnSpMk id="29" creationId="{A428B5DE-22B4-8173-83BE-CF153C652943}"/>
          </ac:cxnSpMkLst>
        </pc:cxnChg>
        <pc:cxnChg chg="add mod">
          <ac:chgData name="KRITIKA PRAKASH" userId="c4fc5cf5-905f-4757-ba63-9e0ec3aa68c8" providerId="ADAL" clId="{2340B9D4-EF1D-E748-8915-765C0B7DA16E}" dt="2023-08-17T22:26:42.844" v="1226" actId="1076"/>
          <ac:cxnSpMkLst>
            <pc:docMk/>
            <pc:sldMk cId="1947640091" sldId="321"/>
            <ac:cxnSpMk id="43" creationId="{A61E8706-7237-CF65-E49F-D44C7F532534}"/>
          </ac:cxnSpMkLst>
        </pc:cxnChg>
        <pc:cxnChg chg="add mod">
          <ac:chgData name="KRITIKA PRAKASH" userId="c4fc5cf5-905f-4757-ba63-9e0ec3aa68c8" providerId="ADAL" clId="{2340B9D4-EF1D-E748-8915-765C0B7DA16E}" dt="2023-08-17T22:25:54.782" v="1222" actId="14100"/>
          <ac:cxnSpMkLst>
            <pc:docMk/>
            <pc:sldMk cId="1947640091" sldId="321"/>
            <ac:cxnSpMk id="45" creationId="{60409512-0CCA-F08C-ACE6-52AAED0726C9}"/>
          </ac:cxnSpMkLst>
        </pc:cxnChg>
        <pc:cxnChg chg="mod">
          <ac:chgData name="KRITIKA PRAKASH" userId="c4fc5cf5-905f-4757-ba63-9e0ec3aa68c8" providerId="ADAL" clId="{2340B9D4-EF1D-E748-8915-765C0B7DA16E}" dt="2023-08-18T04:39:09.369" v="7703" actId="14100"/>
          <ac:cxnSpMkLst>
            <pc:docMk/>
            <pc:sldMk cId="1947640091" sldId="321"/>
            <ac:cxnSpMk id="49" creationId="{B9073DC6-3DA5-6537-26F9-C57E0FA77D37}"/>
          </ac:cxnSpMkLst>
        </pc:cxnChg>
        <pc:cxnChg chg="add del mod">
          <ac:chgData name="KRITIKA PRAKASH" userId="c4fc5cf5-905f-4757-ba63-9e0ec3aa68c8" providerId="ADAL" clId="{2340B9D4-EF1D-E748-8915-765C0B7DA16E}" dt="2023-08-17T22:36:57.819" v="1606" actId="478"/>
          <ac:cxnSpMkLst>
            <pc:docMk/>
            <pc:sldMk cId="1947640091" sldId="321"/>
            <ac:cxnSpMk id="51" creationId="{9089FDF4-934D-BF45-9C7A-AE52C0DD927C}"/>
          </ac:cxnSpMkLst>
        </pc:cxnChg>
        <pc:cxnChg chg="mod">
          <ac:chgData name="KRITIKA PRAKASH" userId="c4fc5cf5-905f-4757-ba63-9e0ec3aa68c8" providerId="ADAL" clId="{2340B9D4-EF1D-E748-8915-765C0B7DA16E}" dt="2023-08-18T04:39:09.369" v="7703" actId="14100"/>
          <ac:cxnSpMkLst>
            <pc:docMk/>
            <pc:sldMk cId="1947640091" sldId="321"/>
            <ac:cxnSpMk id="52" creationId="{EF55BE06-5816-48B9-7754-AA285E13CF7C}"/>
          </ac:cxnSpMkLst>
        </pc:cxnChg>
        <pc:cxnChg chg="mod">
          <ac:chgData name="KRITIKA PRAKASH" userId="c4fc5cf5-905f-4757-ba63-9e0ec3aa68c8" providerId="ADAL" clId="{2340B9D4-EF1D-E748-8915-765C0B7DA16E}" dt="2023-08-18T04:38:52.470" v="7700" actId="1076"/>
          <ac:cxnSpMkLst>
            <pc:docMk/>
            <pc:sldMk cId="1947640091" sldId="321"/>
            <ac:cxnSpMk id="57" creationId="{C00CB0C8-A243-D17E-9D62-35F47AB1862F}"/>
          </ac:cxnSpMkLst>
        </pc:cxnChg>
        <pc:cxnChg chg="mod">
          <ac:chgData name="KRITIKA PRAKASH" userId="c4fc5cf5-905f-4757-ba63-9e0ec3aa68c8" providerId="ADAL" clId="{2340B9D4-EF1D-E748-8915-765C0B7DA16E}" dt="2023-08-18T04:38:52.470" v="7700" actId="1076"/>
          <ac:cxnSpMkLst>
            <pc:docMk/>
            <pc:sldMk cId="1947640091" sldId="321"/>
            <ac:cxnSpMk id="60" creationId="{8F5E39F1-C64B-F903-CC39-AC780985422E}"/>
          </ac:cxnSpMkLst>
        </pc:cxnChg>
        <pc:cxnChg chg="add mod">
          <ac:chgData name="KRITIKA PRAKASH" userId="c4fc5cf5-905f-4757-ba63-9e0ec3aa68c8" providerId="ADAL" clId="{2340B9D4-EF1D-E748-8915-765C0B7DA16E}" dt="2023-08-18T05:25:52.848" v="8401" actId="14100"/>
          <ac:cxnSpMkLst>
            <pc:docMk/>
            <pc:sldMk cId="1947640091" sldId="321"/>
            <ac:cxnSpMk id="99" creationId="{CAC541F4-F3A2-7F62-C569-D254E61A5AFA}"/>
          </ac:cxnSpMkLst>
        </pc:cxnChg>
        <pc:cxnChg chg="add del mod">
          <ac:chgData name="KRITIKA PRAKASH" userId="c4fc5cf5-905f-4757-ba63-9e0ec3aa68c8" providerId="ADAL" clId="{2340B9D4-EF1D-E748-8915-765C0B7DA16E}" dt="2023-08-18T05:28:29.564" v="8449" actId="478"/>
          <ac:cxnSpMkLst>
            <pc:docMk/>
            <pc:sldMk cId="1947640091" sldId="321"/>
            <ac:cxnSpMk id="104" creationId="{7F390912-27F2-94F7-8F44-AE8DAFA96D16}"/>
          </ac:cxnSpMkLst>
        </pc:cxnChg>
        <pc:cxnChg chg="mod">
          <ac:chgData name="KRITIKA PRAKASH" userId="c4fc5cf5-905f-4757-ba63-9e0ec3aa68c8" providerId="ADAL" clId="{2340B9D4-EF1D-E748-8915-765C0B7DA16E}" dt="2023-08-18T04:39:01.265" v="7701" actId="1076"/>
          <ac:cxnSpMkLst>
            <pc:docMk/>
            <pc:sldMk cId="1947640091" sldId="321"/>
            <ac:cxnSpMk id="1025" creationId="{5588B543-51E6-42CF-A453-F1466E750F4F}"/>
          </ac:cxnSpMkLst>
        </pc:cxnChg>
        <pc:cxnChg chg="mod">
          <ac:chgData name="KRITIKA PRAKASH" userId="c4fc5cf5-905f-4757-ba63-9e0ec3aa68c8" providerId="ADAL" clId="{2340B9D4-EF1D-E748-8915-765C0B7DA16E}" dt="2023-08-18T04:39:01.265" v="7701" actId="1076"/>
          <ac:cxnSpMkLst>
            <pc:docMk/>
            <pc:sldMk cId="1947640091" sldId="321"/>
            <ac:cxnSpMk id="1029" creationId="{0CAE92E7-0320-C7F0-8C15-57BC48C55FFB}"/>
          </ac:cxnSpMkLst>
        </pc:cxnChg>
      </pc:sldChg>
      <pc:sldChg chg="add del">
        <pc:chgData name="KRITIKA PRAKASH" userId="c4fc5cf5-905f-4757-ba63-9e0ec3aa68c8" providerId="ADAL" clId="{2340B9D4-EF1D-E748-8915-765C0B7DA16E}" dt="2023-08-17T22:13:36.558" v="1029" actId="2696"/>
        <pc:sldMkLst>
          <pc:docMk/>
          <pc:sldMk cId="618255271" sldId="322"/>
        </pc:sldMkLst>
      </pc:sldChg>
      <pc:sldChg chg="addSp delSp modSp mod ord">
        <pc:chgData name="KRITIKA PRAKASH" userId="c4fc5cf5-905f-4757-ba63-9e0ec3aa68c8" providerId="ADAL" clId="{2340B9D4-EF1D-E748-8915-765C0B7DA16E}" dt="2023-08-18T04:17:24.584" v="7373" actId="20578"/>
        <pc:sldMkLst>
          <pc:docMk/>
          <pc:sldMk cId="1559173159" sldId="323"/>
        </pc:sldMkLst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6" creationId="{DFA49056-9689-6845-8C2A-ECD9AA1E4FAE}"/>
          </ac:spMkLst>
        </pc:spChg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8" creationId="{AE6A9EFA-CD70-DE8E-4519-B37093600064}"/>
          </ac:spMkLst>
        </pc:spChg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10" creationId="{8E4AA13F-A6D0-3309-550F-FC9C0B17A37E}"/>
          </ac:spMkLst>
        </pc:spChg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11" creationId="{959C6A3B-F8E9-D494-1F07-0E440DF186E2}"/>
          </ac:spMkLst>
        </pc:spChg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12" creationId="{F5306787-5CDE-5BDC-8070-116FB60F72E2}"/>
          </ac:spMkLst>
        </pc:spChg>
        <pc:spChg chg="mod">
          <ac:chgData name="KRITIKA PRAKASH" userId="c4fc5cf5-905f-4757-ba63-9e0ec3aa68c8" providerId="ADAL" clId="{2340B9D4-EF1D-E748-8915-765C0B7DA16E}" dt="2023-08-18T02:19:22.101" v="5814"/>
          <ac:spMkLst>
            <pc:docMk/>
            <pc:sldMk cId="1559173159" sldId="323"/>
            <ac:spMk id="13" creationId="{5520A6D3-1877-75FB-9D9B-ED7FD65A3991}"/>
          </ac:spMkLst>
        </pc:spChg>
        <pc:grpChg chg="add del mod">
          <ac:chgData name="KRITIKA PRAKASH" userId="c4fc5cf5-905f-4757-ba63-9e0ec3aa68c8" providerId="ADAL" clId="{2340B9D4-EF1D-E748-8915-765C0B7DA16E}" dt="2023-08-18T02:20:40.300" v="5837" actId="478"/>
          <ac:grpSpMkLst>
            <pc:docMk/>
            <pc:sldMk cId="1559173159" sldId="323"/>
            <ac:grpSpMk id="4" creationId="{BA1508A4-BD80-F583-33E4-B027E66766E1}"/>
          </ac:grpSpMkLst>
        </pc:grpChg>
      </pc:sldChg>
      <pc:sldChg chg="addSp delSp modSp add mod ord">
        <pc:chgData name="KRITIKA PRAKASH" userId="c4fc5cf5-905f-4757-ba63-9e0ec3aa68c8" providerId="ADAL" clId="{2340B9D4-EF1D-E748-8915-765C0B7DA16E}" dt="2023-08-18T04:17:24.584" v="7373" actId="20578"/>
        <pc:sldMkLst>
          <pc:docMk/>
          <pc:sldMk cId="3671871193" sldId="324"/>
        </pc:sldMkLst>
        <pc:spChg chg="mod">
          <ac:chgData name="KRITIKA PRAKASH" userId="c4fc5cf5-905f-4757-ba63-9e0ec3aa68c8" providerId="ADAL" clId="{2340B9D4-EF1D-E748-8915-765C0B7DA16E}" dt="2023-08-17T23:54:42.981" v="2915" actId="122"/>
          <ac:spMkLst>
            <pc:docMk/>
            <pc:sldMk cId="3671871193" sldId="324"/>
            <ac:spMk id="2" creationId="{A6AA2842-23D1-9D4C-8C34-54F396B0B405}"/>
          </ac:spMkLst>
        </pc:spChg>
        <pc:spChg chg="del">
          <ac:chgData name="KRITIKA PRAKASH" userId="c4fc5cf5-905f-4757-ba63-9e0ec3aa68c8" providerId="ADAL" clId="{2340B9D4-EF1D-E748-8915-765C0B7DA16E}" dt="2023-08-17T23:54:28.385" v="2912" actId="478"/>
          <ac:spMkLst>
            <pc:docMk/>
            <pc:sldMk cId="3671871193" sldId="324"/>
            <ac:spMk id="3" creationId="{080D71E6-2122-0D40-7972-92B9DC14FA22}"/>
          </ac:spMkLst>
        </pc:spChg>
        <pc:spChg chg="add del mod">
          <ac:chgData name="KRITIKA PRAKASH" userId="c4fc5cf5-905f-4757-ba63-9e0ec3aa68c8" providerId="ADAL" clId="{2340B9D4-EF1D-E748-8915-765C0B7DA16E}" dt="2023-08-18T00:05:36.007" v="3002" actId="478"/>
          <ac:spMkLst>
            <pc:docMk/>
            <pc:sldMk cId="3671871193" sldId="324"/>
            <ac:spMk id="6" creationId="{F53D4CFC-ABB3-60BE-31AF-E069A1108E0F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7" creationId="{4F3CA647-BAF8-721B-F16B-E79DCF069C69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8" creationId="{6284178F-67B4-610D-8AD7-01533C49923E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9" creationId="{63679E68-DFA6-5155-6E64-147FA7949BB1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" creationId="{55920283-3FB4-1F95-99CB-C38437A70B09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1" creationId="{0DDABB97-D259-31EA-0BD3-ED4AF7A312A7}"/>
          </ac:spMkLst>
        </pc:spChg>
        <pc:spChg chg="del">
          <ac:chgData name="KRITIKA PRAKASH" userId="c4fc5cf5-905f-4757-ba63-9e0ec3aa68c8" providerId="ADAL" clId="{2340B9D4-EF1D-E748-8915-765C0B7DA16E}" dt="2023-08-17T23:54:40.226" v="2914" actId="478"/>
          <ac:spMkLst>
            <pc:docMk/>
            <pc:sldMk cId="3671871193" sldId="324"/>
            <ac:spMk id="14" creationId="{2F70ACEE-1AFB-3E43-39F0-74DF22155402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5" creationId="{40636EB0-D5A6-D0FD-E205-8775D239BA18}"/>
          </ac:spMkLst>
        </pc:spChg>
        <pc:spChg chg="add del mod">
          <ac:chgData name="KRITIKA PRAKASH" userId="c4fc5cf5-905f-4757-ba63-9e0ec3aa68c8" providerId="ADAL" clId="{2340B9D4-EF1D-E748-8915-765C0B7DA16E}" dt="2023-08-18T00:09:23.164" v="3066" actId="478"/>
          <ac:spMkLst>
            <pc:docMk/>
            <pc:sldMk cId="3671871193" sldId="324"/>
            <ac:spMk id="16" creationId="{6A5B9A05-8614-5DBA-16C9-AE9B3FE74135}"/>
          </ac:spMkLst>
        </pc:spChg>
        <pc:spChg chg="add del mod">
          <ac:chgData name="KRITIKA PRAKASH" userId="c4fc5cf5-905f-4757-ba63-9e0ec3aa68c8" providerId="ADAL" clId="{2340B9D4-EF1D-E748-8915-765C0B7DA16E}" dt="2023-08-18T00:10:30.092" v="3081" actId="478"/>
          <ac:spMkLst>
            <pc:docMk/>
            <pc:sldMk cId="3671871193" sldId="324"/>
            <ac:spMk id="17" creationId="{212C6F46-F84C-97EC-A4B8-1669FBCBA809}"/>
          </ac:spMkLst>
        </pc:spChg>
        <pc:spChg chg="add del mod">
          <ac:chgData name="KRITIKA PRAKASH" userId="c4fc5cf5-905f-4757-ba63-9e0ec3aa68c8" providerId="ADAL" clId="{2340B9D4-EF1D-E748-8915-765C0B7DA16E}" dt="2023-08-18T00:04:10.162" v="2987" actId="478"/>
          <ac:spMkLst>
            <pc:docMk/>
            <pc:sldMk cId="3671871193" sldId="324"/>
            <ac:spMk id="20" creationId="{F93C64FB-B946-7068-2496-FCB627ECFFB0}"/>
          </ac:spMkLst>
        </pc:spChg>
        <pc:spChg chg="add mod">
          <ac:chgData name="KRITIKA PRAKASH" userId="c4fc5cf5-905f-4757-ba63-9e0ec3aa68c8" providerId="ADAL" clId="{2340B9D4-EF1D-E748-8915-765C0B7DA16E}" dt="2023-08-18T00:15:38.490" v="3155" actId="164"/>
          <ac:spMkLst>
            <pc:docMk/>
            <pc:sldMk cId="3671871193" sldId="324"/>
            <ac:spMk id="21" creationId="{D6494F22-21E9-2235-F3BA-49706501D18E}"/>
          </ac:spMkLst>
        </pc:spChg>
        <pc:spChg chg="add mod">
          <ac:chgData name="KRITIKA PRAKASH" userId="c4fc5cf5-905f-4757-ba63-9e0ec3aa68c8" providerId="ADAL" clId="{2340B9D4-EF1D-E748-8915-765C0B7DA16E}" dt="2023-08-18T00:13:45.083" v="3132" actId="14100"/>
          <ac:spMkLst>
            <pc:docMk/>
            <pc:sldMk cId="3671871193" sldId="324"/>
            <ac:spMk id="22" creationId="{F474D7D5-8336-713D-5003-34759FF67240}"/>
          </ac:spMkLst>
        </pc:spChg>
        <pc:spChg chg="add mod">
          <ac:chgData name="KRITIKA PRAKASH" userId="c4fc5cf5-905f-4757-ba63-9e0ec3aa68c8" providerId="ADAL" clId="{2340B9D4-EF1D-E748-8915-765C0B7DA16E}" dt="2023-08-18T00:13:50.212" v="3133" actId="1076"/>
          <ac:spMkLst>
            <pc:docMk/>
            <pc:sldMk cId="3671871193" sldId="324"/>
            <ac:spMk id="23" creationId="{E56777AA-8EB1-A8EA-6FF8-071F2D4E62EC}"/>
          </ac:spMkLst>
        </pc:spChg>
        <pc:spChg chg="add mod">
          <ac:chgData name="KRITIKA PRAKASH" userId="c4fc5cf5-905f-4757-ba63-9e0ec3aa68c8" providerId="ADAL" clId="{2340B9D4-EF1D-E748-8915-765C0B7DA16E}" dt="2023-08-18T00:13:53.268" v="3134" actId="1076"/>
          <ac:spMkLst>
            <pc:docMk/>
            <pc:sldMk cId="3671871193" sldId="324"/>
            <ac:spMk id="24" creationId="{051708F0-BBCD-1E73-3659-6AAAC70AB615}"/>
          </ac:spMkLst>
        </pc:spChg>
        <pc:spChg chg="add mod">
          <ac:chgData name="KRITIKA PRAKASH" userId="c4fc5cf5-905f-4757-ba63-9e0ec3aa68c8" providerId="ADAL" clId="{2340B9D4-EF1D-E748-8915-765C0B7DA16E}" dt="2023-08-18T00:15:38.490" v="3155" actId="164"/>
          <ac:spMkLst>
            <pc:docMk/>
            <pc:sldMk cId="3671871193" sldId="324"/>
            <ac:spMk id="26" creationId="{1C5FD057-9129-D9B9-4E3D-E0EC4A425C56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28" creationId="{0D267B3A-8216-E6DB-0EED-EBC84FE20284}"/>
          </ac:spMkLst>
        </pc:spChg>
        <pc:spChg chg="add mod">
          <ac:chgData name="KRITIKA PRAKASH" userId="c4fc5cf5-905f-4757-ba63-9e0ec3aa68c8" providerId="ADAL" clId="{2340B9D4-EF1D-E748-8915-765C0B7DA16E}" dt="2023-08-18T00:17:17.385" v="3189" actId="164"/>
          <ac:spMkLst>
            <pc:docMk/>
            <pc:sldMk cId="3671871193" sldId="324"/>
            <ac:spMk id="29" creationId="{DC7D0994-C70A-8066-BEC9-4FCBB6685AEC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0" creationId="{57417EC4-08F8-04FF-7E86-EA6364EA333C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1" creationId="{AF415CCA-5106-1E56-8448-9543741DD9CD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2" creationId="{DBC1EECE-5A52-2E16-E3BA-004B9B5349D7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3" creationId="{F4855551-F8E4-EA1E-E240-AA65ED4BE596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4" creationId="{A1B87139-47CC-B561-B379-5DCD156D1C4F}"/>
          </ac:spMkLst>
        </pc:spChg>
        <pc:spChg chg="add mod">
          <ac:chgData name="KRITIKA PRAKASH" userId="c4fc5cf5-905f-4757-ba63-9e0ec3aa68c8" providerId="ADAL" clId="{2340B9D4-EF1D-E748-8915-765C0B7DA16E}" dt="2023-08-18T00:17:17.385" v="3189" actId="164"/>
          <ac:spMkLst>
            <pc:docMk/>
            <pc:sldMk cId="3671871193" sldId="324"/>
            <ac:spMk id="35" creationId="{E183B17F-09F1-5A6C-EB10-03B9062199FC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6" creationId="{61044115-4790-7D6B-23DD-5DC270781C8C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7" creationId="{7B385872-C396-F4E6-921D-68D08893D3EB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8" creationId="{E3203F7E-8299-6E78-EDD1-677B7711D97E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39" creationId="{F1209EC1-B3BE-D1EB-94AA-376CE36A35B6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40" creationId="{3F25900E-9799-7876-1BEF-69A4ACB72C89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41" creationId="{B6256E67-EA6D-6EAA-6A7D-DA4F4F878742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44" creationId="{102F40AA-01A5-B0A3-9E9D-7B32BA988847}"/>
          </ac:spMkLst>
        </pc:spChg>
        <pc:spChg chg="mod">
          <ac:chgData name="KRITIKA PRAKASH" userId="c4fc5cf5-905f-4757-ba63-9e0ec3aa68c8" providerId="ADAL" clId="{2340B9D4-EF1D-E748-8915-765C0B7DA16E}" dt="2023-08-18T00:17:25.842" v="3190"/>
          <ac:spMkLst>
            <pc:docMk/>
            <pc:sldMk cId="3671871193" sldId="324"/>
            <ac:spMk id="47" creationId="{FAF7C336-541E-3C59-7007-38A384B5924B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48" creationId="{6209565B-415D-BE30-6AAB-6CC46CB53E5C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50" creationId="{307FFD8C-874A-2887-E04C-2C1A2E839F49}"/>
          </ac:spMkLst>
        </pc:spChg>
        <pc:spChg chg="mod">
          <ac:chgData name="KRITIKA PRAKASH" userId="c4fc5cf5-905f-4757-ba63-9e0ec3aa68c8" providerId="ADAL" clId="{2340B9D4-EF1D-E748-8915-765C0B7DA16E}" dt="2023-08-18T00:17:36.294" v="3203" actId="20577"/>
          <ac:spMkLst>
            <pc:docMk/>
            <pc:sldMk cId="3671871193" sldId="324"/>
            <ac:spMk id="51" creationId="{4DB292C1-B76C-80A8-9CD5-7DDABA9A275A}"/>
          </ac:spMkLst>
        </pc:spChg>
        <pc:spChg chg="add mod">
          <ac:chgData name="KRITIKA PRAKASH" userId="c4fc5cf5-905f-4757-ba63-9e0ec3aa68c8" providerId="ADAL" clId="{2340B9D4-EF1D-E748-8915-765C0B7DA16E}" dt="2023-08-18T00:23:16.506" v="3353" actId="14100"/>
          <ac:spMkLst>
            <pc:docMk/>
            <pc:sldMk cId="3671871193" sldId="324"/>
            <ac:spMk id="53" creationId="{CE1C7B71-ECC5-D853-55C3-5C1CFC50F39C}"/>
          </ac:spMkLst>
        </pc:spChg>
        <pc:spChg chg="add mod">
          <ac:chgData name="KRITIKA PRAKASH" userId="c4fc5cf5-905f-4757-ba63-9e0ec3aa68c8" providerId="ADAL" clId="{2340B9D4-EF1D-E748-8915-765C0B7DA16E}" dt="2023-08-18T00:23:30.765" v="3355" actId="1076"/>
          <ac:spMkLst>
            <pc:docMk/>
            <pc:sldMk cId="3671871193" sldId="324"/>
            <ac:spMk id="54" creationId="{898E725D-4240-D10B-C40E-C02F3824F828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55" creationId="{24697670-C05D-5D48-BF99-DAC9853F0D04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56" creationId="{CB33A00F-0F4B-5C42-19C6-79C77AC762E1}"/>
          </ac:spMkLst>
        </pc:spChg>
        <pc:spChg chg="add mod">
          <ac:chgData name="KRITIKA PRAKASH" userId="c4fc5cf5-905f-4757-ba63-9e0ec3aa68c8" providerId="ADAL" clId="{2340B9D4-EF1D-E748-8915-765C0B7DA16E}" dt="2023-08-18T00:23:26.304" v="3354" actId="1076"/>
          <ac:spMkLst>
            <pc:docMk/>
            <pc:sldMk cId="3671871193" sldId="324"/>
            <ac:spMk id="58" creationId="{81175AB3-033F-B2BA-EC7C-2CB01B2644E2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59" creationId="{496D2AA1-9140-55A1-B3E4-093A9A1C6FEF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61" creationId="{8AADF837-E7E8-4779-F8F9-E7A0DC32F720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62" creationId="{196BB291-7FCC-7A48-E6C0-3C35865B696E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63" creationId="{8E66F571-FE44-C35E-D9F3-C07E0A2C98B4}"/>
          </ac:spMkLst>
        </pc:spChg>
        <pc:spChg chg="add mod">
          <ac:chgData name="KRITIKA PRAKASH" userId="c4fc5cf5-905f-4757-ba63-9e0ec3aa68c8" providerId="ADAL" clId="{2340B9D4-EF1D-E748-8915-765C0B7DA16E}" dt="2023-08-18T00:23:07.813" v="3352" actId="1036"/>
          <ac:spMkLst>
            <pc:docMk/>
            <pc:sldMk cId="3671871193" sldId="324"/>
            <ac:spMk id="64" creationId="{5CB3544F-1FE9-D4BC-53B1-12CE8AE46E99}"/>
          </ac:spMkLst>
        </pc:spChg>
        <pc:spChg chg="add mod">
          <ac:chgData name="KRITIKA PRAKASH" userId="c4fc5cf5-905f-4757-ba63-9e0ec3aa68c8" providerId="ADAL" clId="{2340B9D4-EF1D-E748-8915-765C0B7DA16E}" dt="2023-08-18T00:23:30.765" v="3355" actId="1076"/>
          <ac:spMkLst>
            <pc:docMk/>
            <pc:sldMk cId="3671871193" sldId="324"/>
            <ac:spMk id="65" creationId="{170865F7-ADC5-A493-E954-20DFD900FB87}"/>
          </ac:spMkLst>
        </pc:spChg>
        <pc:spChg chg="add mod">
          <ac:chgData name="KRITIKA PRAKASH" userId="c4fc5cf5-905f-4757-ba63-9e0ec3aa68c8" providerId="ADAL" clId="{2340B9D4-EF1D-E748-8915-765C0B7DA16E}" dt="2023-08-18T00:23:26.304" v="3354" actId="1076"/>
          <ac:spMkLst>
            <pc:docMk/>
            <pc:sldMk cId="3671871193" sldId="324"/>
            <ac:spMk id="66" creationId="{B67E6A27-7095-1548-5373-92407F8B7B90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70" creationId="{98B7B951-328F-4CC9-8DBD-E943C6593FD9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75" creationId="{28A8AF75-82BF-6448-849B-8176BA7FA94A}"/>
          </ac:spMkLst>
        </pc:spChg>
        <pc:spChg chg="del">
          <ac:chgData name="KRITIKA PRAKASH" userId="c4fc5cf5-905f-4757-ba63-9e0ec3aa68c8" providerId="ADAL" clId="{2340B9D4-EF1D-E748-8915-765C0B7DA16E}" dt="2023-08-17T23:54:28.385" v="2912" actId="478"/>
          <ac:spMkLst>
            <pc:docMk/>
            <pc:sldMk cId="3671871193" sldId="324"/>
            <ac:spMk id="78" creationId="{A2897697-22DB-A741-BAF2-37B0C079EEDB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79" creationId="{E8D130D4-A5C3-6A43-848F-62A53DFF23C3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80" creationId="{7D3032C8-B18F-8649-940F-75A1DDFCE3F4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81" creationId="{633F3A57-C378-7E4F-96F9-FB6AE4FF45D1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82" creationId="{A6EDC331-991C-BF47-B228-E9D6B76E6FC8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83" creationId="{0ED2E369-0077-9D43-A5A7-83275B419C22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85" creationId="{D996973A-AC1D-B41A-0A89-FA739742086B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88" creationId="{232B2CE9-A0BF-0EEA-F854-9206C731A38B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89" creationId="{A4284936-2ECE-1677-A752-3C54E7994DCC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91" creationId="{EA4ADDD4-23FA-2421-1BF4-EEA7330078BE}"/>
          </ac:spMkLst>
        </pc:spChg>
        <pc:spChg chg="mod">
          <ac:chgData name="KRITIKA PRAKASH" userId="c4fc5cf5-905f-4757-ba63-9e0ec3aa68c8" providerId="ADAL" clId="{2340B9D4-EF1D-E748-8915-765C0B7DA16E}" dt="2023-08-18T02:19:04.970" v="5810"/>
          <ac:spMkLst>
            <pc:docMk/>
            <pc:sldMk cId="3671871193" sldId="324"/>
            <ac:spMk id="92" creationId="{E03685D8-FA59-3365-A6FB-849AA64F82CA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24" creationId="{6662016F-2D75-D655-990D-9EDAB89D57C8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26" creationId="{E010FED6-2724-8762-3BFF-80BEB4DDAC7A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33" creationId="{A5829913-6CBF-B5FB-B7CE-C4FAB1C2467E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35" creationId="{E76B6AB6-7A3B-6997-94BE-9233AE3C2D98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36" creationId="{8EC081A4-BB80-6CD1-8969-EB603C5DB0BF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47" creationId="{7D611A10-4553-2645-A51A-D0C861009313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51" creationId="{2CA5FC2C-3C2B-313F-244D-7233FFA474E6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52" creationId="{9A757C74-9E3A-CAD0-DC0A-01F55DE01D8F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53" creationId="{B91B7AB7-61AD-22A0-281A-AA6D2B758847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54" creationId="{9A251A4E-C42D-A66D-7FA3-AA31E8D2BDB5}"/>
          </ac:spMkLst>
        </pc:spChg>
        <pc:spChg chg="del">
          <ac:chgData name="KRITIKA PRAKASH" userId="c4fc5cf5-905f-4757-ba63-9e0ec3aa68c8" providerId="ADAL" clId="{2340B9D4-EF1D-E748-8915-765C0B7DA16E}" dt="2023-08-17T23:54:24.473" v="2910" actId="478"/>
          <ac:spMkLst>
            <pc:docMk/>
            <pc:sldMk cId="3671871193" sldId="324"/>
            <ac:spMk id="1055" creationId="{58B288A3-FFE7-51DE-FB0E-BF9D3D6CF549}"/>
          </ac:spMkLst>
        </pc:spChg>
        <pc:spChg chg="mod">
          <ac:chgData name="KRITIKA PRAKASH" userId="c4fc5cf5-905f-4757-ba63-9e0ec3aa68c8" providerId="ADAL" clId="{2340B9D4-EF1D-E748-8915-765C0B7DA16E}" dt="2023-08-18T02:20:20.791" v="5830" actId="14100"/>
          <ac:spMkLst>
            <pc:docMk/>
            <pc:sldMk cId="3671871193" sldId="324"/>
            <ac:spMk id="2048" creationId="{8366E2D0-2AD2-6F82-827E-ED703CFA10C6}"/>
          </ac:spMkLst>
        </pc:spChg>
        <pc:spChg chg="mod">
          <ac:chgData name="KRITIKA PRAKASH" userId="c4fc5cf5-905f-4757-ba63-9e0ec3aa68c8" providerId="ADAL" clId="{2340B9D4-EF1D-E748-8915-765C0B7DA16E}" dt="2023-08-18T02:19:16.853" v="5812"/>
          <ac:spMkLst>
            <pc:docMk/>
            <pc:sldMk cId="3671871193" sldId="324"/>
            <ac:spMk id="2049" creationId="{8F6F88B7-A0B7-764A-91A6-BC588C1F56B7}"/>
          </ac:spMkLst>
        </pc:spChg>
        <pc:spChg chg="mod">
          <ac:chgData name="KRITIKA PRAKASH" userId="c4fc5cf5-905f-4757-ba63-9e0ec3aa68c8" providerId="ADAL" clId="{2340B9D4-EF1D-E748-8915-765C0B7DA16E}" dt="2023-08-18T02:19:16.853" v="5812"/>
          <ac:spMkLst>
            <pc:docMk/>
            <pc:sldMk cId="3671871193" sldId="324"/>
            <ac:spMk id="2051" creationId="{D98B59A9-B1C2-0EBF-D092-863B11B32E96}"/>
          </ac:spMkLst>
        </pc:spChg>
        <pc:spChg chg="mod">
          <ac:chgData name="KRITIKA PRAKASH" userId="c4fc5cf5-905f-4757-ba63-9e0ec3aa68c8" providerId="ADAL" clId="{2340B9D4-EF1D-E748-8915-765C0B7DA16E}" dt="2023-08-18T02:19:16.853" v="5812"/>
          <ac:spMkLst>
            <pc:docMk/>
            <pc:sldMk cId="3671871193" sldId="324"/>
            <ac:spMk id="2053" creationId="{23F126B1-7BA7-CD18-C17F-93A50AB5D673}"/>
          </ac:spMkLst>
        </pc:spChg>
        <pc:spChg chg="mod">
          <ac:chgData name="KRITIKA PRAKASH" userId="c4fc5cf5-905f-4757-ba63-9e0ec3aa68c8" providerId="ADAL" clId="{2340B9D4-EF1D-E748-8915-765C0B7DA16E}" dt="2023-08-18T02:19:16.853" v="5812"/>
          <ac:spMkLst>
            <pc:docMk/>
            <pc:sldMk cId="3671871193" sldId="324"/>
            <ac:spMk id="2062" creationId="{E8079E04-5B31-8D42-5419-11C462FBB9F9}"/>
          </ac:spMkLst>
        </pc:spChg>
        <pc:spChg chg="mod">
          <ac:chgData name="KRITIKA PRAKASH" userId="c4fc5cf5-905f-4757-ba63-9e0ec3aa68c8" providerId="ADAL" clId="{2340B9D4-EF1D-E748-8915-765C0B7DA16E}" dt="2023-08-18T02:20:28.722" v="5835" actId="1037"/>
          <ac:spMkLst>
            <pc:docMk/>
            <pc:sldMk cId="3671871193" sldId="324"/>
            <ac:spMk id="2073" creationId="{92178190-00DB-0A78-28B8-94A5DF33C773}"/>
          </ac:spMkLst>
        </pc:spChg>
        <pc:grpChg chg="add mod">
          <ac:chgData name="KRITIKA PRAKASH" userId="c4fc5cf5-905f-4757-ba63-9e0ec3aa68c8" providerId="ADAL" clId="{2340B9D4-EF1D-E748-8915-765C0B7DA16E}" dt="2023-08-18T00:18:51.134" v="3226" actId="14100"/>
          <ac:grpSpMkLst>
            <pc:docMk/>
            <pc:sldMk cId="3671871193" sldId="324"/>
            <ac:grpSpMk id="27" creationId="{34A9CEB8-C9B7-A7B6-E99B-0F1AAFAEC0F7}"/>
          </ac:grpSpMkLst>
        </pc:grpChg>
        <pc:grpChg chg="add mod">
          <ac:chgData name="KRITIKA PRAKASH" userId="c4fc5cf5-905f-4757-ba63-9e0ec3aa68c8" providerId="ADAL" clId="{2340B9D4-EF1D-E748-8915-765C0B7DA16E}" dt="2023-08-18T00:18:51.134" v="3226" actId="14100"/>
          <ac:grpSpMkLst>
            <pc:docMk/>
            <pc:sldMk cId="3671871193" sldId="324"/>
            <ac:grpSpMk id="42" creationId="{431A0BAC-B3B5-6214-7F39-AE1D443250F2}"/>
          </ac:grpSpMkLst>
        </pc:grpChg>
        <pc:grpChg chg="add mod">
          <ac:chgData name="KRITIKA PRAKASH" userId="c4fc5cf5-905f-4757-ba63-9e0ec3aa68c8" providerId="ADAL" clId="{2340B9D4-EF1D-E748-8915-765C0B7DA16E}" dt="2023-08-18T00:18:51.134" v="3226" actId="14100"/>
          <ac:grpSpMkLst>
            <pc:docMk/>
            <pc:sldMk cId="3671871193" sldId="324"/>
            <ac:grpSpMk id="46" creationId="{D1E0AE55-1D32-7763-BA58-3D1A3C8271DF}"/>
          </ac:grpSpMkLst>
        </pc:grpChg>
        <pc:grpChg chg="add del mod">
          <ac:chgData name="KRITIKA PRAKASH" userId="c4fc5cf5-905f-4757-ba63-9e0ec3aa68c8" providerId="ADAL" clId="{2340B9D4-EF1D-E748-8915-765C0B7DA16E}" dt="2023-08-18T02:19:08.218" v="5811" actId="478"/>
          <ac:grpSpMkLst>
            <pc:docMk/>
            <pc:sldMk cId="3671871193" sldId="324"/>
            <ac:grpSpMk id="68" creationId="{3B3B1462-18C2-F7DA-4923-ED24E7151101}"/>
          </ac:grpSpMkLst>
        </pc:grpChg>
        <pc:grpChg chg="add mod">
          <ac:chgData name="KRITIKA PRAKASH" userId="c4fc5cf5-905f-4757-ba63-9e0ec3aa68c8" providerId="ADAL" clId="{2340B9D4-EF1D-E748-8915-765C0B7DA16E}" dt="2023-08-18T02:19:16.853" v="5812"/>
          <ac:grpSpMkLst>
            <pc:docMk/>
            <pc:sldMk cId="3671871193" sldId="324"/>
            <ac:grpSpMk id="1087" creationId="{2A0E7AE0-F916-74F9-25B5-C6197FC88440}"/>
          </ac:grpSpMkLst>
        </pc:grpChg>
        <pc:picChg chg="del">
          <ac:chgData name="KRITIKA PRAKASH" userId="c4fc5cf5-905f-4757-ba63-9e0ec3aa68c8" providerId="ADAL" clId="{2340B9D4-EF1D-E748-8915-765C0B7DA16E}" dt="2023-08-17T23:54:25.991" v="2911" actId="478"/>
          <ac:picMkLst>
            <pc:docMk/>
            <pc:sldMk cId="3671871193" sldId="324"/>
            <ac:picMk id="4" creationId="{8FD44C9C-DD72-A35C-1F0F-35361F9848E4}"/>
          </ac:picMkLst>
        </pc:picChg>
        <pc:picChg chg="add del mod">
          <ac:chgData name="KRITIKA PRAKASH" userId="c4fc5cf5-905f-4757-ba63-9e0ec3aa68c8" providerId="ADAL" clId="{2340B9D4-EF1D-E748-8915-765C0B7DA16E}" dt="2023-08-18T00:02:34.897" v="2970" actId="478"/>
          <ac:picMkLst>
            <pc:docMk/>
            <pc:sldMk cId="3671871193" sldId="324"/>
            <ac:picMk id="18" creationId="{74E9F3C6-B4DE-6C35-D81E-12B011395DFB}"/>
          </ac:picMkLst>
        </pc:picChg>
        <pc:picChg chg="add del mod modCrop">
          <ac:chgData name="KRITIKA PRAKASH" userId="c4fc5cf5-905f-4757-ba63-9e0ec3aa68c8" providerId="ADAL" clId="{2340B9D4-EF1D-E748-8915-765C0B7DA16E}" dt="2023-08-18T00:04:58.495" v="2990" actId="478"/>
          <ac:picMkLst>
            <pc:docMk/>
            <pc:sldMk cId="3671871193" sldId="324"/>
            <ac:picMk id="19" creationId="{68972DB0-B02F-A220-AA8C-51510F6793A9}"/>
          </ac:picMkLst>
        </pc:picChg>
        <pc:picChg chg="add mod modCrop">
          <ac:chgData name="KRITIKA PRAKASH" userId="c4fc5cf5-905f-4757-ba63-9e0ec3aa68c8" providerId="ADAL" clId="{2340B9D4-EF1D-E748-8915-765C0B7DA16E}" dt="2023-08-18T00:26:00.266" v="3362" actId="1076"/>
          <ac:picMkLst>
            <pc:docMk/>
            <pc:sldMk cId="3671871193" sldId="324"/>
            <ac:picMk id="67" creationId="{62939CE7-60E8-C5A3-5E0E-C4923E8DAAD9}"/>
          </ac:picMkLst>
        </pc:picChg>
        <pc:picChg chg="del">
          <ac:chgData name="KRITIKA PRAKASH" userId="c4fc5cf5-905f-4757-ba63-9e0ec3aa68c8" providerId="ADAL" clId="{2340B9D4-EF1D-E748-8915-765C0B7DA16E}" dt="2023-08-17T23:54:24.473" v="2910" actId="478"/>
          <ac:picMkLst>
            <pc:docMk/>
            <pc:sldMk cId="3671871193" sldId="324"/>
            <ac:picMk id="1043" creationId="{C8919399-016B-BC30-5B55-D0E1E1482B72}"/>
          </ac:picMkLst>
        </pc:picChg>
        <pc:picChg chg="del">
          <ac:chgData name="KRITIKA PRAKASH" userId="c4fc5cf5-905f-4757-ba63-9e0ec3aa68c8" providerId="ADAL" clId="{2340B9D4-EF1D-E748-8915-765C0B7DA16E}" dt="2023-08-17T23:54:24.473" v="2910" actId="478"/>
          <ac:picMkLst>
            <pc:docMk/>
            <pc:sldMk cId="3671871193" sldId="324"/>
            <ac:picMk id="1044" creationId="{B406612C-D84E-D8F9-060D-BB7AE9FA4F44}"/>
          </ac:picMkLst>
        </pc:picChg>
        <pc:picChg chg="del">
          <ac:chgData name="KRITIKA PRAKASH" userId="c4fc5cf5-905f-4757-ba63-9e0ec3aa68c8" providerId="ADAL" clId="{2340B9D4-EF1D-E748-8915-765C0B7DA16E}" dt="2023-08-17T23:54:24.473" v="2910" actId="478"/>
          <ac:picMkLst>
            <pc:docMk/>
            <pc:sldMk cId="3671871193" sldId="324"/>
            <ac:picMk id="1046" creationId="{8376E4B1-C853-40AB-5F1D-610DD77A3C71}"/>
          </ac:picMkLst>
        </pc:picChg>
        <pc:picChg chg="del">
          <ac:chgData name="KRITIKA PRAKASH" userId="c4fc5cf5-905f-4757-ba63-9e0ec3aa68c8" providerId="ADAL" clId="{2340B9D4-EF1D-E748-8915-765C0B7DA16E}" dt="2023-08-17T23:54:24.473" v="2910" actId="478"/>
          <ac:picMkLst>
            <pc:docMk/>
            <pc:sldMk cId="3671871193" sldId="324"/>
            <ac:picMk id="1048" creationId="{40562492-C16A-70AF-9CD0-C0F3BC98A039}"/>
          </ac:picMkLst>
        </pc:picChg>
        <pc:picChg chg="del">
          <ac:chgData name="KRITIKA PRAKASH" userId="c4fc5cf5-905f-4757-ba63-9e0ec3aa68c8" providerId="ADAL" clId="{2340B9D4-EF1D-E748-8915-765C0B7DA16E}" dt="2023-08-17T23:54:24.473" v="2910" actId="478"/>
          <ac:picMkLst>
            <pc:docMk/>
            <pc:sldMk cId="3671871193" sldId="324"/>
            <ac:picMk id="1056" creationId="{825B3CC0-731E-A052-8C41-D7C8C045B625}"/>
          </ac:picMkLst>
        </pc:picChg>
        <pc:picChg chg="add del">
          <ac:chgData name="KRITIKA PRAKASH" userId="c4fc5cf5-905f-4757-ba63-9e0ec3aa68c8" providerId="ADAL" clId="{2340B9D4-EF1D-E748-8915-765C0B7DA16E}" dt="2023-08-18T00:02:45.778" v="2972" actId="478"/>
          <ac:picMkLst>
            <pc:docMk/>
            <pc:sldMk cId="3671871193" sldId="324"/>
            <ac:picMk id="2050" creationId="{625F9C0D-8CA0-2474-3AAF-F50C479993AF}"/>
          </ac:picMkLst>
        </pc:picChg>
        <pc:picChg chg="add mod">
          <ac:chgData name="KRITIKA PRAKASH" userId="c4fc5cf5-905f-4757-ba63-9e0ec3aa68c8" providerId="ADAL" clId="{2340B9D4-EF1D-E748-8915-765C0B7DA16E}" dt="2023-08-18T00:13:31.480" v="3130" actId="14100"/>
          <ac:picMkLst>
            <pc:docMk/>
            <pc:sldMk cId="3671871193" sldId="324"/>
            <ac:picMk id="2052" creationId="{00A84324-45C6-54A3-7502-A757DF9A4519}"/>
          </ac:picMkLst>
        </pc:pic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5" creationId="{ADF6645B-27F6-DCF9-853F-554CF09B441A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12" creationId="{C98019C5-597D-8642-5472-C907DFC7D5EC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13" creationId="{BF87EEB8-80B4-1835-366F-E9C37E29C0D3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25" creationId="{250AE9A0-3C50-492E-8731-48422EECC23C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43" creationId="{A61E8706-7237-CF65-E49F-D44C7F532534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45" creationId="{60409512-0CCA-F08C-ACE6-52AAED0726C9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49" creationId="{B9073DC6-3DA5-6537-26F9-C57E0FA77D37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52" creationId="{EF55BE06-5816-48B9-7754-AA285E13CF7C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57" creationId="{C00CB0C8-A243-D17E-9D62-35F47AB1862F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60" creationId="{8F5E39F1-C64B-F903-CC39-AC780985422E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1025" creationId="{5588B543-51E6-42CF-A453-F1466E750F4F}"/>
          </ac:cxnSpMkLst>
        </pc:cxnChg>
        <pc:cxnChg chg="del">
          <ac:chgData name="KRITIKA PRAKASH" userId="c4fc5cf5-905f-4757-ba63-9e0ec3aa68c8" providerId="ADAL" clId="{2340B9D4-EF1D-E748-8915-765C0B7DA16E}" dt="2023-08-17T23:54:24.473" v="2910" actId="478"/>
          <ac:cxnSpMkLst>
            <pc:docMk/>
            <pc:sldMk cId="3671871193" sldId="324"/>
            <ac:cxnSpMk id="1029" creationId="{0CAE92E7-0320-C7F0-8C15-57BC48C55FFB}"/>
          </ac:cxnSpMkLst>
        </pc:cxnChg>
      </pc:sldChg>
      <pc:sldChg chg="addSp delSp modSp add del mod">
        <pc:chgData name="KRITIKA PRAKASH" userId="c4fc5cf5-905f-4757-ba63-9e0ec3aa68c8" providerId="ADAL" clId="{2340B9D4-EF1D-E748-8915-765C0B7DA16E}" dt="2023-08-18T00:59:52.380" v="4270" actId="2696"/>
        <pc:sldMkLst>
          <pc:docMk/>
          <pc:sldMk cId="2668155866" sldId="326"/>
        </pc:sldMkLst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2" creationId="{2C3CE19A-D163-D672-E252-950B007F66D3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3" creationId="{32A4C8F7-C76B-394A-9033-84522AEFC025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4" creationId="{035805DA-CC8B-AA40-8F65-9B3199A7C3AB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6" creationId="{307A3BDA-6792-B349-8EA6-B5A75445B772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7" creationId="{2E5E4BA8-97A3-9F44-AE59-3ADE6E15FF82}"/>
          </ac:spMkLst>
        </pc:spChg>
        <pc:spChg chg="add mod">
          <ac:chgData name="KRITIKA PRAKASH" userId="c4fc5cf5-905f-4757-ba63-9e0ec3aa68c8" providerId="ADAL" clId="{2340B9D4-EF1D-E748-8915-765C0B7DA16E}" dt="2023-08-18T00:54:10.567" v="3849" actId="207"/>
          <ac:spMkLst>
            <pc:docMk/>
            <pc:sldMk cId="2668155866" sldId="326"/>
            <ac:spMk id="8" creationId="{117E1F1E-7871-E958-D53A-265C760ABBBE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10" creationId="{7DA5041E-F112-2846-8F9E-3DB86AD3E736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11" creationId="{38824CC7-7447-9F8A-48EE-A6D297785945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12" creationId="{CE755089-7468-A5CC-BEF5-75319EE533E9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13" creationId="{FFB7E339-CC86-F6F3-239A-25FA67B52E64}"/>
          </ac:spMkLst>
        </pc:spChg>
        <pc:spChg chg="del">
          <ac:chgData name="KRITIKA PRAKASH" userId="c4fc5cf5-905f-4757-ba63-9e0ec3aa68c8" providerId="ADAL" clId="{2340B9D4-EF1D-E748-8915-765C0B7DA16E}" dt="2023-08-18T00:52:50.036" v="3725" actId="478"/>
          <ac:spMkLst>
            <pc:docMk/>
            <pc:sldMk cId="2668155866" sldId="326"/>
            <ac:spMk id="20" creationId="{1603EED0-7FA4-39EC-7D6E-D091560DA40B}"/>
          </ac:spMkLst>
        </pc:spChg>
      </pc:sldChg>
      <pc:sldChg chg="addSp delSp modSp add mod">
        <pc:chgData name="KRITIKA PRAKASH" userId="c4fc5cf5-905f-4757-ba63-9e0ec3aa68c8" providerId="ADAL" clId="{2340B9D4-EF1D-E748-8915-765C0B7DA16E}" dt="2023-08-18T08:19:00.469" v="10695" actId="478"/>
        <pc:sldMkLst>
          <pc:docMk/>
          <pc:sldMk cId="870226558" sldId="327"/>
        </pc:sldMkLst>
        <pc:spChg chg="mod">
          <ac:chgData name="KRITIKA PRAKASH" userId="c4fc5cf5-905f-4757-ba63-9e0ec3aa68c8" providerId="ADAL" clId="{2340B9D4-EF1D-E748-8915-765C0B7DA16E}" dt="2023-08-18T08:15:09.846" v="10681" actId="113"/>
          <ac:spMkLst>
            <pc:docMk/>
            <pc:sldMk cId="870226558" sldId="327"/>
            <ac:spMk id="2" creationId="{2C3CE19A-D163-D672-E252-950B007F66D3}"/>
          </ac:spMkLst>
        </pc:spChg>
        <pc:spChg chg="add mod">
          <ac:chgData name="KRITIKA PRAKASH" userId="c4fc5cf5-905f-4757-ba63-9e0ec3aa68c8" providerId="ADAL" clId="{2340B9D4-EF1D-E748-8915-765C0B7DA16E}" dt="2023-08-18T02:16:13.074" v="5693" actId="255"/>
          <ac:spMkLst>
            <pc:docMk/>
            <pc:sldMk cId="870226558" sldId="327"/>
            <ac:spMk id="5" creationId="{D3595312-A0B8-4F8B-5154-6F9B805A9F34}"/>
          </ac:spMkLst>
        </pc:spChg>
        <pc:spChg chg="add mod">
          <ac:chgData name="KRITIKA PRAKASH" userId="c4fc5cf5-905f-4757-ba63-9e0ec3aa68c8" providerId="ADAL" clId="{2340B9D4-EF1D-E748-8915-765C0B7DA16E}" dt="2023-08-18T00:59:17.548" v="4233" actId="20577"/>
          <ac:spMkLst>
            <pc:docMk/>
            <pc:sldMk cId="870226558" sldId="327"/>
            <ac:spMk id="8" creationId="{40F91B0A-BFE6-F8DB-D2D1-710B7BE1C369}"/>
          </ac:spMkLst>
        </pc:spChg>
        <pc:spChg chg="add mod">
          <ac:chgData name="KRITIKA PRAKASH" userId="c4fc5cf5-905f-4757-ba63-9e0ec3aa68c8" providerId="ADAL" clId="{2340B9D4-EF1D-E748-8915-765C0B7DA16E}" dt="2023-08-18T01:54:07.274" v="5243" actId="164"/>
          <ac:spMkLst>
            <pc:docMk/>
            <pc:sldMk cId="870226558" sldId="327"/>
            <ac:spMk id="9" creationId="{02DB37E9-BDD9-FFE6-79ED-CD54F3AF9503}"/>
          </ac:spMkLst>
        </pc:spChg>
        <pc:spChg chg="mod">
          <ac:chgData name="KRITIKA PRAKASH" userId="c4fc5cf5-905f-4757-ba63-9e0ec3aa68c8" providerId="ADAL" clId="{2340B9D4-EF1D-E748-8915-765C0B7DA16E}" dt="2023-08-18T01:57:23.124" v="5267" actId="242"/>
          <ac:spMkLst>
            <pc:docMk/>
            <pc:sldMk cId="870226558" sldId="327"/>
            <ac:spMk id="10" creationId="{7DA5041E-F112-2846-8F9E-3DB86AD3E736}"/>
          </ac:spMkLst>
        </pc:spChg>
        <pc:spChg chg="add del mod">
          <ac:chgData name="KRITIKA PRAKASH" userId="c4fc5cf5-905f-4757-ba63-9e0ec3aa68c8" providerId="ADAL" clId="{2340B9D4-EF1D-E748-8915-765C0B7DA16E}" dt="2023-08-18T00:59:42.858" v="4268"/>
          <ac:spMkLst>
            <pc:docMk/>
            <pc:sldMk cId="870226558" sldId="327"/>
            <ac:spMk id="14" creationId="{AC3E1785-FD1A-195A-B51F-223D649C7423}"/>
          </ac:spMkLst>
        </pc:spChg>
        <pc:spChg chg="add del mod">
          <ac:chgData name="KRITIKA PRAKASH" userId="c4fc5cf5-905f-4757-ba63-9e0ec3aa68c8" providerId="ADAL" clId="{2340B9D4-EF1D-E748-8915-765C0B7DA16E}" dt="2023-08-18T01:00:49.634" v="4285" actId="478"/>
          <ac:spMkLst>
            <pc:docMk/>
            <pc:sldMk cId="870226558" sldId="327"/>
            <ac:spMk id="15" creationId="{09DBE651-EC76-C234-9BF7-463E9A7C7B2C}"/>
          </ac:spMkLst>
        </pc:spChg>
        <pc:spChg chg="add mod">
          <ac:chgData name="KRITIKA PRAKASH" userId="c4fc5cf5-905f-4757-ba63-9e0ec3aa68c8" providerId="ADAL" clId="{2340B9D4-EF1D-E748-8915-765C0B7DA16E}" dt="2023-08-18T01:45:39.856" v="5226" actId="1035"/>
          <ac:spMkLst>
            <pc:docMk/>
            <pc:sldMk cId="870226558" sldId="327"/>
            <ac:spMk id="16" creationId="{A74AD29A-5EBE-D74A-26B1-79618F243955}"/>
          </ac:spMkLst>
        </pc:spChg>
        <pc:spChg chg="add mod">
          <ac:chgData name="KRITIKA PRAKASH" userId="c4fc5cf5-905f-4757-ba63-9e0ec3aa68c8" providerId="ADAL" clId="{2340B9D4-EF1D-E748-8915-765C0B7DA16E}" dt="2023-08-18T01:54:15.482" v="5244" actId="164"/>
          <ac:spMkLst>
            <pc:docMk/>
            <pc:sldMk cId="870226558" sldId="327"/>
            <ac:spMk id="17" creationId="{9E8DCDC8-FF35-2B00-73BA-766FBA94B907}"/>
          </ac:spMkLst>
        </pc:spChg>
        <pc:spChg chg="del">
          <ac:chgData name="KRITIKA PRAKASH" userId="c4fc5cf5-905f-4757-ba63-9e0ec3aa68c8" providerId="ADAL" clId="{2340B9D4-EF1D-E748-8915-765C0B7DA16E}" dt="2023-08-18T00:54:23.601" v="3851" actId="478"/>
          <ac:spMkLst>
            <pc:docMk/>
            <pc:sldMk cId="870226558" sldId="327"/>
            <ac:spMk id="20" creationId="{1603EED0-7FA4-39EC-7D6E-D091560DA40B}"/>
          </ac:spMkLst>
        </pc:spChg>
        <pc:spChg chg="add del mod topLvl">
          <ac:chgData name="KRITIKA PRAKASH" userId="c4fc5cf5-905f-4757-ba63-9e0ec3aa68c8" providerId="ADAL" clId="{2340B9D4-EF1D-E748-8915-765C0B7DA16E}" dt="2023-08-18T01:12:03.442" v="4548" actId="478"/>
          <ac:spMkLst>
            <pc:docMk/>
            <pc:sldMk cId="870226558" sldId="327"/>
            <ac:spMk id="21" creationId="{199668B0-44E0-BDC1-A0FB-64D1BA1011D2}"/>
          </ac:spMkLst>
        </pc:spChg>
        <pc:spChg chg="add mod topLvl">
          <ac:chgData name="KRITIKA PRAKASH" userId="c4fc5cf5-905f-4757-ba63-9e0ec3aa68c8" providerId="ADAL" clId="{2340B9D4-EF1D-E748-8915-765C0B7DA16E}" dt="2023-08-18T01:39:03.664" v="5056" actId="1076"/>
          <ac:spMkLst>
            <pc:docMk/>
            <pc:sldMk cId="870226558" sldId="327"/>
            <ac:spMk id="24" creationId="{6033DEE9-575D-6794-315F-4D46BE814E0E}"/>
          </ac:spMkLst>
        </pc:spChg>
        <pc:spChg chg="add mod">
          <ac:chgData name="KRITIKA PRAKASH" userId="c4fc5cf5-905f-4757-ba63-9e0ec3aa68c8" providerId="ADAL" clId="{2340B9D4-EF1D-E748-8915-765C0B7DA16E}" dt="2023-08-18T01:39:07.780" v="5057" actId="1076"/>
          <ac:spMkLst>
            <pc:docMk/>
            <pc:sldMk cId="870226558" sldId="327"/>
            <ac:spMk id="29" creationId="{4FF17CCB-850D-5A32-A8F2-B1597334E56A}"/>
          </ac:spMkLst>
        </pc:spChg>
        <pc:spChg chg="add mod">
          <ac:chgData name="KRITIKA PRAKASH" userId="c4fc5cf5-905f-4757-ba63-9e0ec3aa68c8" providerId="ADAL" clId="{2340B9D4-EF1D-E748-8915-765C0B7DA16E}" dt="2023-08-18T01:38:59.878" v="5055" actId="1076"/>
          <ac:spMkLst>
            <pc:docMk/>
            <pc:sldMk cId="870226558" sldId="327"/>
            <ac:spMk id="30" creationId="{65B85B85-50C4-C11B-21F1-17C1E6EEA51F}"/>
          </ac:spMkLst>
        </pc:spChg>
        <pc:spChg chg="add mod">
          <ac:chgData name="KRITIKA PRAKASH" userId="c4fc5cf5-905f-4757-ba63-9e0ec3aa68c8" providerId="ADAL" clId="{2340B9D4-EF1D-E748-8915-765C0B7DA16E}" dt="2023-08-18T01:16:11.536" v="4626" actId="164"/>
          <ac:spMkLst>
            <pc:docMk/>
            <pc:sldMk cId="870226558" sldId="327"/>
            <ac:spMk id="31" creationId="{07E2C6B9-95FC-804F-3D7F-1719DA22AD31}"/>
          </ac:spMkLst>
        </pc:spChg>
        <pc:spChg chg="add mod">
          <ac:chgData name="KRITIKA PRAKASH" userId="c4fc5cf5-905f-4757-ba63-9e0ec3aa68c8" providerId="ADAL" clId="{2340B9D4-EF1D-E748-8915-765C0B7DA16E}" dt="2023-08-18T01:16:18.103" v="4627" actId="164"/>
          <ac:spMkLst>
            <pc:docMk/>
            <pc:sldMk cId="870226558" sldId="327"/>
            <ac:spMk id="32" creationId="{7FD0C080-686C-9B4A-1658-9ED1A27F94AC}"/>
          </ac:spMkLst>
        </pc:spChg>
        <pc:spChg chg="add mod">
          <ac:chgData name="KRITIKA PRAKASH" userId="c4fc5cf5-905f-4757-ba63-9e0ec3aa68c8" providerId="ADAL" clId="{2340B9D4-EF1D-E748-8915-765C0B7DA16E}" dt="2023-08-18T01:16:23.053" v="4628" actId="164"/>
          <ac:spMkLst>
            <pc:docMk/>
            <pc:sldMk cId="870226558" sldId="327"/>
            <ac:spMk id="33" creationId="{5296072E-800C-2211-78EF-F8B0525DB946}"/>
          </ac:spMkLst>
        </pc:spChg>
        <pc:spChg chg="add mod">
          <ac:chgData name="KRITIKA PRAKASH" userId="c4fc5cf5-905f-4757-ba63-9e0ec3aa68c8" providerId="ADAL" clId="{2340B9D4-EF1D-E748-8915-765C0B7DA16E}" dt="2023-08-18T01:45:48.727" v="5235" actId="1036"/>
          <ac:spMkLst>
            <pc:docMk/>
            <pc:sldMk cId="870226558" sldId="327"/>
            <ac:spMk id="34" creationId="{901D6F2F-D905-B994-C11E-63DE5CFE4F73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4" creationId="{51603A68-9190-CED4-E657-120AFF0FF771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5" creationId="{9FDC61C0-9EE3-90F8-9E4E-08B89036D73B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6" creationId="{835A0D10-9C28-DB1A-79C6-1EAF83ED6F0C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7" creationId="{1154C79E-60A2-EECD-138E-ED9B3E38C619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8" creationId="{3F340DAB-B2C5-E130-D470-BD5FE09B10CB}"/>
          </ac:spMkLst>
        </pc:spChg>
        <pc:spChg chg="add mod">
          <ac:chgData name="KRITIKA PRAKASH" userId="c4fc5cf5-905f-4757-ba63-9e0ec3aa68c8" providerId="ADAL" clId="{2340B9D4-EF1D-E748-8915-765C0B7DA16E}" dt="2023-08-18T01:39:21.027" v="5059" actId="164"/>
          <ac:spMkLst>
            <pc:docMk/>
            <pc:sldMk cId="870226558" sldId="327"/>
            <ac:spMk id="59" creationId="{200D4AAD-5DBD-6630-D2F2-471B9C5776C7}"/>
          </ac:spMkLst>
        </pc:spChg>
        <pc:spChg chg="del">
          <ac:chgData name="KRITIKA PRAKASH" userId="c4fc5cf5-905f-4757-ba63-9e0ec3aa68c8" providerId="ADAL" clId="{2340B9D4-EF1D-E748-8915-765C0B7DA16E}" dt="2023-08-18T08:19:00.469" v="10695" actId="478"/>
          <ac:spMkLst>
            <pc:docMk/>
            <pc:sldMk cId="870226558" sldId="327"/>
            <ac:spMk id="66" creationId="{CCA356BE-D104-7248-96D7-1BC7D6630EAD}"/>
          </ac:spMkLst>
        </pc:spChg>
        <pc:spChg chg="mod">
          <ac:chgData name="KRITIKA PRAKASH" userId="c4fc5cf5-905f-4757-ba63-9e0ec3aa68c8" providerId="ADAL" clId="{2340B9D4-EF1D-E748-8915-765C0B7DA16E}" dt="2023-08-18T08:16:10.113" v="10693" actId="20577"/>
          <ac:spMkLst>
            <pc:docMk/>
            <pc:sldMk cId="870226558" sldId="327"/>
            <ac:spMk id="80" creationId="{92E1D782-5028-494A-ABA9-8C71364A90D8}"/>
          </ac:spMkLst>
        </pc:spChg>
        <pc:spChg chg="mod">
          <ac:chgData name="KRITIKA PRAKASH" userId="c4fc5cf5-905f-4757-ba63-9e0ec3aa68c8" providerId="ADAL" clId="{2340B9D4-EF1D-E748-8915-765C0B7DA16E}" dt="2023-08-18T08:16:02.646" v="10691" actId="20577"/>
          <ac:spMkLst>
            <pc:docMk/>
            <pc:sldMk cId="870226558" sldId="327"/>
            <ac:spMk id="89" creationId="{01634AF9-5CDD-E14C-80DC-BEAA89824975}"/>
          </ac:spMkLst>
        </pc:spChg>
        <pc:spChg chg="add mod">
          <ac:chgData name="KRITIKA PRAKASH" userId="c4fc5cf5-905f-4757-ba63-9e0ec3aa68c8" providerId="ADAL" clId="{2340B9D4-EF1D-E748-8915-765C0B7DA16E}" dt="2023-08-18T01:45:52.991" v="5236" actId="14100"/>
          <ac:spMkLst>
            <pc:docMk/>
            <pc:sldMk cId="870226558" sldId="327"/>
            <ac:spMk id="5124" creationId="{CEBA7BBD-CA92-0B94-180A-0F2025F0CE26}"/>
          </ac:spMkLst>
        </pc:spChg>
        <pc:spChg chg="mod">
          <ac:chgData name="KRITIKA PRAKASH" userId="c4fc5cf5-905f-4757-ba63-9e0ec3aa68c8" providerId="ADAL" clId="{2340B9D4-EF1D-E748-8915-765C0B7DA16E}" dt="2023-08-18T02:19:31.871" v="5818"/>
          <ac:spMkLst>
            <pc:docMk/>
            <pc:sldMk cId="870226558" sldId="327"/>
            <ac:spMk id="5129" creationId="{48303E49-B471-17D1-7471-28009EFE7744}"/>
          </ac:spMkLst>
        </pc:spChg>
        <pc:spChg chg="mod">
          <ac:chgData name="KRITIKA PRAKASH" userId="c4fc5cf5-905f-4757-ba63-9e0ec3aa68c8" providerId="ADAL" clId="{2340B9D4-EF1D-E748-8915-765C0B7DA16E}" dt="2023-08-18T02:19:31.871" v="5818"/>
          <ac:spMkLst>
            <pc:docMk/>
            <pc:sldMk cId="870226558" sldId="327"/>
            <ac:spMk id="5130" creationId="{7F272A07-BD68-2709-95FF-6AA643931F91}"/>
          </ac:spMkLst>
        </pc:spChg>
        <pc:spChg chg="mod">
          <ac:chgData name="KRITIKA PRAKASH" userId="c4fc5cf5-905f-4757-ba63-9e0ec3aa68c8" providerId="ADAL" clId="{2340B9D4-EF1D-E748-8915-765C0B7DA16E}" dt="2023-08-18T02:19:31.871" v="5818"/>
          <ac:spMkLst>
            <pc:docMk/>
            <pc:sldMk cId="870226558" sldId="327"/>
            <ac:spMk id="5131" creationId="{A0E62DD4-7011-F3C9-C621-CDBBBD2415F5}"/>
          </ac:spMkLst>
        </pc:spChg>
        <pc:spChg chg="mod">
          <ac:chgData name="KRITIKA PRAKASH" userId="c4fc5cf5-905f-4757-ba63-9e0ec3aa68c8" providerId="ADAL" clId="{2340B9D4-EF1D-E748-8915-765C0B7DA16E}" dt="2023-08-18T02:19:31.871" v="5818"/>
          <ac:spMkLst>
            <pc:docMk/>
            <pc:sldMk cId="870226558" sldId="327"/>
            <ac:spMk id="5132" creationId="{2BF4BB69-389E-8D88-2D39-A8DC87008B8C}"/>
          </ac:spMkLst>
        </pc:spChg>
        <pc:spChg chg="mod">
          <ac:chgData name="KRITIKA PRAKASH" userId="c4fc5cf5-905f-4757-ba63-9e0ec3aa68c8" providerId="ADAL" clId="{2340B9D4-EF1D-E748-8915-765C0B7DA16E}" dt="2023-08-18T02:22:37.725" v="5891" actId="207"/>
          <ac:spMkLst>
            <pc:docMk/>
            <pc:sldMk cId="870226558" sldId="327"/>
            <ac:spMk id="5133" creationId="{28DC5103-0CC1-842C-E185-DB17BEBDFBA5}"/>
          </ac:spMkLst>
        </pc:spChg>
        <pc:spChg chg="mod">
          <ac:chgData name="KRITIKA PRAKASH" userId="c4fc5cf5-905f-4757-ba63-9e0ec3aa68c8" providerId="ADAL" clId="{2340B9D4-EF1D-E748-8915-765C0B7DA16E}" dt="2023-08-18T02:19:31.871" v="5818"/>
          <ac:spMkLst>
            <pc:docMk/>
            <pc:sldMk cId="870226558" sldId="327"/>
            <ac:spMk id="5134" creationId="{3DA7FF7E-C1F5-9476-33D3-573F0BBE6914}"/>
          </ac:spMkLst>
        </pc:spChg>
        <pc:grpChg chg="add del mod">
          <ac:chgData name="KRITIKA PRAKASH" userId="c4fc5cf5-905f-4757-ba63-9e0ec3aa68c8" providerId="ADAL" clId="{2340B9D4-EF1D-E748-8915-765C0B7DA16E}" dt="2023-08-18T01:08:24.679" v="4483" actId="165"/>
          <ac:grpSpMkLst>
            <pc:docMk/>
            <pc:sldMk cId="870226558" sldId="327"/>
            <ac:grpSpMk id="25" creationId="{616AC4DE-D6B4-0031-54FB-92D228DD3D1D}"/>
          </ac:grpSpMkLst>
        </pc:grpChg>
        <pc:grpChg chg="add del mod">
          <ac:chgData name="KRITIKA PRAKASH" userId="c4fc5cf5-905f-4757-ba63-9e0ec3aa68c8" providerId="ADAL" clId="{2340B9D4-EF1D-E748-8915-765C0B7DA16E}" dt="2023-08-18T01:08:27.640" v="4484" actId="165"/>
          <ac:grpSpMkLst>
            <pc:docMk/>
            <pc:sldMk cId="870226558" sldId="327"/>
            <ac:grpSpMk id="26" creationId="{4E5F3AB5-C81E-0C0E-46B9-9C32C19533A8}"/>
          </ac:grpSpMkLst>
        </pc:grpChg>
        <pc:grpChg chg="add mod">
          <ac:chgData name="KRITIKA PRAKASH" userId="c4fc5cf5-905f-4757-ba63-9e0ec3aa68c8" providerId="ADAL" clId="{2340B9D4-EF1D-E748-8915-765C0B7DA16E}" dt="2023-08-18T01:54:15.482" v="5244" actId="164"/>
          <ac:grpSpMkLst>
            <pc:docMk/>
            <pc:sldMk cId="870226558" sldId="327"/>
            <ac:grpSpMk id="35" creationId="{E887C838-A966-61AB-A49B-EC13D24E69B3}"/>
          </ac:grpSpMkLst>
        </pc:grpChg>
        <pc:grpChg chg="add mod">
          <ac:chgData name="KRITIKA PRAKASH" userId="c4fc5cf5-905f-4757-ba63-9e0ec3aa68c8" providerId="ADAL" clId="{2340B9D4-EF1D-E748-8915-765C0B7DA16E}" dt="2023-08-18T01:54:15.482" v="5244" actId="164"/>
          <ac:grpSpMkLst>
            <pc:docMk/>
            <pc:sldMk cId="870226558" sldId="327"/>
            <ac:grpSpMk id="36" creationId="{AE117EBA-BD15-2AA3-1514-2FF6C15F1F64}"/>
          </ac:grpSpMkLst>
        </pc:grpChg>
        <pc:grpChg chg="add mod">
          <ac:chgData name="KRITIKA PRAKASH" userId="c4fc5cf5-905f-4757-ba63-9e0ec3aa68c8" providerId="ADAL" clId="{2340B9D4-EF1D-E748-8915-765C0B7DA16E}" dt="2023-08-18T01:54:15.482" v="5244" actId="164"/>
          <ac:grpSpMkLst>
            <pc:docMk/>
            <pc:sldMk cId="870226558" sldId="327"/>
            <ac:grpSpMk id="37" creationId="{1C67AB33-3D2B-7AFE-F8C5-133BCB64C840}"/>
          </ac:grpSpMkLst>
        </pc:grpChg>
        <pc:grpChg chg="add del mod">
          <ac:chgData name="KRITIKA PRAKASH" userId="c4fc5cf5-905f-4757-ba63-9e0ec3aa68c8" providerId="ADAL" clId="{2340B9D4-EF1D-E748-8915-765C0B7DA16E}" dt="2023-08-18T01:30:45.734" v="4797" actId="478"/>
          <ac:grpSpMkLst>
            <pc:docMk/>
            <pc:sldMk cId="870226558" sldId="327"/>
            <ac:grpSpMk id="38" creationId="{2F51E7C1-E52B-7B5C-789E-21436855FE0B}"/>
          </ac:grpSpMkLst>
        </pc:grpChg>
        <pc:grpChg chg="add mod">
          <ac:chgData name="KRITIKA PRAKASH" userId="c4fc5cf5-905f-4757-ba63-9e0ec3aa68c8" providerId="ADAL" clId="{2340B9D4-EF1D-E748-8915-765C0B7DA16E}" dt="2023-08-18T01:39:21.027" v="5059" actId="164"/>
          <ac:grpSpMkLst>
            <pc:docMk/>
            <pc:sldMk cId="870226558" sldId="327"/>
            <ac:grpSpMk id="46" creationId="{E4A5E331-437E-BBAF-5515-9880D6DE36AC}"/>
          </ac:grpSpMkLst>
        </pc:grpChg>
        <pc:grpChg chg="add mod">
          <ac:chgData name="KRITIKA PRAKASH" userId="c4fc5cf5-905f-4757-ba63-9e0ec3aa68c8" providerId="ADAL" clId="{2340B9D4-EF1D-E748-8915-765C0B7DA16E}" dt="2023-08-18T01:45:48.727" v="5235" actId="1036"/>
          <ac:grpSpMkLst>
            <pc:docMk/>
            <pc:sldMk cId="870226558" sldId="327"/>
            <ac:grpSpMk id="60" creationId="{A9E52B09-4F14-D32A-3885-3DB17DA633DE}"/>
          </ac:grpSpMkLst>
        </pc:grpChg>
        <pc:grpChg chg="add mod">
          <ac:chgData name="KRITIKA PRAKASH" userId="c4fc5cf5-905f-4757-ba63-9e0ec3aa68c8" providerId="ADAL" clId="{2340B9D4-EF1D-E748-8915-765C0B7DA16E}" dt="2023-08-18T01:54:07.274" v="5243" actId="164"/>
          <ac:grpSpMkLst>
            <pc:docMk/>
            <pc:sldMk cId="870226558" sldId="327"/>
            <ac:grpSpMk id="5125" creationId="{1F6FC03F-12CA-CEC2-CE69-361A6389A06E}"/>
          </ac:grpSpMkLst>
        </pc:grpChg>
        <pc:grpChg chg="add mod">
          <ac:chgData name="KRITIKA PRAKASH" userId="c4fc5cf5-905f-4757-ba63-9e0ec3aa68c8" providerId="ADAL" clId="{2340B9D4-EF1D-E748-8915-765C0B7DA16E}" dt="2023-08-18T01:54:15.482" v="5244" actId="164"/>
          <ac:grpSpMkLst>
            <pc:docMk/>
            <pc:sldMk cId="870226558" sldId="327"/>
            <ac:grpSpMk id="5126" creationId="{D5BC00ED-3DED-8956-2DF3-3A5FF8028984}"/>
          </ac:grpSpMkLst>
        </pc:grpChg>
        <pc:grpChg chg="add mod">
          <ac:chgData name="KRITIKA PRAKASH" userId="c4fc5cf5-905f-4757-ba63-9e0ec3aa68c8" providerId="ADAL" clId="{2340B9D4-EF1D-E748-8915-765C0B7DA16E}" dt="2023-08-18T02:19:54.957" v="5821" actId="1076"/>
          <ac:grpSpMkLst>
            <pc:docMk/>
            <pc:sldMk cId="870226558" sldId="327"/>
            <ac:grpSpMk id="5128" creationId="{56060812-2958-4469-677C-BFA99F04AD53}"/>
          </ac:grpSpMkLst>
        </pc:grpChg>
        <pc:graphicFrameChg chg="mod">
          <ac:chgData name="KRITIKA PRAKASH" userId="c4fc5cf5-905f-4757-ba63-9e0ec3aa68c8" providerId="ADAL" clId="{2340B9D4-EF1D-E748-8915-765C0B7DA16E}" dt="2023-08-18T01:30:32.012" v="4794"/>
          <ac:graphicFrameMkLst>
            <pc:docMk/>
            <pc:sldMk cId="870226558" sldId="327"/>
            <ac:graphicFrameMk id="39" creationId="{E8E7664A-FB2B-F645-F67F-75640C563249}"/>
          </ac:graphicFrameMkLst>
        </pc:graphicFrameChg>
        <pc:graphicFrameChg chg="mod">
          <ac:chgData name="KRITIKA PRAKASH" userId="c4fc5cf5-905f-4757-ba63-9e0ec3aa68c8" providerId="ADAL" clId="{2340B9D4-EF1D-E748-8915-765C0B7DA16E}" dt="2023-08-18T01:33:00.067" v="4828"/>
          <ac:graphicFrameMkLst>
            <pc:docMk/>
            <pc:sldMk cId="870226558" sldId="327"/>
            <ac:graphicFrameMk id="47" creationId="{46892274-5F65-5068-82E9-12F9FB6C522B}"/>
          </ac:graphicFrameMkLst>
        </pc:graphicFrameChg>
        <pc:graphicFrameChg chg="add mod modGraphic">
          <ac:chgData name="KRITIKA PRAKASH" userId="c4fc5cf5-905f-4757-ba63-9e0ec3aa68c8" providerId="ADAL" clId="{2340B9D4-EF1D-E748-8915-765C0B7DA16E}" dt="2023-08-18T08:15:40.896" v="10685" actId="2165"/>
          <ac:graphicFrameMkLst>
            <pc:docMk/>
            <pc:sldMk cId="870226558" sldId="327"/>
            <ac:graphicFrameMk id="5127" creationId="{447CF91D-4EC7-1E20-4ED6-4560E77399E2}"/>
          </ac:graphicFrameMkLst>
        </pc:graphicFrameChg>
        <pc:picChg chg="add mod topLvl">
          <ac:chgData name="KRITIKA PRAKASH" userId="c4fc5cf5-905f-4757-ba63-9e0ec3aa68c8" providerId="ADAL" clId="{2340B9D4-EF1D-E748-8915-765C0B7DA16E}" dt="2023-08-18T01:38:44.628" v="5052" actId="14100"/>
          <ac:picMkLst>
            <pc:docMk/>
            <pc:sldMk cId="870226558" sldId="327"/>
            <ac:picMk id="19" creationId="{1C2B0623-40D5-5250-ECAC-D5B0C571ECE1}"/>
          </ac:picMkLst>
        </pc:picChg>
        <pc:picChg chg="add mod topLvl">
          <ac:chgData name="KRITIKA PRAKASH" userId="c4fc5cf5-905f-4757-ba63-9e0ec3aa68c8" providerId="ADAL" clId="{2340B9D4-EF1D-E748-8915-765C0B7DA16E}" dt="2023-08-18T01:38:50.178" v="5053" actId="14100"/>
          <ac:picMkLst>
            <pc:docMk/>
            <pc:sldMk cId="870226558" sldId="327"/>
            <ac:picMk id="23" creationId="{9ED3815D-6DF2-DF73-2263-DE8E24A391C1}"/>
          </ac:picMkLst>
        </pc:picChg>
        <pc:picChg chg="add mod">
          <ac:chgData name="KRITIKA PRAKASH" userId="c4fc5cf5-905f-4757-ba63-9e0ec3aa68c8" providerId="ADAL" clId="{2340B9D4-EF1D-E748-8915-765C0B7DA16E}" dt="2023-08-18T01:38:54.779" v="5054" actId="14100"/>
          <ac:picMkLst>
            <pc:docMk/>
            <pc:sldMk cId="870226558" sldId="327"/>
            <ac:picMk id="28" creationId="{FC7FB9ED-C43D-9EC4-852D-EEDE402952BD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0" creationId="{77D28608-3532-AA49-35BE-D475808E11A9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1" creationId="{51434764-3F4F-7994-2F1A-A15161539B45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2" creationId="{E908022C-0AB2-1830-BC48-B56B100C044A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3" creationId="{E0C705A9-70E0-E241-1E5B-AFFF80C552D9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4" creationId="{2BB2D420-EF6B-30D2-3A2F-3C6CF5D8B57A}"/>
          </ac:picMkLst>
        </pc:picChg>
        <pc:picChg chg="mod">
          <ac:chgData name="KRITIKA PRAKASH" userId="c4fc5cf5-905f-4757-ba63-9e0ec3aa68c8" providerId="ADAL" clId="{2340B9D4-EF1D-E748-8915-765C0B7DA16E}" dt="2023-08-18T01:30:32.012" v="4794"/>
          <ac:picMkLst>
            <pc:docMk/>
            <pc:sldMk cId="870226558" sldId="327"/>
            <ac:picMk id="45" creationId="{19933F2E-EE4D-973D-85D5-298872181C46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48" creationId="{322287B4-A7C7-0E04-02AC-34EF5C576779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49" creationId="{9FF17946-590B-524C-C2DC-BABCB16EBBD2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50" creationId="{D35C68B2-3C14-AE4E-DF2E-E053BC42ADCE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51" creationId="{4C3721CA-0CF4-503F-CC2B-94D56F8A4805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52" creationId="{C8F1E84D-2E50-9ED4-6CD1-1BE3173A5123}"/>
          </ac:picMkLst>
        </pc:picChg>
        <pc:picChg chg="mod">
          <ac:chgData name="KRITIKA PRAKASH" userId="c4fc5cf5-905f-4757-ba63-9e0ec3aa68c8" providerId="ADAL" clId="{2340B9D4-EF1D-E748-8915-765C0B7DA16E}" dt="2023-08-18T01:32:55.165" v="4827"/>
          <ac:picMkLst>
            <pc:docMk/>
            <pc:sldMk cId="870226558" sldId="327"/>
            <ac:picMk id="53" creationId="{BBC7C790-9A0D-417E-FBAE-B67FE2C22692}"/>
          </ac:picMkLst>
        </pc:picChg>
        <pc:picChg chg="add mod">
          <ac:chgData name="KRITIKA PRAKASH" userId="c4fc5cf5-905f-4757-ba63-9e0ec3aa68c8" providerId="ADAL" clId="{2340B9D4-EF1D-E748-8915-765C0B7DA16E}" dt="2023-08-18T01:54:07.274" v="5243" actId="164"/>
          <ac:picMkLst>
            <pc:docMk/>
            <pc:sldMk cId="870226558" sldId="327"/>
            <ac:picMk id="61" creationId="{D02B2567-A62B-AD8D-A203-3E8C687F000D}"/>
          </ac:picMkLst>
        </pc:picChg>
        <pc:picChg chg="add mod">
          <ac:chgData name="KRITIKA PRAKASH" userId="c4fc5cf5-905f-4757-ba63-9e0ec3aa68c8" providerId="ADAL" clId="{2340B9D4-EF1D-E748-8915-765C0B7DA16E}" dt="2023-08-18T01:54:07.274" v="5243" actId="164"/>
          <ac:picMkLst>
            <pc:docMk/>
            <pc:sldMk cId="870226558" sldId="327"/>
            <ac:picMk id="62" creationId="{569B8664-0B23-3C94-4764-AC5E7EFA81BC}"/>
          </ac:picMkLst>
        </pc:picChg>
        <pc:picChg chg="add del mod">
          <ac:chgData name="KRITIKA PRAKASH" userId="c4fc5cf5-905f-4757-ba63-9e0ec3aa68c8" providerId="ADAL" clId="{2340B9D4-EF1D-E748-8915-765C0B7DA16E}" dt="2023-08-18T01:43:26.171" v="5195" actId="21"/>
          <ac:picMkLst>
            <pc:docMk/>
            <pc:sldMk cId="870226558" sldId="327"/>
            <ac:picMk id="63" creationId="{24EDC13A-5554-FE2D-7E33-9D2CC4A3F4AC}"/>
          </ac:picMkLst>
        </pc:picChg>
        <pc:picChg chg="add del mod">
          <ac:chgData name="KRITIKA PRAKASH" userId="c4fc5cf5-905f-4757-ba63-9e0ec3aa68c8" providerId="ADAL" clId="{2340B9D4-EF1D-E748-8915-765C0B7DA16E}" dt="2023-08-18T01:44:01.757" v="5204" actId="478"/>
          <ac:picMkLst>
            <pc:docMk/>
            <pc:sldMk cId="870226558" sldId="327"/>
            <ac:picMk id="5120" creationId="{8A0AD82F-158D-F243-F103-C2D972D2A1BE}"/>
          </ac:picMkLst>
        </pc:picChg>
        <pc:picChg chg="add mod">
          <ac:chgData name="KRITIKA PRAKASH" userId="c4fc5cf5-905f-4757-ba63-9e0ec3aa68c8" providerId="ADAL" clId="{2340B9D4-EF1D-E748-8915-765C0B7DA16E}" dt="2023-08-18T01:54:07.274" v="5243" actId="164"/>
          <ac:picMkLst>
            <pc:docMk/>
            <pc:sldMk cId="870226558" sldId="327"/>
            <ac:picMk id="5121" creationId="{66AAA02F-03B0-44FA-FF3A-D89BB20759B1}"/>
          </ac:picMkLst>
        </pc:picChg>
        <pc:picChg chg="add del mod">
          <ac:chgData name="KRITIKA PRAKASH" userId="c4fc5cf5-905f-4757-ba63-9e0ec3aa68c8" providerId="ADAL" clId="{2340B9D4-EF1D-E748-8915-765C0B7DA16E}" dt="2023-08-18T01:43:26.171" v="5195" actId="21"/>
          <ac:picMkLst>
            <pc:docMk/>
            <pc:sldMk cId="870226558" sldId="327"/>
            <ac:picMk id="5122" creationId="{33A5D1D2-C87D-B1F9-C838-A9E42BC1B939}"/>
          </ac:picMkLst>
        </pc:picChg>
        <pc:picChg chg="add mod">
          <ac:chgData name="KRITIKA PRAKASH" userId="c4fc5cf5-905f-4757-ba63-9e0ec3aa68c8" providerId="ADAL" clId="{2340B9D4-EF1D-E748-8915-765C0B7DA16E}" dt="2023-08-18T01:54:07.274" v="5243" actId="164"/>
          <ac:picMkLst>
            <pc:docMk/>
            <pc:sldMk cId="870226558" sldId="327"/>
            <ac:picMk id="5123" creationId="{13CDD646-C6A8-7953-F491-371F0781EAF6}"/>
          </ac:picMkLst>
        </pc:picChg>
        <pc:picChg chg="mod">
          <ac:chgData name="KRITIKA PRAKASH" userId="c4fc5cf5-905f-4757-ba63-9e0ec3aa68c8" providerId="ADAL" clId="{2340B9D4-EF1D-E748-8915-765C0B7DA16E}" dt="2023-08-18T08:16:37.588" v="10694" actId="14100"/>
          <ac:picMkLst>
            <pc:docMk/>
            <pc:sldMk cId="870226558" sldId="327"/>
            <ac:picMk id="5260" creationId="{505326DD-3030-D6E2-917E-DB25F3D7AD63}"/>
          </ac:picMkLst>
        </pc:picChg>
      </pc:sldChg>
      <pc:sldChg chg="addSp delSp modSp add del mod">
        <pc:chgData name="KRITIKA PRAKASH" userId="c4fc5cf5-905f-4757-ba63-9e0ec3aa68c8" providerId="ADAL" clId="{2340B9D4-EF1D-E748-8915-765C0B7DA16E}" dt="2023-08-18T04:11:31.698" v="7341" actId="2696"/>
        <pc:sldMkLst>
          <pc:docMk/>
          <pc:sldMk cId="1408023842" sldId="328"/>
        </pc:sldMkLst>
        <pc:spChg chg="mod">
          <ac:chgData name="KRITIKA PRAKASH" userId="c4fc5cf5-905f-4757-ba63-9e0ec3aa68c8" providerId="ADAL" clId="{2340B9D4-EF1D-E748-8915-765C0B7DA16E}" dt="2023-08-18T02:54:22.278" v="5961" actId="1076"/>
          <ac:spMkLst>
            <pc:docMk/>
            <pc:sldMk cId="1408023842" sldId="328"/>
            <ac:spMk id="2" creationId="{A6AA2842-23D1-9D4C-8C34-54F396B0B405}"/>
          </ac:spMkLst>
        </pc:spChg>
        <pc:spChg chg="add del mod">
          <ac:chgData name="KRITIKA PRAKASH" userId="c4fc5cf5-905f-4757-ba63-9e0ec3aa68c8" providerId="ADAL" clId="{2340B9D4-EF1D-E748-8915-765C0B7DA16E}" dt="2023-08-18T03:12:10.502" v="6272"/>
          <ac:spMkLst>
            <pc:docMk/>
            <pc:sldMk cId="1408023842" sldId="328"/>
            <ac:spMk id="3" creationId="{7A4CE7A7-7AD4-BB93-38FF-6294E5255C47}"/>
          </ac:spMkLst>
        </pc:spChg>
        <pc:spChg chg="add del">
          <ac:chgData name="KRITIKA PRAKASH" userId="c4fc5cf5-905f-4757-ba63-9e0ec3aa68c8" providerId="ADAL" clId="{2340B9D4-EF1D-E748-8915-765C0B7DA16E}" dt="2023-08-18T03:21:40.261" v="6579" actId="478"/>
          <ac:spMkLst>
            <pc:docMk/>
            <pc:sldMk cId="1408023842" sldId="328"/>
            <ac:spMk id="1057" creationId="{AA772DD4-8B94-044B-DE1B-606E19540536}"/>
          </ac:spMkLst>
        </pc:spChg>
        <pc:spChg chg="add del mod">
          <ac:chgData name="KRITIKA PRAKASH" userId="c4fc5cf5-905f-4757-ba63-9e0ec3aa68c8" providerId="ADAL" clId="{2340B9D4-EF1D-E748-8915-765C0B7DA16E}" dt="2023-08-18T03:47:05.170" v="6884" actId="478"/>
          <ac:spMkLst>
            <pc:docMk/>
            <pc:sldMk cId="1408023842" sldId="328"/>
            <ac:spMk id="1058" creationId="{4179E438-4BDA-366C-F73E-80B7AA410F56}"/>
          </ac:spMkLst>
        </pc:spChg>
        <pc:spChg chg="add del mod">
          <ac:chgData name="KRITIKA PRAKASH" userId="c4fc5cf5-905f-4757-ba63-9e0ec3aa68c8" providerId="ADAL" clId="{2340B9D4-EF1D-E748-8915-765C0B7DA16E}" dt="2023-08-18T03:23:12.206" v="6608" actId="478"/>
          <ac:spMkLst>
            <pc:docMk/>
            <pc:sldMk cId="1408023842" sldId="328"/>
            <ac:spMk id="1060" creationId="{C2BB9D42-9750-1E63-2417-A9F173381ADF}"/>
          </ac:spMkLst>
        </pc:spChg>
        <pc:spChg chg="add del">
          <ac:chgData name="KRITIKA PRAKASH" userId="c4fc5cf5-905f-4757-ba63-9e0ec3aa68c8" providerId="ADAL" clId="{2340B9D4-EF1D-E748-8915-765C0B7DA16E}" dt="2023-08-18T03:15:58.477" v="6473" actId="478"/>
          <ac:spMkLst>
            <pc:docMk/>
            <pc:sldMk cId="1408023842" sldId="328"/>
            <ac:spMk id="1080" creationId="{96BFF6AE-FD7C-BC60-5EF4-7AA207BDB22E}"/>
          </ac:spMkLst>
        </pc:spChg>
        <pc:spChg chg="add del mod">
          <ac:chgData name="KRITIKA PRAKASH" userId="c4fc5cf5-905f-4757-ba63-9e0ec3aa68c8" providerId="ADAL" clId="{2340B9D4-EF1D-E748-8915-765C0B7DA16E}" dt="2023-08-18T03:19:44.257" v="6541" actId="20577"/>
          <ac:spMkLst>
            <pc:docMk/>
            <pc:sldMk cId="1408023842" sldId="328"/>
            <ac:spMk id="2067" creationId="{AC4B528C-75C9-188B-9F3B-46FAE82A608F}"/>
          </ac:spMkLst>
        </pc:spChg>
        <pc:spChg chg="add del">
          <ac:chgData name="KRITIKA PRAKASH" userId="c4fc5cf5-905f-4757-ba63-9e0ec3aa68c8" providerId="ADAL" clId="{2340B9D4-EF1D-E748-8915-765C0B7DA16E}" dt="2023-08-18T04:07:58.041" v="7289" actId="478"/>
          <ac:spMkLst>
            <pc:docMk/>
            <pc:sldMk cId="1408023842" sldId="328"/>
            <ac:spMk id="2072" creationId="{AA7BF7B6-BFF8-C141-359D-689987157DC6}"/>
          </ac:spMkLst>
        </pc:spChg>
        <pc:spChg chg="add del">
          <ac:chgData name="KRITIKA PRAKASH" userId="c4fc5cf5-905f-4757-ba63-9e0ec3aa68c8" providerId="ADAL" clId="{2340B9D4-EF1D-E748-8915-765C0B7DA16E}" dt="2023-08-18T03:47:03.165" v="6883" actId="478"/>
          <ac:spMkLst>
            <pc:docMk/>
            <pc:sldMk cId="1408023842" sldId="328"/>
            <ac:spMk id="2074" creationId="{965EA5BF-0273-7683-50D8-498463BAAC49}"/>
          </ac:spMkLst>
        </pc:spChg>
        <pc:spChg chg="add del">
          <ac:chgData name="KRITIKA PRAKASH" userId="c4fc5cf5-905f-4757-ba63-9e0ec3aa68c8" providerId="ADAL" clId="{2340B9D4-EF1D-E748-8915-765C0B7DA16E}" dt="2023-08-18T02:50:31.213" v="5896" actId="478"/>
          <ac:spMkLst>
            <pc:docMk/>
            <pc:sldMk cId="1408023842" sldId="328"/>
            <ac:spMk id="2076" creationId="{18E0B7E4-1BA9-1F90-72B8-825AC01E4514}"/>
          </ac:spMkLst>
        </pc:spChg>
        <pc:spChg chg="add del">
          <ac:chgData name="KRITIKA PRAKASH" userId="c4fc5cf5-905f-4757-ba63-9e0ec3aa68c8" providerId="ADAL" clId="{2340B9D4-EF1D-E748-8915-765C0B7DA16E}" dt="2023-08-18T03:10:47.858" v="6249" actId="478"/>
          <ac:spMkLst>
            <pc:docMk/>
            <pc:sldMk cId="1408023842" sldId="328"/>
            <ac:spMk id="2130" creationId="{88234740-945D-436A-E3A0-09FF84F37F06}"/>
          </ac:spMkLst>
        </pc:spChg>
      </pc:sldChg>
      <pc:sldChg chg="addSp delSp modSp add del mod">
        <pc:chgData name="KRITIKA PRAKASH" userId="c4fc5cf5-905f-4757-ba63-9e0ec3aa68c8" providerId="ADAL" clId="{2340B9D4-EF1D-E748-8915-765C0B7DA16E}" dt="2023-08-18T01:46:09.323" v="5240" actId="2696"/>
        <pc:sldMkLst>
          <pc:docMk/>
          <pc:sldMk cId="2682011289" sldId="328"/>
        </pc:sldMkLst>
        <pc:spChg chg="add del mod">
          <ac:chgData name="KRITIKA PRAKASH" userId="c4fc5cf5-905f-4757-ba63-9e0ec3aa68c8" providerId="ADAL" clId="{2340B9D4-EF1D-E748-8915-765C0B7DA16E}" dt="2023-08-18T01:30:24.350" v="4792" actId="478"/>
          <ac:spMkLst>
            <pc:docMk/>
            <pc:sldMk cId="2682011289" sldId="328"/>
            <ac:spMk id="5" creationId="{0BC25705-A4F3-B08D-F04E-FF329A1EB47A}"/>
          </ac:spMkLst>
        </pc:spChg>
        <pc:grpChg chg="add del mod">
          <ac:chgData name="KRITIKA PRAKASH" userId="c4fc5cf5-905f-4757-ba63-9e0ec3aa68c8" providerId="ADAL" clId="{2340B9D4-EF1D-E748-8915-765C0B7DA16E}" dt="2023-08-18T01:30:59.921" v="4799" actId="165"/>
          <ac:grpSpMkLst>
            <pc:docMk/>
            <pc:sldMk cId="2682011289" sldId="328"/>
            <ac:grpSpMk id="24" creationId="{BFD0CD5E-EC6F-DD46-BF20-6F4915E53F04}"/>
          </ac:grpSpMkLst>
        </pc:grpChg>
        <pc:grpChg chg="add mod">
          <ac:chgData name="KRITIKA PRAKASH" userId="c4fc5cf5-905f-4757-ba63-9e0ec3aa68c8" providerId="ADAL" clId="{2340B9D4-EF1D-E748-8915-765C0B7DA16E}" dt="2023-08-18T01:32:44.845" v="4824" actId="14100"/>
          <ac:grpSpMkLst>
            <pc:docMk/>
            <pc:sldMk cId="2682011289" sldId="328"/>
            <ac:grpSpMk id="25" creationId="{7886C4B2-DD46-E15C-73BD-1032500C8D39}"/>
          </ac:grpSpMkLst>
        </pc:grpChg>
        <pc:graphicFrameChg chg="add mod topLvl">
          <ac:chgData name="KRITIKA PRAKASH" userId="c4fc5cf5-905f-4757-ba63-9e0ec3aa68c8" providerId="ADAL" clId="{2340B9D4-EF1D-E748-8915-765C0B7DA16E}" dt="2023-08-18T01:32:37.870" v="4822" actId="692"/>
          <ac:graphicFrameMkLst>
            <pc:docMk/>
            <pc:sldMk cId="2682011289" sldId="328"/>
            <ac:graphicFrameMk id="4" creationId="{19DD522E-ED47-5867-2BBA-F3797EFAAB60}"/>
          </ac:graphicFrameMkLst>
        </pc:graphicFrameChg>
        <pc:picChg chg="add del mod">
          <ac:chgData name="KRITIKA PRAKASH" userId="c4fc5cf5-905f-4757-ba63-9e0ec3aa68c8" providerId="ADAL" clId="{2340B9D4-EF1D-E748-8915-765C0B7DA16E}" dt="2023-08-18T01:28:22.265" v="4771" actId="478"/>
          <ac:picMkLst>
            <pc:docMk/>
            <pc:sldMk cId="2682011289" sldId="328"/>
            <ac:picMk id="7" creationId="{5364EE08-C09F-AD10-9640-AE09A523E917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9" creationId="{7E8858DA-846E-D648-129B-1F28D3F6DEA7}"/>
          </ac:picMkLst>
        </pc:picChg>
        <pc:picChg chg="add del mod">
          <ac:chgData name="KRITIKA PRAKASH" userId="c4fc5cf5-905f-4757-ba63-9e0ec3aa68c8" providerId="ADAL" clId="{2340B9D4-EF1D-E748-8915-765C0B7DA16E}" dt="2023-08-18T01:25:23.061" v="4742" actId="478"/>
          <ac:picMkLst>
            <pc:docMk/>
            <pc:sldMk cId="2682011289" sldId="328"/>
            <ac:picMk id="11" creationId="{9EF7E17A-F47A-E919-035D-03E121AA0FD1}"/>
          </ac:picMkLst>
        </pc:picChg>
        <pc:picChg chg="add del mod">
          <ac:chgData name="KRITIKA PRAKASH" userId="c4fc5cf5-905f-4757-ba63-9e0ec3aa68c8" providerId="ADAL" clId="{2340B9D4-EF1D-E748-8915-765C0B7DA16E}" dt="2023-08-18T01:25:50.537" v="4748" actId="478"/>
          <ac:picMkLst>
            <pc:docMk/>
            <pc:sldMk cId="2682011289" sldId="328"/>
            <ac:picMk id="13" creationId="{6D034CE5-1154-90EE-130C-8A86E2211725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15" creationId="{9399A438-59E9-E466-8896-E29332EA25FC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17" creationId="{6337CE9F-9948-95B6-9595-2FC6D5C317DD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19" creationId="{399E599F-D59E-26C8-FB28-BA732E19B949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21" creationId="{19206A0C-B807-E45C-15ED-0F89FD939B8C}"/>
          </ac:picMkLst>
        </pc:picChg>
        <pc:picChg chg="add mod topLvl">
          <ac:chgData name="KRITIKA PRAKASH" userId="c4fc5cf5-905f-4757-ba63-9e0ec3aa68c8" providerId="ADAL" clId="{2340B9D4-EF1D-E748-8915-765C0B7DA16E}" dt="2023-08-18T01:32:01.599" v="4808" actId="164"/>
          <ac:picMkLst>
            <pc:docMk/>
            <pc:sldMk cId="2682011289" sldId="328"/>
            <ac:picMk id="23" creationId="{3F95D1E1-F457-2F7D-9822-5D8111EDFD4E}"/>
          </ac:picMkLst>
        </pc:picChg>
        <pc:picChg chg="add mod">
          <ac:chgData name="KRITIKA PRAKASH" userId="c4fc5cf5-905f-4757-ba63-9e0ec3aa68c8" providerId="ADAL" clId="{2340B9D4-EF1D-E748-8915-765C0B7DA16E}" dt="2023-08-18T01:43:28.413" v="5196"/>
          <ac:picMkLst>
            <pc:docMk/>
            <pc:sldMk cId="2682011289" sldId="328"/>
            <ac:picMk id="26" creationId="{0A77890E-1BEF-C1F4-648A-016060117C97}"/>
          </ac:picMkLst>
        </pc:picChg>
        <pc:picChg chg="add mod">
          <ac:chgData name="KRITIKA PRAKASH" userId="c4fc5cf5-905f-4757-ba63-9e0ec3aa68c8" providerId="ADAL" clId="{2340B9D4-EF1D-E748-8915-765C0B7DA16E}" dt="2023-08-18T01:44:10.978" v="5205" actId="732"/>
          <ac:picMkLst>
            <pc:docMk/>
            <pc:sldMk cId="2682011289" sldId="328"/>
            <ac:picMk id="27" creationId="{32C92243-B95B-CB98-557B-6AB7C6ECE832}"/>
          </ac:picMkLst>
        </pc:picChg>
      </pc:sldChg>
      <pc:sldChg chg="addSp delSp modSp add mod">
        <pc:chgData name="KRITIKA PRAKASH" userId="c4fc5cf5-905f-4757-ba63-9e0ec3aa68c8" providerId="ADAL" clId="{2340B9D4-EF1D-E748-8915-765C0B7DA16E}" dt="2023-08-18T08:06:39.099" v="10623" actId="207"/>
        <pc:sldMkLst>
          <pc:docMk/>
          <pc:sldMk cId="3883581720" sldId="329"/>
        </pc:sldMkLst>
        <pc:spChg chg="mod">
          <ac:chgData name="KRITIKA PRAKASH" userId="c4fc5cf5-905f-4757-ba63-9e0ec3aa68c8" providerId="ADAL" clId="{2340B9D4-EF1D-E748-8915-765C0B7DA16E}" dt="2023-08-18T08:03:17.521" v="10591" actId="20577"/>
          <ac:spMkLst>
            <pc:docMk/>
            <pc:sldMk cId="3883581720" sldId="329"/>
            <ac:spMk id="2" creationId="{A6AA2842-23D1-9D4C-8C34-54F396B0B405}"/>
          </ac:spMkLst>
        </pc:spChg>
        <pc:spChg chg="add mod">
          <ac:chgData name="KRITIKA PRAKASH" userId="c4fc5cf5-905f-4757-ba63-9e0ec3aa68c8" providerId="ADAL" clId="{2340B9D4-EF1D-E748-8915-765C0B7DA16E}" dt="2023-08-18T07:12:20.189" v="10168" actId="14100"/>
          <ac:spMkLst>
            <pc:docMk/>
            <pc:sldMk cId="3883581720" sldId="329"/>
            <ac:spMk id="8" creationId="{9A2E86DF-5C9A-4D25-8856-D86602ADA111}"/>
          </ac:spMkLst>
        </pc:spChg>
        <pc:spChg chg="mod">
          <ac:chgData name="KRITIKA PRAKASH" userId="c4fc5cf5-905f-4757-ba63-9e0ec3aa68c8" providerId="ADAL" clId="{2340B9D4-EF1D-E748-8915-765C0B7DA16E}" dt="2023-08-18T08:06:05.666" v="10619" actId="14100"/>
          <ac:spMkLst>
            <pc:docMk/>
            <pc:sldMk cId="3883581720" sldId="329"/>
            <ac:spMk id="9" creationId="{0E712B5D-9D76-E6DE-80E8-A41540053A44}"/>
          </ac:spMkLst>
        </pc:spChg>
        <pc:spChg chg="add mod">
          <ac:chgData name="KRITIKA PRAKASH" userId="c4fc5cf5-905f-4757-ba63-9e0ec3aa68c8" providerId="ADAL" clId="{2340B9D4-EF1D-E748-8915-765C0B7DA16E}" dt="2023-08-18T08:06:28.138" v="10620" actId="207"/>
          <ac:spMkLst>
            <pc:docMk/>
            <pc:sldMk cId="3883581720" sldId="329"/>
            <ac:spMk id="11" creationId="{52D52A55-2506-A51D-DE61-9C713AFFB67E}"/>
          </ac:spMkLst>
        </pc:spChg>
        <pc:spChg chg="add mod">
          <ac:chgData name="KRITIKA PRAKASH" userId="c4fc5cf5-905f-4757-ba63-9e0ec3aa68c8" providerId="ADAL" clId="{2340B9D4-EF1D-E748-8915-765C0B7DA16E}" dt="2023-08-18T03:27:25.803" v="6665" actId="1036"/>
          <ac:spMkLst>
            <pc:docMk/>
            <pc:sldMk cId="3883581720" sldId="329"/>
            <ac:spMk id="12" creationId="{61509831-236F-5A90-5436-A7AA05B7FFB7}"/>
          </ac:spMkLst>
        </pc:spChg>
        <pc:spChg chg="add mod">
          <ac:chgData name="KRITIKA PRAKASH" userId="c4fc5cf5-905f-4757-ba63-9e0ec3aa68c8" providerId="ADAL" clId="{2340B9D4-EF1D-E748-8915-765C0B7DA16E}" dt="2023-08-18T03:27:25.803" v="6665" actId="1036"/>
          <ac:spMkLst>
            <pc:docMk/>
            <pc:sldMk cId="3883581720" sldId="329"/>
            <ac:spMk id="13" creationId="{BAEAC564-0CC7-DF4F-60A6-33599BADB1F3}"/>
          </ac:spMkLst>
        </pc:spChg>
        <pc:spChg chg="mod">
          <ac:chgData name="KRITIKA PRAKASH" userId="c4fc5cf5-905f-4757-ba63-9e0ec3aa68c8" providerId="ADAL" clId="{2340B9D4-EF1D-E748-8915-765C0B7DA16E}" dt="2023-08-18T03:27:25.803" v="6665" actId="1036"/>
          <ac:spMkLst>
            <pc:docMk/>
            <pc:sldMk cId="3883581720" sldId="329"/>
            <ac:spMk id="17" creationId="{1731DF36-5C07-082D-A508-BD8F8731440E}"/>
          </ac:spMkLst>
        </pc:spChg>
        <pc:spChg chg="add mod">
          <ac:chgData name="KRITIKA PRAKASH" userId="c4fc5cf5-905f-4757-ba63-9e0ec3aa68c8" providerId="ADAL" clId="{2340B9D4-EF1D-E748-8915-765C0B7DA16E}" dt="2023-08-18T07:11:17.321" v="10158" actId="14100"/>
          <ac:spMkLst>
            <pc:docMk/>
            <pc:sldMk cId="3883581720" sldId="329"/>
            <ac:spMk id="18" creationId="{C1F974AA-0E99-1669-7388-1838692692B1}"/>
          </ac:spMkLst>
        </pc:spChg>
        <pc:spChg chg="add del mod">
          <ac:chgData name="KRITIKA PRAKASH" userId="c4fc5cf5-905f-4757-ba63-9e0ec3aa68c8" providerId="ADAL" clId="{2340B9D4-EF1D-E748-8915-765C0B7DA16E}" dt="2023-08-18T07:11:21.990" v="10159" actId="478"/>
          <ac:spMkLst>
            <pc:docMk/>
            <pc:sldMk cId="3883581720" sldId="329"/>
            <ac:spMk id="19" creationId="{453556FC-D63A-141F-C7F2-72470777374E}"/>
          </ac:spMkLst>
        </pc:spChg>
        <pc:spChg chg="add del mod">
          <ac:chgData name="KRITIKA PRAKASH" userId="c4fc5cf5-905f-4757-ba63-9e0ec3aa68c8" providerId="ADAL" clId="{2340B9D4-EF1D-E748-8915-765C0B7DA16E}" dt="2023-08-18T07:11:21.990" v="10159" actId="478"/>
          <ac:spMkLst>
            <pc:docMk/>
            <pc:sldMk cId="3883581720" sldId="329"/>
            <ac:spMk id="20" creationId="{EBC9C80F-8D27-B9EB-D757-88C337F749F4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21" creationId="{D6494F22-21E9-2235-F3BA-49706501D18E}"/>
          </ac:spMkLst>
        </pc:spChg>
        <pc:spChg chg="add mod">
          <ac:chgData name="KRITIKA PRAKASH" userId="c4fc5cf5-905f-4757-ba63-9e0ec3aa68c8" providerId="ADAL" clId="{2340B9D4-EF1D-E748-8915-765C0B7DA16E}" dt="2023-08-18T03:27:25.803" v="6665" actId="1036"/>
          <ac:spMkLst>
            <pc:docMk/>
            <pc:sldMk cId="3883581720" sldId="329"/>
            <ac:spMk id="22" creationId="{E8DAC784-2259-68D0-0A14-03C3A908565D}"/>
          </ac:spMkLst>
        </pc:spChg>
        <pc:spChg chg="add mod">
          <ac:chgData name="KRITIKA PRAKASH" userId="c4fc5cf5-905f-4757-ba63-9e0ec3aa68c8" providerId="ADAL" clId="{2340B9D4-EF1D-E748-8915-765C0B7DA16E}" dt="2023-08-18T03:14:41.564" v="6461" actId="20577"/>
          <ac:spMkLst>
            <pc:docMk/>
            <pc:sldMk cId="3883581720" sldId="329"/>
            <ac:spMk id="23" creationId="{4D189BA7-1B9A-1B66-B7B8-11B6DEB8618B}"/>
          </ac:spMkLst>
        </pc:spChg>
        <pc:spChg chg="add mod">
          <ac:chgData name="KRITIKA PRAKASH" userId="c4fc5cf5-905f-4757-ba63-9e0ec3aa68c8" providerId="ADAL" clId="{2340B9D4-EF1D-E748-8915-765C0B7DA16E}" dt="2023-08-18T03:08:41.015" v="6223" actId="14100"/>
          <ac:spMkLst>
            <pc:docMk/>
            <pc:sldMk cId="3883581720" sldId="329"/>
            <ac:spMk id="24" creationId="{40AB694A-24EE-4ED5-A6BF-72D6DE0253C3}"/>
          </ac:spMkLst>
        </pc:spChg>
        <pc:spChg chg="add del mod">
          <ac:chgData name="KRITIKA PRAKASH" userId="c4fc5cf5-905f-4757-ba63-9e0ec3aa68c8" providerId="ADAL" clId="{2340B9D4-EF1D-E748-8915-765C0B7DA16E}" dt="2023-08-18T07:12:11.525" v="10167" actId="478"/>
          <ac:spMkLst>
            <pc:docMk/>
            <pc:sldMk cId="3883581720" sldId="329"/>
            <ac:spMk id="25" creationId="{101C1565-7DDE-A5C9-C559-FFAFD4A348BB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26" creationId="{1C5FD057-9129-D9B9-4E3D-E0EC4A425C56}"/>
          </ac:spMkLst>
        </pc:spChg>
        <pc:spChg chg="add mod">
          <ac:chgData name="KRITIKA PRAKASH" userId="c4fc5cf5-905f-4757-ba63-9e0ec3aa68c8" providerId="ADAL" clId="{2340B9D4-EF1D-E748-8915-765C0B7DA16E}" dt="2023-08-18T03:22:44.174" v="6594" actId="14100"/>
          <ac:spMkLst>
            <pc:docMk/>
            <pc:sldMk cId="3883581720" sldId="329"/>
            <ac:spMk id="28" creationId="{E371650F-3047-0446-0C31-127AC414C4DF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29" creationId="{DC7D0994-C70A-8066-BEC9-4FCBB6685AEC}"/>
          </ac:spMkLst>
        </pc:spChg>
        <pc:spChg chg="add mod">
          <ac:chgData name="KRITIKA PRAKASH" userId="c4fc5cf5-905f-4757-ba63-9e0ec3aa68c8" providerId="ADAL" clId="{2340B9D4-EF1D-E748-8915-765C0B7DA16E}" dt="2023-08-18T07:15:52.095" v="10269" actId="1076"/>
          <ac:spMkLst>
            <pc:docMk/>
            <pc:sldMk cId="3883581720" sldId="329"/>
            <ac:spMk id="30" creationId="{4059E5B3-D75F-638B-696B-7FD0B2DF178E}"/>
          </ac:spMkLst>
        </pc:spChg>
        <pc:spChg chg="add del mod">
          <ac:chgData name="KRITIKA PRAKASH" userId="c4fc5cf5-905f-4757-ba63-9e0ec3aa68c8" providerId="ADAL" clId="{2340B9D4-EF1D-E748-8915-765C0B7DA16E}" dt="2023-08-18T03:13:03.948" v="6427" actId="478"/>
          <ac:spMkLst>
            <pc:docMk/>
            <pc:sldMk cId="3883581720" sldId="329"/>
            <ac:spMk id="30" creationId="{7A1F097E-D4C3-B3E2-2B05-5C0ADE8EE23F}"/>
          </ac:spMkLst>
        </pc:spChg>
        <pc:spChg chg="add mod">
          <ac:chgData name="KRITIKA PRAKASH" userId="c4fc5cf5-905f-4757-ba63-9e0ec3aa68c8" providerId="ADAL" clId="{2340B9D4-EF1D-E748-8915-765C0B7DA16E}" dt="2023-08-18T03:22:44.174" v="6594" actId="14100"/>
          <ac:spMkLst>
            <pc:docMk/>
            <pc:sldMk cId="3883581720" sldId="329"/>
            <ac:spMk id="31" creationId="{3896C9A2-BA23-BC80-5E04-EE314B938636}"/>
          </ac:spMkLst>
        </pc:spChg>
        <pc:spChg chg="mod">
          <ac:chgData name="KRITIKA PRAKASH" userId="c4fc5cf5-905f-4757-ba63-9e0ec3aa68c8" providerId="ADAL" clId="{2340B9D4-EF1D-E748-8915-765C0B7DA16E}" dt="2023-08-18T08:02:45.712" v="10582" actId="242"/>
          <ac:spMkLst>
            <pc:docMk/>
            <pc:sldMk cId="3883581720" sldId="329"/>
            <ac:spMk id="33" creationId="{FA2B9164-9261-5114-80B7-C0D9CF7CD23B}"/>
          </ac:spMkLst>
        </pc:spChg>
        <pc:spChg chg="mod">
          <ac:chgData name="KRITIKA PRAKASH" userId="c4fc5cf5-905f-4757-ba63-9e0ec3aa68c8" providerId="ADAL" clId="{2340B9D4-EF1D-E748-8915-765C0B7DA16E}" dt="2023-08-18T08:02:45.712" v="10582" actId="242"/>
          <ac:spMkLst>
            <pc:docMk/>
            <pc:sldMk cId="3883581720" sldId="329"/>
            <ac:spMk id="34" creationId="{8DAD8990-2AC5-2B2F-BFA4-D278BBD12D33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35" creationId="{E183B17F-09F1-5A6C-EB10-03B9062199FC}"/>
          </ac:spMkLst>
        </pc:spChg>
        <pc:spChg chg="add mod">
          <ac:chgData name="KRITIKA PRAKASH" userId="c4fc5cf5-905f-4757-ba63-9e0ec3aa68c8" providerId="ADAL" clId="{2340B9D4-EF1D-E748-8915-765C0B7DA16E}" dt="2023-08-18T03:22:53.297" v="6603" actId="1035"/>
          <ac:spMkLst>
            <pc:docMk/>
            <pc:sldMk cId="3883581720" sldId="329"/>
            <ac:spMk id="36" creationId="{F9621224-03E1-76F4-30CA-B646B1FF158C}"/>
          </ac:spMkLst>
        </pc:spChg>
        <pc:spChg chg="add mod">
          <ac:chgData name="KRITIKA PRAKASH" userId="c4fc5cf5-905f-4757-ba63-9e0ec3aa68c8" providerId="ADAL" clId="{2340B9D4-EF1D-E748-8915-765C0B7DA16E}" dt="2023-08-18T03:22:53.297" v="6603" actId="1035"/>
          <ac:spMkLst>
            <pc:docMk/>
            <pc:sldMk cId="3883581720" sldId="329"/>
            <ac:spMk id="37" creationId="{01E56371-70BE-9815-D5EF-7911593AC756}"/>
          </ac:spMkLst>
        </pc:spChg>
        <pc:spChg chg="add del mod">
          <ac:chgData name="KRITIKA PRAKASH" userId="c4fc5cf5-905f-4757-ba63-9e0ec3aa68c8" providerId="ADAL" clId="{2340B9D4-EF1D-E748-8915-765C0B7DA16E}" dt="2023-08-18T03:23:51.406" v="6614" actId="478"/>
          <ac:spMkLst>
            <pc:docMk/>
            <pc:sldMk cId="3883581720" sldId="329"/>
            <ac:spMk id="38" creationId="{062366FF-34DC-23B7-AB09-6E9EC1B53255}"/>
          </ac:spMkLst>
        </pc:spChg>
        <pc:spChg chg="add mod">
          <ac:chgData name="KRITIKA PRAKASH" userId="c4fc5cf5-905f-4757-ba63-9e0ec3aa68c8" providerId="ADAL" clId="{2340B9D4-EF1D-E748-8915-765C0B7DA16E}" dt="2023-08-18T08:06:28.138" v="10620" actId="207"/>
          <ac:spMkLst>
            <pc:docMk/>
            <pc:sldMk cId="3883581720" sldId="329"/>
            <ac:spMk id="38" creationId="{892D8862-801F-1E12-475C-129A5CE07E9C}"/>
          </ac:spMkLst>
        </pc:spChg>
        <pc:spChg chg="add mod">
          <ac:chgData name="KRITIKA PRAKASH" userId="c4fc5cf5-905f-4757-ba63-9e0ec3aa68c8" providerId="ADAL" clId="{2340B9D4-EF1D-E748-8915-765C0B7DA16E}" dt="2023-08-18T03:23:06.358" v="6606" actId="1076"/>
          <ac:spMkLst>
            <pc:docMk/>
            <pc:sldMk cId="3883581720" sldId="329"/>
            <ac:spMk id="39" creationId="{697C9179-F8E1-D792-2E0B-35105414E80C}"/>
          </ac:spMkLst>
        </pc:spChg>
        <pc:spChg chg="add mod">
          <ac:chgData name="KRITIKA PRAKASH" userId="c4fc5cf5-905f-4757-ba63-9e0ec3aa68c8" providerId="ADAL" clId="{2340B9D4-EF1D-E748-8915-765C0B7DA16E}" dt="2023-08-18T03:23:38.195" v="6611" actId="2711"/>
          <ac:spMkLst>
            <pc:docMk/>
            <pc:sldMk cId="3883581720" sldId="329"/>
            <ac:spMk id="40" creationId="{DF402D43-C74F-4161-F247-49EF306A73D2}"/>
          </ac:spMkLst>
        </pc:spChg>
        <pc:spChg chg="add mod">
          <ac:chgData name="KRITIKA PRAKASH" userId="c4fc5cf5-905f-4757-ba63-9e0ec3aa68c8" providerId="ADAL" clId="{2340B9D4-EF1D-E748-8915-765C0B7DA16E}" dt="2023-08-18T03:25:12.705" v="6634" actId="14100"/>
          <ac:spMkLst>
            <pc:docMk/>
            <pc:sldMk cId="3883581720" sldId="329"/>
            <ac:spMk id="41" creationId="{7D04652B-EE71-17D1-8385-ECD0FBC668F9}"/>
          </ac:spMkLst>
        </pc:spChg>
        <pc:spChg chg="add mod">
          <ac:chgData name="KRITIKA PRAKASH" userId="c4fc5cf5-905f-4757-ba63-9e0ec3aa68c8" providerId="ADAL" clId="{2340B9D4-EF1D-E748-8915-765C0B7DA16E}" dt="2023-08-18T03:28:47.733" v="6676" actId="1582"/>
          <ac:spMkLst>
            <pc:docMk/>
            <pc:sldMk cId="3883581720" sldId="329"/>
            <ac:spMk id="43" creationId="{FD6862A7-645A-E904-9BAF-977C8853FA09}"/>
          </ac:spMkLst>
        </pc:spChg>
        <pc:spChg chg="add mod">
          <ac:chgData name="KRITIKA PRAKASH" userId="c4fc5cf5-905f-4757-ba63-9e0ec3aa68c8" providerId="ADAL" clId="{2340B9D4-EF1D-E748-8915-765C0B7DA16E}" dt="2023-08-18T03:55:41.498" v="7093" actId="1076"/>
          <ac:spMkLst>
            <pc:docMk/>
            <pc:sldMk cId="3883581720" sldId="329"/>
            <ac:spMk id="44" creationId="{C3295450-5C9E-3243-BC42-4D35E9265448}"/>
          </ac:spMkLst>
        </pc:spChg>
        <pc:spChg chg="add mod">
          <ac:chgData name="KRITIKA PRAKASH" userId="c4fc5cf5-905f-4757-ba63-9e0ec3aa68c8" providerId="ADAL" clId="{2340B9D4-EF1D-E748-8915-765C0B7DA16E}" dt="2023-08-18T07:15:45.838" v="10268" actId="1076"/>
          <ac:spMkLst>
            <pc:docMk/>
            <pc:sldMk cId="3883581720" sldId="329"/>
            <ac:spMk id="45" creationId="{A5AA49B1-64FE-B593-F745-6733D230513B}"/>
          </ac:spMkLst>
        </pc:spChg>
        <pc:spChg chg="add del mod">
          <ac:chgData name="KRITIKA PRAKASH" userId="c4fc5cf5-905f-4757-ba63-9e0ec3aa68c8" providerId="ADAL" clId="{2340B9D4-EF1D-E748-8915-765C0B7DA16E}" dt="2023-08-18T03:34:00.150" v="6726" actId="478"/>
          <ac:spMkLst>
            <pc:docMk/>
            <pc:sldMk cId="3883581720" sldId="329"/>
            <ac:spMk id="45" creationId="{A8523BC7-2772-68AE-996C-F097A04FA3ED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47" creationId="{FAF7C336-541E-3C59-7007-38A384B5924B}"/>
          </ac:spMkLst>
        </pc:spChg>
        <pc:spChg chg="add mod">
          <ac:chgData name="KRITIKA PRAKASH" userId="c4fc5cf5-905f-4757-ba63-9e0ec3aa68c8" providerId="ADAL" clId="{2340B9D4-EF1D-E748-8915-765C0B7DA16E}" dt="2023-08-18T08:06:39.099" v="10623" actId="207"/>
          <ac:spMkLst>
            <pc:docMk/>
            <pc:sldMk cId="3883581720" sldId="329"/>
            <ac:spMk id="50" creationId="{5ED8FB0D-9947-AF54-66E5-1EC48DE5B7AC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51" creationId="{4DB292C1-B76C-80A8-9CD5-7DDABA9A275A}"/>
          </ac:spMkLst>
        </pc:spChg>
        <pc:spChg chg="add mod">
          <ac:chgData name="KRITIKA PRAKASH" userId="c4fc5cf5-905f-4757-ba63-9e0ec3aa68c8" providerId="ADAL" clId="{2340B9D4-EF1D-E748-8915-765C0B7DA16E}" dt="2023-08-18T07:15:38.233" v="10267" actId="1076"/>
          <ac:spMkLst>
            <pc:docMk/>
            <pc:sldMk cId="3883581720" sldId="329"/>
            <ac:spMk id="52" creationId="{0FBE2400-67D0-729D-BDDD-FCAC2889B122}"/>
          </ac:spMkLst>
        </pc:spChg>
        <pc:spChg chg="add mod">
          <ac:chgData name="KRITIKA PRAKASH" userId="c4fc5cf5-905f-4757-ba63-9e0ec3aa68c8" providerId="ADAL" clId="{2340B9D4-EF1D-E748-8915-765C0B7DA16E}" dt="2023-08-18T08:06:39.099" v="10623" actId="207"/>
          <ac:spMkLst>
            <pc:docMk/>
            <pc:sldMk cId="3883581720" sldId="329"/>
            <ac:spMk id="53" creationId="{A176C573-B0E0-A94F-3124-BD80485982B6}"/>
          </ac:spMkLst>
        </pc:spChg>
        <pc:spChg chg="del mod">
          <ac:chgData name="KRITIKA PRAKASH" userId="c4fc5cf5-905f-4757-ba63-9e0ec3aa68c8" providerId="ADAL" clId="{2340B9D4-EF1D-E748-8915-765C0B7DA16E}" dt="2023-08-18T02:50:47.624" v="5901" actId="478"/>
          <ac:spMkLst>
            <pc:docMk/>
            <pc:sldMk cId="3883581720" sldId="329"/>
            <ac:spMk id="53" creationId="{CE1C7B71-ECC5-D853-55C3-5C1CFC50F39C}"/>
          </ac:spMkLst>
        </pc:spChg>
        <pc:spChg chg="add mod">
          <ac:chgData name="KRITIKA PRAKASH" userId="c4fc5cf5-905f-4757-ba63-9e0ec3aa68c8" providerId="ADAL" clId="{2340B9D4-EF1D-E748-8915-765C0B7DA16E}" dt="2023-08-18T07:15:31.576" v="10266" actId="20577"/>
          <ac:spMkLst>
            <pc:docMk/>
            <pc:sldMk cId="3883581720" sldId="329"/>
            <ac:spMk id="54" creationId="{E5B20D5B-2E8B-B861-F1E7-173AC4C0096D}"/>
          </ac:spMkLst>
        </pc:spChg>
        <pc:spChg chg="add mod">
          <ac:chgData name="KRITIKA PRAKASH" userId="c4fc5cf5-905f-4757-ba63-9e0ec3aa68c8" providerId="ADAL" clId="{2340B9D4-EF1D-E748-8915-765C0B7DA16E}" dt="2023-08-18T03:39:17.038" v="6797" actId="1076"/>
          <ac:spMkLst>
            <pc:docMk/>
            <pc:sldMk cId="3883581720" sldId="329"/>
            <ac:spMk id="55" creationId="{86610B80-A893-CCD1-B3D0-F95A183BB56B}"/>
          </ac:spMkLst>
        </pc:spChg>
        <pc:spChg chg="add mod">
          <ac:chgData name="KRITIKA PRAKASH" userId="c4fc5cf5-905f-4757-ba63-9e0ec3aa68c8" providerId="ADAL" clId="{2340B9D4-EF1D-E748-8915-765C0B7DA16E}" dt="2023-08-18T03:39:17.038" v="6797" actId="1076"/>
          <ac:spMkLst>
            <pc:docMk/>
            <pc:sldMk cId="3883581720" sldId="329"/>
            <ac:spMk id="57" creationId="{CFEF01E0-9A02-B4D6-6C69-B6EC61D7FC56}"/>
          </ac:spMkLst>
        </pc:spChg>
        <pc:spChg chg="add mod">
          <ac:chgData name="KRITIKA PRAKASH" userId="c4fc5cf5-905f-4757-ba63-9e0ec3aa68c8" providerId="ADAL" clId="{2340B9D4-EF1D-E748-8915-765C0B7DA16E}" dt="2023-08-18T08:06:39.099" v="10623" actId="207"/>
          <ac:spMkLst>
            <pc:docMk/>
            <pc:sldMk cId="3883581720" sldId="329"/>
            <ac:spMk id="60" creationId="{239D82D2-AB63-8D42-5BB2-36EAD63169D9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64" creationId="{5CB3544F-1FE9-D4BC-53B1-12CE8AE46E99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65" creationId="{170865F7-ADC5-A493-E954-20DFD900FB87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66" creationId="{B67E6A27-7095-1548-5373-92407F8B7B90}"/>
          </ac:spMkLst>
        </pc:spChg>
        <pc:spChg chg="add mod">
          <ac:chgData name="KRITIKA PRAKASH" userId="c4fc5cf5-905f-4757-ba63-9e0ec3aa68c8" providerId="ADAL" clId="{2340B9D4-EF1D-E748-8915-765C0B7DA16E}" dt="2023-08-18T03:46:35.335" v="6882" actId="1076"/>
          <ac:spMkLst>
            <pc:docMk/>
            <pc:sldMk cId="3883581720" sldId="329"/>
            <ac:spMk id="69" creationId="{DB583602-B0FB-5425-D452-2F03A41201E7}"/>
          </ac:spMkLst>
        </pc:spChg>
        <pc:spChg chg="add mod">
          <ac:chgData name="KRITIKA PRAKASH" userId="c4fc5cf5-905f-4757-ba63-9e0ec3aa68c8" providerId="ADAL" clId="{2340B9D4-EF1D-E748-8915-765C0B7DA16E}" dt="2023-08-18T03:43:27.234" v="6842" actId="1036"/>
          <ac:spMkLst>
            <pc:docMk/>
            <pc:sldMk cId="3883581720" sldId="329"/>
            <ac:spMk id="71" creationId="{686D4CB4-D79C-57C2-099D-A885D930F5D9}"/>
          </ac:spMkLst>
        </pc:spChg>
        <pc:spChg chg="mod">
          <ac:chgData name="KRITIKA PRAKASH" userId="c4fc5cf5-905f-4757-ba63-9e0ec3aa68c8" providerId="ADAL" clId="{2340B9D4-EF1D-E748-8915-765C0B7DA16E}" dt="2023-08-18T08:02:45.712" v="10582" actId="242"/>
          <ac:spMkLst>
            <pc:docMk/>
            <pc:sldMk cId="3883581720" sldId="329"/>
            <ac:spMk id="73" creationId="{3DA885E9-576B-C61A-B75D-F1802F42EB45}"/>
          </ac:spMkLst>
        </pc:spChg>
        <pc:spChg chg="mod">
          <ac:chgData name="KRITIKA PRAKASH" userId="c4fc5cf5-905f-4757-ba63-9e0ec3aa68c8" providerId="ADAL" clId="{2340B9D4-EF1D-E748-8915-765C0B7DA16E}" dt="2023-08-18T08:02:45.712" v="10582" actId="242"/>
          <ac:spMkLst>
            <pc:docMk/>
            <pc:sldMk cId="3883581720" sldId="329"/>
            <ac:spMk id="74" creationId="{5484C5B0-0F98-7742-202F-07289B0E158C}"/>
          </ac:spMkLst>
        </pc:spChg>
        <pc:spChg chg="mod">
          <ac:chgData name="KRITIKA PRAKASH" userId="c4fc5cf5-905f-4757-ba63-9e0ec3aa68c8" providerId="ADAL" clId="{2340B9D4-EF1D-E748-8915-765C0B7DA16E}" dt="2023-08-18T03:41:04.618" v="6804"/>
          <ac:spMkLst>
            <pc:docMk/>
            <pc:sldMk cId="3883581720" sldId="329"/>
            <ac:spMk id="76" creationId="{FAD7F986-64B2-12BD-FB5C-E29BAE67FAB2}"/>
          </ac:spMkLst>
        </pc:spChg>
        <pc:spChg chg="mod">
          <ac:chgData name="KRITIKA PRAKASH" userId="c4fc5cf5-905f-4757-ba63-9e0ec3aa68c8" providerId="ADAL" clId="{2340B9D4-EF1D-E748-8915-765C0B7DA16E}" dt="2023-08-18T03:41:04.618" v="6804"/>
          <ac:spMkLst>
            <pc:docMk/>
            <pc:sldMk cId="3883581720" sldId="329"/>
            <ac:spMk id="77" creationId="{0F51FF46-AC5D-BBB3-5347-483A49BF4A70}"/>
          </ac:spMkLst>
        </pc:spChg>
        <pc:spChg chg="add mod">
          <ac:chgData name="KRITIKA PRAKASH" userId="c4fc5cf5-905f-4757-ba63-9e0ec3aa68c8" providerId="ADAL" clId="{2340B9D4-EF1D-E748-8915-765C0B7DA16E}" dt="2023-08-18T03:43:27.234" v="6842" actId="1036"/>
          <ac:spMkLst>
            <pc:docMk/>
            <pc:sldMk cId="3883581720" sldId="329"/>
            <ac:spMk id="78" creationId="{1498E0CC-4D75-2BC8-F1BF-1DBDE33F1853}"/>
          </ac:spMkLst>
        </pc:spChg>
        <pc:spChg chg="add mod">
          <ac:chgData name="KRITIKA PRAKASH" userId="c4fc5cf5-905f-4757-ba63-9e0ec3aa68c8" providerId="ADAL" clId="{2340B9D4-EF1D-E748-8915-765C0B7DA16E}" dt="2023-08-18T03:46:12.518" v="6880" actId="14100"/>
          <ac:spMkLst>
            <pc:docMk/>
            <pc:sldMk cId="3883581720" sldId="329"/>
            <ac:spMk id="79" creationId="{68C89AB2-BE40-DA64-C58E-9C542AE4C7F0}"/>
          </ac:spMkLst>
        </pc:spChg>
        <pc:spChg chg="add mod">
          <ac:chgData name="KRITIKA PRAKASH" userId="c4fc5cf5-905f-4757-ba63-9e0ec3aa68c8" providerId="ADAL" clId="{2340B9D4-EF1D-E748-8915-765C0B7DA16E}" dt="2023-08-18T03:46:09.136" v="6879" actId="14100"/>
          <ac:spMkLst>
            <pc:docMk/>
            <pc:sldMk cId="3883581720" sldId="329"/>
            <ac:spMk id="80" creationId="{91ABC9E9-9158-8EC5-8991-1DD681EAF371}"/>
          </ac:spMkLst>
        </pc:spChg>
        <pc:spChg chg="add mod">
          <ac:chgData name="KRITIKA PRAKASH" userId="c4fc5cf5-905f-4757-ba63-9e0ec3aa68c8" providerId="ADAL" clId="{2340B9D4-EF1D-E748-8915-765C0B7DA16E}" dt="2023-08-18T03:58:50.146" v="7133" actId="1076"/>
          <ac:spMkLst>
            <pc:docMk/>
            <pc:sldMk cId="3883581720" sldId="329"/>
            <ac:spMk id="81" creationId="{2E3B14B7-3055-1AF6-06FD-9D5E11837819}"/>
          </ac:spMkLst>
        </pc:spChg>
        <pc:spChg chg="add mod">
          <ac:chgData name="KRITIKA PRAKASH" userId="c4fc5cf5-905f-4757-ba63-9e0ec3aa68c8" providerId="ADAL" clId="{2340B9D4-EF1D-E748-8915-765C0B7DA16E}" dt="2023-08-18T03:59:03.517" v="7136" actId="14100"/>
          <ac:spMkLst>
            <pc:docMk/>
            <pc:sldMk cId="3883581720" sldId="329"/>
            <ac:spMk id="82" creationId="{F4F6CDAC-3221-126F-168E-593182C51548}"/>
          </ac:spMkLst>
        </pc:spChg>
        <pc:spChg chg="add del mod">
          <ac:chgData name="KRITIKA PRAKASH" userId="c4fc5cf5-905f-4757-ba63-9e0ec3aa68c8" providerId="ADAL" clId="{2340B9D4-EF1D-E748-8915-765C0B7DA16E}" dt="2023-08-18T03:51:18.859" v="7026" actId="478"/>
          <ac:spMkLst>
            <pc:docMk/>
            <pc:sldMk cId="3883581720" sldId="329"/>
            <ac:spMk id="83" creationId="{60DC2E04-05E4-64CE-C8BC-4E65BAA9D65A}"/>
          </ac:spMkLst>
        </pc:spChg>
        <pc:spChg chg="add del mod">
          <ac:chgData name="KRITIKA PRAKASH" userId="c4fc5cf5-905f-4757-ba63-9e0ec3aa68c8" providerId="ADAL" clId="{2340B9D4-EF1D-E748-8915-765C0B7DA16E}" dt="2023-08-18T03:53:27.502" v="7064"/>
          <ac:spMkLst>
            <pc:docMk/>
            <pc:sldMk cId="3883581720" sldId="329"/>
            <ac:spMk id="85" creationId="{8837FCD2-22F3-06A9-8319-9BBEBA4DCCE8}"/>
          </ac:spMkLst>
        </pc:spChg>
        <pc:spChg chg="add del mod">
          <ac:chgData name="KRITIKA PRAKASH" userId="c4fc5cf5-905f-4757-ba63-9e0ec3aa68c8" providerId="ADAL" clId="{2340B9D4-EF1D-E748-8915-765C0B7DA16E}" dt="2023-08-18T03:56:52.209" v="7104" actId="478"/>
          <ac:spMkLst>
            <pc:docMk/>
            <pc:sldMk cId="3883581720" sldId="329"/>
            <ac:spMk id="98" creationId="{1D9381CB-35CC-AA36-21C8-F6CFFA688936}"/>
          </ac:spMkLst>
        </pc:spChg>
        <pc:spChg chg="add del mod">
          <ac:chgData name="KRITIKA PRAKASH" userId="c4fc5cf5-905f-4757-ba63-9e0ec3aa68c8" providerId="ADAL" clId="{2340B9D4-EF1D-E748-8915-765C0B7DA16E}" dt="2023-08-18T03:55:47.460" v="7096" actId="11529"/>
          <ac:spMkLst>
            <pc:docMk/>
            <pc:sldMk cId="3883581720" sldId="329"/>
            <ac:spMk id="105" creationId="{3D692A14-C30D-9C62-F907-FB5A4D204EE2}"/>
          </ac:spMkLst>
        </pc:spChg>
        <pc:spChg chg="add mod">
          <ac:chgData name="KRITIKA PRAKASH" userId="c4fc5cf5-905f-4757-ba63-9e0ec3aa68c8" providerId="ADAL" clId="{2340B9D4-EF1D-E748-8915-765C0B7DA16E}" dt="2023-08-18T05:06:15.092" v="7878" actId="1036"/>
          <ac:spMkLst>
            <pc:docMk/>
            <pc:sldMk cId="3883581720" sldId="329"/>
            <ac:spMk id="106" creationId="{D506E9ED-3EBA-3B29-5F06-7D3DE3DC39D5}"/>
          </ac:spMkLst>
        </pc:spChg>
        <pc:spChg chg="add mod">
          <ac:chgData name="KRITIKA PRAKASH" userId="c4fc5cf5-905f-4757-ba63-9e0ec3aa68c8" providerId="ADAL" clId="{2340B9D4-EF1D-E748-8915-765C0B7DA16E}" dt="2023-08-18T08:04:05.798" v="10596" actId="1076"/>
          <ac:spMkLst>
            <pc:docMk/>
            <pc:sldMk cId="3883581720" sldId="329"/>
            <ac:spMk id="110" creationId="{A7BB771A-708B-BC9C-50A3-231FB592DF7F}"/>
          </ac:spMkLst>
        </pc:spChg>
        <pc:spChg chg="add del mod">
          <ac:chgData name="KRITIKA PRAKASH" userId="c4fc5cf5-905f-4757-ba63-9e0ec3aa68c8" providerId="ADAL" clId="{2340B9D4-EF1D-E748-8915-765C0B7DA16E}" dt="2023-08-18T04:07:11.192" v="7276" actId="478"/>
          <ac:spMkLst>
            <pc:docMk/>
            <pc:sldMk cId="3883581720" sldId="329"/>
            <ac:spMk id="1030" creationId="{7EAF04D5-8079-CB6B-F8C1-8C3021E5AFEB}"/>
          </ac:spMkLst>
        </pc:spChg>
        <pc:spChg chg="add mod">
          <ac:chgData name="KRITIKA PRAKASH" userId="c4fc5cf5-905f-4757-ba63-9e0ec3aa68c8" providerId="ADAL" clId="{2340B9D4-EF1D-E748-8915-765C0B7DA16E}" dt="2023-08-18T04:11:18.112" v="7340" actId="1076"/>
          <ac:spMkLst>
            <pc:docMk/>
            <pc:sldMk cId="3883581720" sldId="329"/>
            <ac:spMk id="1031" creationId="{9E4D73E7-7EF5-4273-E646-FFF35AABE78F}"/>
          </ac:spMkLst>
        </pc:spChg>
        <pc:spChg chg="add del mod">
          <ac:chgData name="KRITIKA PRAKASH" userId="c4fc5cf5-905f-4757-ba63-9e0ec3aa68c8" providerId="ADAL" clId="{2340B9D4-EF1D-E748-8915-765C0B7DA16E}" dt="2023-08-18T04:06:51.999" v="7272" actId="478"/>
          <ac:spMkLst>
            <pc:docMk/>
            <pc:sldMk cId="3883581720" sldId="329"/>
            <ac:spMk id="1032" creationId="{F6D57D7E-2B47-82F6-6BCF-8BBF0342F1C4}"/>
          </ac:spMkLst>
        </pc:spChg>
        <pc:spChg chg="add mod">
          <ac:chgData name="KRITIKA PRAKASH" userId="c4fc5cf5-905f-4757-ba63-9e0ec3aa68c8" providerId="ADAL" clId="{2340B9D4-EF1D-E748-8915-765C0B7DA16E}" dt="2023-08-18T04:11:18.112" v="7340" actId="1076"/>
          <ac:spMkLst>
            <pc:docMk/>
            <pc:sldMk cId="3883581720" sldId="329"/>
            <ac:spMk id="1033" creationId="{EB048A52-743C-8E54-A020-4E421C7A1183}"/>
          </ac:spMkLst>
        </pc:spChg>
        <pc:spChg chg="add mod">
          <ac:chgData name="KRITIKA PRAKASH" userId="c4fc5cf5-905f-4757-ba63-9e0ec3aa68c8" providerId="ADAL" clId="{2340B9D4-EF1D-E748-8915-765C0B7DA16E}" dt="2023-08-18T04:11:18.112" v="7340" actId="1076"/>
          <ac:spMkLst>
            <pc:docMk/>
            <pc:sldMk cId="3883581720" sldId="329"/>
            <ac:spMk id="1034" creationId="{43D00BA6-42D5-5338-9399-3590A1D3416C}"/>
          </ac:spMkLst>
        </pc:spChg>
        <pc:spChg chg="add mod">
          <ac:chgData name="KRITIKA PRAKASH" userId="c4fc5cf5-905f-4757-ba63-9e0ec3aa68c8" providerId="ADAL" clId="{2340B9D4-EF1D-E748-8915-765C0B7DA16E}" dt="2023-08-18T04:11:04.088" v="7339" actId="1076"/>
          <ac:spMkLst>
            <pc:docMk/>
            <pc:sldMk cId="3883581720" sldId="329"/>
            <ac:spMk id="1035" creationId="{5B29770A-BE9B-574B-6CC0-44DFCB1EE4F7}"/>
          </ac:spMkLst>
        </pc:spChg>
        <pc:spChg chg="mod">
          <ac:chgData name="KRITIKA PRAKASH" userId="c4fc5cf5-905f-4757-ba63-9e0ec3aa68c8" providerId="ADAL" clId="{2340B9D4-EF1D-E748-8915-765C0B7DA16E}" dt="2023-08-18T07:07:19.353" v="10062" actId="207"/>
          <ac:spMkLst>
            <pc:docMk/>
            <pc:sldMk cId="3883581720" sldId="329"/>
            <ac:spMk id="1037" creationId="{76900232-BFFB-AD14-79BA-CCE1D2DA180E}"/>
          </ac:spMkLst>
        </pc:spChg>
        <pc:spChg chg="mod">
          <ac:chgData name="KRITIKA PRAKASH" userId="c4fc5cf5-905f-4757-ba63-9e0ec3aa68c8" providerId="ADAL" clId="{2340B9D4-EF1D-E748-8915-765C0B7DA16E}" dt="2023-08-18T08:02:25.680" v="10581" actId="242"/>
          <ac:spMkLst>
            <pc:docMk/>
            <pc:sldMk cId="3883581720" sldId="329"/>
            <ac:spMk id="1038" creationId="{2758A60C-C59A-A32E-F515-EA4F316D9AF9}"/>
          </ac:spMkLst>
        </pc:spChg>
        <pc:spChg chg="add mod">
          <ac:chgData name="KRITIKA PRAKASH" userId="c4fc5cf5-905f-4757-ba63-9e0ec3aa68c8" providerId="ADAL" clId="{2340B9D4-EF1D-E748-8915-765C0B7DA16E}" dt="2023-08-18T04:11:04.088" v="7339" actId="1076"/>
          <ac:spMkLst>
            <pc:docMk/>
            <pc:sldMk cId="3883581720" sldId="329"/>
            <ac:spMk id="1039" creationId="{20BF9D34-5869-5FE9-6057-B34062197796}"/>
          </ac:spMkLst>
        </pc:spChg>
        <pc:spChg chg="add mod">
          <ac:chgData name="KRITIKA PRAKASH" userId="c4fc5cf5-905f-4757-ba63-9e0ec3aa68c8" providerId="ADAL" clId="{2340B9D4-EF1D-E748-8915-765C0B7DA16E}" dt="2023-08-18T04:11:04.088" v="7339" actId="1076"/>
          <ac:spMkLst>
            <pc:docMk/>
            <pc:sldMk cId="3883581720" sldId="329"/>
            <ac:spMk id="1040" creationId="{C1171200-D481-475D-3841-57459BD930FE}"/>
          </ac:spMkLst>
        </pc:spChg>
        <pc:spChg chg="add mod">
          <ac:chgData name="KRITIKA PRAKASH" userId="c4fc5cf5-905f-4757-ba63-9e0ec3aa68c8" providerId="ADAL" clId="{2340B9D4-EF1D-E748-8915-765C0B7DA16E}" dt="2023-08-18T04:13:46.560" v="7347" actId="1076"/>
          <ac:spMkLst>
            <pc:docMk/>
            <pc:sldMk cId="3883581720" sldId="329"/>
            <ac:spMk id="1041" creationId="{B8367A4A-C4D2-95BC-8FCF-16A434907E9F}"/>
          </ac:spMkLst>
        </pc:spChg>
        <pc:spChg chg="add mod">
          <ac:chgData name="KRITIKA PRAKASH" userId="c4fc5cf5-905f-4757-ba63-9e0ec3aa68c8" providerId="ADAL" clId="{2340B9D4-EF1D-E748-8915-765C0B7DA16E}" dt="2023-08-18T04:14:08.976" v="7352" actId="1076"/>
          <ac:spMkLst>
            <pc:docMk/>
            <pc:sldMk cId="3883581720" sldId="329"/>
            <ac:spMk id="1042" creationId="{F3068040-13D3-2A03-0A3B-09247ADE2BC3}"/>
          </ac:spMkLst>
        </pc:spChg>
        <pc:spChg chg="add mod">
          <ac:chgData name="KRITIKA PRAKASH" userId="c4fc5cf5-905f-4757-ba63-9e0ec3aa68c8" providerId="ADAL" clId="{2340B9D4-EF1D-E748-8915-765C0B7DA16E}" dt="2023-08-18T04:14:18.820" v="7356" actId="20577"/>
          <ac:spMkLst>
            <pc:docMk/>
            <pc:sldMk cId="3883581720" sldId="329"/>
            <ac:spMk id="1043" creationId="{93CD8FBB-B281-F7F0-4D6C-E81BC3242860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1057" creationId="{AA772DD4-8B94-044B-DE1B-606E19540536}"/>
          </ac:spMkLst>
        </pc:spChg>
        <pc:spChg chg="del">
          <ac:chgData name="KRITIKA PRAKASH" userId="c4fc5cf5-905f-4757-ba63-9e0ec3aa68c8" providerId="ADAL" clId="{2340B9D4-EF1D-E748-8915-765C0B7DA16E}" dt="2023-08-18T02:50:53.546" v="5903" actId="478"/>
          <ac:spMkLst>
            <pc:docMk/>
            <pc:sldMk cId="3883581720" sldId="329"/>
            <ac:spMk id="1058" creationId="{4179E438-4BDA-366C-F73E-80B7AA410F56}"/>
          </ac:spMkLst>
        </pc:spChg>
        <pc:spChg chg="del">
          <ac:chgData name="KRITIKA PRAKASH" userId="c4fc5cf5-905f-4757-ba63-9e0ec3aa68c8" providerId="ADAL" clId="{2340B9D4-EF1D-E748-8915-765C0B7DA16E}" dt="2023-08-18T02:50:53.546" v="5903" actId="478"/>
          <ac:spMkLst>
            <pc:docMk/>
            <pc:sldMk cId="3883581720" sldId="329"/>
            <ac:spMk id="1060" creationId="{C2BB9D42-9750-1E63-2417-A9F173381ADF}"/>
          </ac:spMkLst>
        </pc:spChg>
        <pc:spChg chg="del">
          <ac:chgData name="KRITIKA PRAKASH" userId="c4fc5cf5-905f-4757-ba63-9e0ec3aa68c8" providerId="ADAL" clId="{2340B9D4-EF1D-E748-8915-765C0B7DA16E}" dt="2023-08-18T02:50:55.730" v="5904" actId="478"/>
          <ac:spMkLst>
            <pc:docMk/>
            <pc:sldMk cId="3883581720" sldId="329"/>
            <ac:spMk id="1080" creationId="{96BFF6AE-FD7C-BC60-5EF4-7AA207BDB22E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60" creationId="{0EE4F3AE-5406-3C81-8663-10D94AE77317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61" creationId="{FF48A136-B179-89B3-F970-528AF210C900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65" creationId="{62A86381-8C0F-F02F-35FA-BE3229FC6923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66" creationId="{A3192FB1-296F-5AD5-5281-C599267DEE26}"/>
          </ac:spMkLst>
        </pc:spChg>
        <pc:spChg chg="del">
          <ac:chgData name="KRITIKA PRAKASH" userId="c4fc5cf5-905f-4757-ba63-9e0ec3aa68c8" providerId="ADAL" clId="{2340B9D4-EF1D-E748-8915-765C0B7DA16E}" dt="2023-08-18T02:50:53.546" v="5903" actId="478"/>
          <ac:spMkLst>
            <pc:docMk/>
            <pc:sldMk cId="3883581720" sldId="329"/>
            <ac:spMk id="2067" creationId="{AC4B528C-75C9-188B-9F3B-46FAE82A608F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72" creationId="{AA7BF7B6-BFF8-C141-359D-689987157DC6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74" creationId="{965EA5BF-0273-7683-50D8-498463BAAC49}"/>
          </ac:spMkLst>
        </pc:spChg>
        <pc:spChg chg="del">
          <ac:chgData name="KRITIKA PRAKASH" userId="c4fc5cf5-905f-4757-ba63-9e0ec3aa68c8" providerId="ADAL" clId="{2340B9D4-EF1D-E748-8915-765C0B7DA16E}" dt="2023-08-18T02:50:53.546" v="5903" actId="478"/>
          <ac:spMkLst>
            <pc:docMk/>
            <pc:sldMk cId="3883581720" sldId="329"/>
            <ac:spMk id="2076" creationId="{18E0B7E4-1BA9-1F90-72B8-825AC01E4514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2078" creationId="{369B5139-26C9-9FB7-B09A-E034B274A5F0}"/>
          </ac:spMkLst>
        </pc:spChg>
        <pc:spChg chg="mod">
          <ac:chgData name="KRITIKA PRAKASH" userId="c4fc5cf5-905f-4757-ba63-9e0ec3aa68c8" providerId="ADAL" clId="{2340B9D4-EF1D-E748-8915-765C0B7DA16E}" dt="2023-08-18T08:02:53.565" v="10583" actId="242"/>
          <ac:spMkLst>
            <pc:docMk/>
            <pc:sldMk cId="3883581720" sldId="329"/>
            <ac:spMk id="2079" creationId="{9618EFC8-0782-7A1F-9B45-8259B0C82783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81" creationId="{1E41E9D2-58D5-0536-059A-E6A3DC9AA65A}"/>
          </ac:spMkLst>
        </pc:spChg>
        <pc:spChg chg="del">
          <ac:chgData name="KRITIKA PRAKASH" userId="c4fc5cf5-905f-4757-ba63-9e0ec3aa68c8" providerId="ADAL" clId="{2340B9D4-EF1D-E748-8915-765C0B7DA16E}" dt="2023-08-18T02:50:43.632" v="5898" actId="478"/>
          <ac:spMkLst>
            <pc:docMk/>
            <pc:sldMk cId="3883581720" sldId="329"/>
            <ac:spMk id="2082" creationId="{08BD93AA-A223-B786-C3D4-56AF83B5A93C}"/>
          </ac:spMkLst>
        </pc:spChg>
        <pc:spChg chg="del">
          <ac:chgData name="KRITIKA PRAKASH" userId="c4fc5cf5-905f-4757-ba63-9e0ec3aa68c8" providerId="ADAL" clId="{2340B9D4-EF1D-E748-8915-765C0B7DA16E}" dt="2023-08-18T02:50:53.546" v="5903" actId="478"/>
          <ac:spMkLst>
            <pc:docMk/>
            <pc:sldMk cId="3883581720" sldId="329"/>
            <ac:spMk id="2130" creationId="{88234740-945D-436A-E3A0-09FF84F37F06}"/>
          </ac:spMkLst>
        </pc:spChg>
        <pc:grpChg chg="add mod">
          <ac:chgData name="KRITIKA PRAKASH" userId="c4fc5cf5-905f-4757-ba63-9e0ec3aa68c8" providerId="ADAL" clId="{2340B9D4-EF1D-E748-8915-765C0B7DA16E}" dt="2023-08-18T03:27:25.803" v="6665" actId="1036"/>
          <ac:grpSpMkLst>
            <pc:docMk/>
            <pc:sldMk cId="3883581720" sldId="329"/>
            <ac:grpSpMk id="14" creationId="{2EA37629-E010-138B-7DD6-FFB385261211}"/>
          </ac:grpSpMkLst>
        </pc:grpChg>
        <pc:grpChg chg="add mod">
          <ac:chgData name="KRITIKA PRAKASH" userId="c4fc5cf5-905f-4757-ba63-9e0ec3aa68c8" providerId="ADAL" clId="{2340B9D4-EF1D-E748-8915-765C0B7DA16E}" dt="2023-08-18T03:27:25.803" v="6665" actId="1036"/>
          <ac:grpSpMkLst>
            <pc:docMk/>
            <pc:sldMk cId="3883581720" sldId="329"/>
            <ac:grpSpMk id="15" creationId="{3D4CD1F1-393B-B877-A141-669601E3ECB3}"/>
          </ac:grpSpMkLst>
        </pc:grpChg>
        <pc:grpChg chg="mod">
          <ac:chgData name="KRITIKA PRAKASH" userId="c4fc5cf5-905f-4757-ba63-9e0ec3aa68c8" providerId="ADAL" clId="{2340B9D4-EF1D-E748-8915-765C0B7DA16E}" dt="2023-08-18T08:01:36.692" v="10575" actId="1035"/>
          <ac:grpSpMkLst>
            <pc:docMk/>
            <pc:sldMk cId="3883581720" sldId="329"/>
            <ac:grpSpMk id="27" creationId="{34A9CEB8-C9B7-A7B6-E99B-0F1AAFAEC0F7}"/>
          </ac:grpSpMkLst>
        </pc:grpChg>
        <pc:grpChg chg="add mod">
          <ac:chgData name="KRITIKA PRAKASH" userId="c4fc5cf5-905f-4757-ba63-9e0ec3aa68c8" providerId="ADAL" clId="{2340B9D4-EF1D-E748-8915-765C0B7DA16E}" dt="2023-08-18T03:25:03.660" v="6632" actId="14100"/>
          <ac:grpSpMkLst>
            <pc:docMk/>
            <pc:sldMk cId="3883581720" sldId="329"/>
            <ac:grpSpMk id="32" creationId="{01A4D1DF-5BCC-551A-8D72-09C11B5893B7}"/>
          </ac:grpSpMkLst>
        </pc:grpChg>
        <pc:grpChg chg="mod">
          <ac:chgData name="KRITIKA PRAKASH" userId="c4fc5cf5-905f-4757-ba63-9e0ec3aa68c8" providerId="ADAL" clId="{2340B9D4-EF1D-E748-8915-765C0B7DA16E}" dt="2023-08-18T08:01:34.711" v="10574" actId="14100"/>
          <ac:grpSpMkLst>
            <pc:docMk/>
            <pc:sldMk cId="3883581720" sldId="329"/>
            <ac:grpSpMk id="42" creationId="{431A0BAC-B3B5-6214-7F39-AE1D443250F2}"/>
          </ac:grpSpMkLst>
        </pc:grpChg>
        <pc:grpChg chg="mod">
          <ac:chgData name="KRITIKA PRAKASH" userId="c4fc5cf5-905f-4757-ba63-9e0ec3aa68c8" providerId="ADAL" clId="{2340B9D4-EF1D-E748-8915-765C0B7DA16E}" dt="2023-08-18T03:48:04.166" v="6888" actId="1035"/>
          <ac:grpSpMkLst>
            <pc:docMk/>
            <pc:sldMk cId="3883581720" sldId="329"/>
            <ac:grpSpMk id="46" creationId="{D1E0AE55-1D32-7763-BA58-3D1A3C8271DF}"/>
          </ac:grpSpMkLst>
        </pc:grpChg>
        <pc:grpChg chg="add mod">
          <ac:chgData name="KRITIKA PRAKASH" userId="c4fc5cf5-905f-4757-ba63-9e0ec3aa68c8" providerId="ADAL" clId="{2340B9D4-EF1D-E748-8915-765C0B7DA16E}" dt="2023-08-18T03:55:41.498" v="7093" actId="1076"/>
          <ac:grpSpMkLst>
            <pc:docMk/>
            <pc:sldMk cId="3883581720" sldId="329"/>
            <ac:grpSpMk id="48" creationId="{1D56D6AE-7276-2A6F-D18A-B1C51B073005}"/>
          </ac:grpSpMkLst>
        </pc:grpChg>
        <pc:grpChg chg="add mod">
          <ac:chgData name="KRITIKA PRAKASH" userId="c4fc5cf5-905f-4757-ba63-9e0ec3aa68c8" providerId="ADAL" clId="{2340B9D4-EF1D-E748-8915-765C0B7DA16E}" dt="2023-08-18T03:39:17.038" v="6797" actId="1076"/>
          <ac:grpSpMkLst>
            <pc:docMk/>
            <pc:sldMk cId="3883581720" sldId="329"/>
            <ac:grpSpMk id="56" creationId="{E09FA27D-A9EF-BC77-57A4-0EA44A260F31}"/>
          </ac:grpSpMkLst>
        </pc:grpChg>
        <pc:grpChg chg="add mod">
          <ac:chgData name="KRITIKA PRAKASH" userId="c4fc5cf5-905f-4757-ba63-9e0ec3aa68c8" providerId="ADAL" clId="{2340B9D4-EF1D-E748-8915-765C0B7DA16E}" dt="2023-08-18T03:39:17.038" v="6797" actId="1076"/>
          <ac:grpSpMkLst>
            <pc:docMk/>
            <pc:sldMk cId="3883581720" sldId="329"/>
            <ac:grpSpMk id="58" creationId="{29AE79C7-DCBB-0ADE-4B7D-F9C355EC31CF}"/>
          </ac:grpSpMkLst>
        </pc:grpChg>
        <pc:grpChg chg="add mod">
          <ac:chgData name="KRITIKA PRAKASH" userId="c4fc5cf5-905f-4757-ba63-9e0ec3aa68c8" providerId="ADAL" clId="{2340B9D4-EF1D-E748-8915-765C0B7DA16E}" dt="2023-08-18T04:07:17.247" v="7279" actId="1076"/>
          <ac:grpSpMkLst>
            <pc:docMk/>
            <pc:sldMk cId="3883581720" sldId="329"/>
            <ac:grpSpMk id="72" creationId="{A23EA93E-3B08-4D6D-253C-97CC5A162592}"/>
          </ac:grpSpMkLst>
        </pc:grpChg>
        <pc:grpChg chg="add del mod">
          <ac:chgData name="KRITIKA PRAKASH" userId="c4fc5cf5-905f-4757-ba63-9e0ec3aa68c8" providerId="ADAL" clId="{2340B9D4-EF1D-E748-8915-765C0B7DA16E}" dt="2023-08-18T03:41:08.011" v="6805"/>
          <ac:grpSpMkLst>
            <pc:docMk/>
            <pc:sldMk cId="3883581720" sldId="329"/>
            <ac:grpSpMk id="75" creationId="{FD3F8437-C32E-1921-975F-324154388231}"/>
          </ac:grpSpMkLst>
        </pc:grpChg>
        <pc:grpChg chg="add mod">
          <ac:chgData name="KRITIKA PRAKASH" userId="c4fc5cf5-905f-4757-ba63-9e0ec3aa68c8" providerId="ADAL" clId="{2340B9D4-EF1D-E748-8915-765C0B7DA16E}" dt="2023-08-18T03:58:50.146" v="7133" actId="1076"/>
          <ac:grpSpMkLst>
            <pc:docMk/>
            <pc:sldMk cId="3883581720" sldId="329"/>
            <ac:grpSpMk id="84" creationId="{C1538607-9078-73FC-326D-690984834308}"/>
          </ac:grpSpMkLst>
        </pc:grpChg>
        <pc:grpChg chg="add mod">
          <ac:chgData name="KRITIKA PRAKASH" userId="c4fc5cf5-905f-4757-ba63-9e0ec3aa68c8" providerId="ADAL" clId="{2340B9D4-EF1D-E748-8915-765C0B7DA16E}" dt="2023-08-18T03:59:48.771" v="7158" actId="164"/>
          <ac:grpSpMkLst>
            <pc:docMk/>
            <pc:sldMk cId="3883581720" sldId="329"/>
            <ac:grpSpMk id="111" creationId="{85AFD348-16C9-B54F-E9EA-BC2C41B7A9C8}"/>
          </ac:grpSpMkLst>
        </pc:grpChg>
        <pc:grpChg chg="add mod">
          <ac:chgData name="KRITIKA PRAKASH" userId="c4fc5cf5-905f-4757-ba63-9e0ec3aa68c8" providerId="ADAL" clId="{2340B9D4-EF1D-E748-8915-765C0B7DA16E}" dt="2023-08-18T08:02:20.800" v="10580" actId="14100"/>
          <ac:grpSpMkLst>
            <pc:docMk/>
            <pc:sldMk cId="3883581720" sldId="329"/>
            <ac:grpSpMk id="1036" creationId="{A2A044A5-3EF6-B10F-BA89-1A7B49C167EC}"/>
          </ac:grpSpMkLst>
        </pc:grpChg>
        <pc:grpChg chg="mod">
          <ac:chgData name="KRITIKA PRAKASH" userId="c4fc5cf5-905f-4757-ba63-9e0ec3aa68c8" providerId="ADAL" clId="{2340B9D4-EF1D-E748-8915-765C0B7DA16E}" dt="2023-08-18T08:03:28.683" v="10593" actId="1076"/>
          <ac:grpSpMkLst>
            <pc:docMk/>
            <pc:sldMk cId="3883581720" sldId="329"/>
            <ac:grpSpMk id="2077" creationId="{8C4E3A14-B8B2-3C5D-135D-D31FC5C4F0DC}"/>
          </ac:grpSpMkLst>
        </pc:grpChg>
        <pc:graphicFrameChg chg="del">
          <ac:chgData name="KRITIKA PRAKASH" userId="c4fc5cf5-905f-4757-ba63-9e0ec3aa68c8" providerId="ADAL" clId="{2340B9D4-EF1D-E748-8915-765C0B7DA16E}" dt="2023-08-18T07:08:21.968" v="10063" actId="478"/>
          <ac:graphicFrameMkLst>
            <pc:docMk/>
            <pc:sldMk cId="3883581720" sldId="329"/>
            <ac:graphicFrameMk id="3" creationId="{8D9AA43B-DB17-0801-DA16-28332B337908}"/>
          </ac:graphicFrameMkLst>
        </pc:graphicFrameChg>
        <pc:picChg chg="add mod">
          <ac:chgData name="KRITIKA PRAKASH" userId="c4fc5cf5-905f-4757-ba63-9e0ec3aa68c8" providerId="ADAL" clId="{2340B9D4-EF1D-E748-8915-765C0B7DA16E}" dt="2023-08-18T03:27:25.803" v="6665" actId="1036"/>
          <ac:picMkLst>
            <pc:docMk/>
            <pc:sldMk cId="3883581720" sldId="329"/>
            <ac:picMk id="4" creationId="{9DAAB6CD-9B86-E8F1-49A7-9BF28B7A9508}"/>
          </ac:picMkLst>
        </pc:picChg>
        <pc:picChg chg="add mod">
          <ac:chgData name="KRITIKA PRAKASH" userId="c4fc5cf5-905f-4757-ba63-9e0ec3aa68c8" providerId="ADAL" clId="{2340B9D4-EF1D-E748-8915-765C0B7DA16E}" dt="2023-08-18T03:27:25.803" v="6665" actId="1036"/>
          <ac:picMkLst>
            <pc:docMk/>
            <pc:sldMk cId="3883581720" sldId="329"/>
            <ac:picMk id="5" creationId="{39E84477-D40F-4191-FCA5-32309D59FC70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67" creationId="{62939CE7-60E8-C5A3-5E0E-C4923E8DAAD9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1085" creationId="{F2B6B866-F0D7-E549-33C9-3B69B42A6348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2052" creationId="{00A84324-45C6-54A3-7502-A757DF9A4519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2070" creationId="{509C81A3-27E9-BA34-15B8-12234EE3B5DB}"/>
          </ac:picMkLst>
        </pc:picChg>
        <pc:picChg chg="del">
          <ac:chgData name="KRITIKA PRAKASH" userId="c4fc5cf5-905f-4757-ba63-9e0ec3aa68c8" providerId="ADAL" clId="{2340B9D4-EF1D-E748-8915-765C0B7DA16E}" dt="2023-08-18T02:50:49.097" v="5902" actId="478"/>
          <ac:picMkLst>
            <pc:docMk/>
            <pc:sldMk cId="3883581720" sldId="329"/>
            <ac:picMk id="2085" creationId="{53F91289-AF28-65A9-83A3-EAEB6BD5DCDF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2128" creationId="{E294EAAD-4640-62EA-81C9-C3B266359444}"/>
          </ac:picMkLst>
        </pc:picChg>
        <pc:picChg chg="del">
          <ac:chgData name="KRITIKA PRAKASH" userId="c4fc5cf5-905f-4757-ba63-9e0ec3aa68c8" providerId="ADAL" clId="{2340B9D4-EF1D-E748-8915-765C0B7DA16E}" dt="2023-08-18T02:50:43.632" v="5898" actId="478"/>
          <ac:picMkLst>
            <pc:docMk/>
            <pc:sldMk cId="3883581720" sldId="329"/>
            <ac:picMk id="2144" creationId="{AE0AD584-9F2D-53F0-32A0-89B30D5EA3A1}"/>
          </ac:picMkLst>
        </pc:picChg>
        <pc:picChg chg="add mod">
          <ac:chgData name="KRITIKA PRAKASH" userId="c4fc5cf5-905f-4757-ba63-9e0ec3aa68c8" providerId="ADAL" clId="{2340B9D4-EF1D-E748-8915-765C0B7DA16E}" dt="2023-08-18T03:27:25.803" v="6665" actId="1036"/>
          <ac:picMkLst>
            <pc:docMk/>
            <pc:sldMk cId="3883581720" sldId="329"/>
            <ac:picMk id="9218" creationId="{06FDFDAC-2C9E-B157-7BB0-E85DC8749D46}"/>
          </ac:picMkLst>
        </pc:picChg>
        <pc:picChg chg="add del mod">
          <ac:chgData name="KRITIKA PRAKASH" userId="c4fc5cf5-905f-4757-ba63-9e0ec3aa68c8" providerId="ADAL" clId="{2340B9D4-EF1D-E748-8915-765C0B7DA16E}" dt="2023-08-18T03:31:02.837" v="6683" actId="478"/>
          <ac:picMkLst>
            <pc:docMk/>
            <pc:sldMk cId="3883581720" sldId="329"/>
            <ac:picMk id="9220" creationId="{9B355D45-4969-F037-25A5-40BD9290D84B}"/>
          </ac:picMkLst>
        </pc:picChg>
        <pc:picChg chg="add mod">
          <ac:chgData name="KRITIKA PRAKASH" userId="c4fc5cf5-905f-4757-ba63-9e0ec3aa68c8" providerId="ADAL" clId="{2340B9D4-EF1D-E748-8915-765C0B7DA16E}" dt="2023-08-18T03:55:41.498" v="7093" actId="1076"/>
          <ac:picMkLst>
            <pc:docMk/>
            <pc:sldMk cId="3883581720" sldId="329"/>
            <ac:picMk id="9222" creationId="{6B4929BE-0A19-5162-7B8E-62EE3B8B16CA}"/>
          </ac:picMkLst>
        </pc:picChg>
        <pc:picChg chg="add mod">
          <ac:chgData name="KRITIKA PRAKASH" userId="c4fc5cf5-905f-4757-ba63-9e0ec3aa68c8" providerId="ADAL" clId="{2340B9D4-EF1D-E748-8915-765C0B7DA16E}" dt="2023-08-18T03:55:41.498" v="7093" actId="1076"/>
          <ac:picMkLst>
            <pc:docMk/>
            <pc:sldMk cId="3883581720" sldId="329"/>
            <ac:picMk id="9224" creationId="{B2F5CEA1-89A8-4FB4-48B5-2064A465AC27}"/>
          </ac:picMkLst>
        </pc:picChg>
        <pc:picChg chg="add mod">
          <ac:chgData name="KRITIKA PRAKASH" userId="c4fc5cf5-905f-4757-ba63-9e0ec3aa68c8" providerId="ADAL" clId="{2340B9D4-EF1D-E748-8915-765C0B7DA16E}" dt="2023-08-18T03:39:17.038" v="6797" actId="1076"/>
          <ac:picMkLst>
            <pc:docMk/>
            <pc:sldMk cId="3883581720" sldId="329"/>
            <ac:picMk id="9226" creationId="{FE60C035-7318-637E-E713-1A7F4FFFA94D}"/>
          </ac:picMkLst>
        </pc:picChg>
        <pc:picChg chg="add mod">
          <ac:chgData name="KRITIKA PRAKASH" userId="c4fc5cf5-905f-4757-ba63-9e0ec3aa68c8" providerId="ADAL" clId="{2340B9D4-EF1D-E748-8915-765C0B7DA16E}" dt="2023-08-18T03:39:17.038" v="6797" actId="1076"/>
          <ac:picMkLst>
            <pc:docMk/>
            <pc:sldMk cId="3883581720" sldId="329"/>
            <ac:picMk id="9228" creationId="{0E738858-132E-F4E3-7BB2-FDBF1D1E8E7D}"/>
          </ac:picMkLst>
        </pc:picChg>
        <pc:picChg chg="add mod">
          <ac:chgData name="KRITIKA PRAKASH" userId="c4fc5cf5-905f-4757-ba63-9e0ec3aa68c8" providerId="ADAL" clId="{2340B9D4-EF1D-E748-8915-765C0B7DA16E}" dt="2023-08-18T03:58:50.146" v="7133" actId="1076"/>
          <ac:picMkLst>
            <pc:docMk/>
            <pc:sldMk cId="3883581720" sldId="329"/>
            <ac:picMk id="9230" creationId="{3C21E281-B293-D0E3-57C6-D2EF60E49A44}"/>
          </ac:picMkLst>
        </pc:picChg>
        <pc:picChg chg="add mod">
          <ac:chgData name="KRITIKA PRAKASH" userId="c4fc5cf5-905f-4757-ba63-9e0ec3aa68c8" providerId="ADAL" clId="{2340B9D4-EF1D-E748-8915-765C0B7DA16E}" dt="2023-08-18T03:59:48.771" v="7158" actId="164"/>
          <ac:picMkLst>
            <pc:docMk/>
            <pc:sldMk cId="3883581720" sldId="329"/>
            <ac:picMk id="9232" creationId="{2091F1F9-7698-D01E-0186-CBB223D46817}"/>
          </ac:picMkLst>
        </pc:picChg>
        <pc:cxnChg chg="add del mod">
          <ac:chgData name="KRITIKA PRAKASH" userId="c4fc5cf5-905f-4757-ba63-9e0ec3aa68c8" providerId="ADAL" clId="{2340B9D4-EF1D-E748-8915-765C0B7DA16E}" dt="2023-08-18T03:28:17.680" v="6666" actId="478"/>
          <ac:cxnSpMkLst>
            <pc:docMk/>
            <pc:sldMk cId="3883581720" sldId="329"/>
            <ac:cxnSpMk id="3" creationId="{2C0FCB86-1960-52B4-264E-3A9151627626}"/>
          </ac:cxnSpMkLst>
        </pc:cxnChg>
        <pc:cxnChg chg="add del mod">
          <ac:chgData name="KRITIKA PRAKASH" userId="c4fc5cf5-905f-4757-ba63-9e0ec3aa68c8" providerId="ADAL" clId="{2340B9D4-EF1D-E748-8915-765C0B7DA16E}" dt="2023-08-18T02:56:04.707" v="5975" actId="478"/>
          <ac:cxnSpMkLst>
            <pc:docMk/>
            <pc:sldMk cId="3883581720" sldId="329"/>
            <ac:cxnSpMk id="7" creationId="{96BF241F-46B3-B214-7D20-F24BC4516770}"/>
          </ac:cxnSpMkLst>
        </pc:cxnChg>
        <pc:cxnChg chg="add mod">
          <ac:chgData name="KRITIKA PRAKASH" userId="c4fc5cf5-905f-4757-ba63-9e0ec3aa68c8" providerId="ADAL" clId="{2340B9D4-EF1D-E748-8915-765C0B7DA16E}" dt="2023-08-18T03:27:25.803" v="6665" actId="1036"/>
          <ac:cxnSpMkLst>
            <pc:docMk/>
            <pc:sldMk cId="3883581720" sldId="329"/>
            <ac:cxnSpMk id="10" creationId="{B00D5161-CC07-216F-6AA6-D4828A1E35FC}"/>
          </ac:cxnSpMkLst>
        </pc:cxnChg>
        <pc:cxnChg chg="mod">
          <ac:chgData name="KRITIKA PRAKASH" userId="c4fc5cf5-905f-4757-ba63-9e0ec3aa68c8" providerId="ADAL" clId="{2340B9D4-EF1D-E748-8915-765C0B7DA16E}" dt="2023-08-18T03:27:25.803" v="6665" actId="1036"/>
          <ac:cxnSpMkLst>
            <pc:docMk/>
            <pc:sldMk cId="3883581720" sldId="329"/>
            <ac:cxnSpMk id="16" creationId="{AFB547DD-EDDE-701A-7ACF-2C9B29CD6C37}"/>
          </ac:cxnSpMkLst>
        </pc:cxnChg>
        <pc:cxnChg chg="add mod">
          <ac:chgData name="KRITIKA PRAKASH" userId="c4fc5cf5-905f-4757-ba63-9e0ec3aa68c8" providerId="ADAL" clId="{2340B9D4-EF1D-E748-8915-765C0B7DA16E}" dt="2023-08-18T03:39:21.404" v="6798" actId="14100"/>
          <ac:cxnSpMkLst>
            <pc:docMk/>
            <pc:sldMk cId="3883581720" sldId="329"/>
            <ac:cxnSpMk id="49" creationId="{99F696EF-6F13-6503-C4F4-EE6110785D7D}"/>
          </ac:cxnSpMkLst>
        </pc:cxnChg>
        <pc:cxnChg chg="add mod">
          <ac:chgData name="KRITIKA PRAKASH" userId="c4fc5cf5-905f-4757-ba63-9e0ec3aa68c8" providerId="ADAL" clId="{2340B9D4-EF1D-E748-8915-765C0B7DA16E}" dt="2023-08-18T03:39:17.038" v="6797" actId="1076"/>
          <ac:cxnSpMkLst>
            <pc:docMk/>
            <pc:sldMk cId="3883581720" sldId="329"/>
            <ac:cxnSpMk id="59" creationId="{E3421B2D-23E2-A735-726B-1C1CBA5B8A33}"/>
          </ac:cxnSpMkLst>
        </pc:cxnChg>
        <pc:cxnChg chg="add mod">
          <ac:chgData name="KRITIKA PRAKASH" userId="c4fc5cf5-905f-4757-ba63-9e0ec3aa68c8" providerId="ADAL" clId="{2340B9D4-EF1D-E748-8915-765C0B7DA16E}" dt="2023-08-18T03:39:17.038" v="6797" actId="1076"/>
          <ac:cxnSpMkLst>
            <pc:docMk/>
            <pc:sldMk cId="3883581720" sldId="329"/>
            <ac:cxnSpMk id="62" creationId="{8AE0C1D0-6D2C-06D9-D3D0-0E50D600D724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86" creationId="{614F6A94-45AD-43A5-7483-C93158605523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87" creationId="{9729D89D-EB7E-0825-BF0C-5CD0FDD06785}"/>
          </ac:cxnSpMkLst>
        </pc:cxnChg>
        <pc:cxnChg chg="add del mod">
          <ac:chgData name="KRITIKA PRAKASH" userId="c4fc5cf5-905f-4757-ba63-9e0ec3aa68c8" providerId="ADAL" clId="{2340B9D4-EF1D-E748-8915-765C0B7DA16E}" dt="2023-08-18T03:54:07.300" v="7075" actId="478"/>
          <ac:cxnSpMkLst>
            <pc:docMk/>
            <pc:sldMk cId="3883581720" sldId="329"/>
            <ac:cxnSpMk id="88" creationId="{08F469EB-6123-AE58-BA49-1CDCF16EBDE5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90" creationId="{9C239564-CEE3-B0C5-36F1-AB9B17EEA29E}"/>
          </ac:cxnSpMkLst>
        </pc:cxnChg>
        <pc:cxnChg chg="add del mod">
          <ac:chgData name="KRITIKA PRAKASH" userId="c4fc5cf5-905f-4757-ba63-9e0ec3aa68c8" providerId="ADAL" clId="{2340B9D4-EF1D-E748-8915-765C0B7DA16E}" dt="2023-08-18T03:54:07.300" v="7075" actId="478"/>
          <ac:cxnSpMkLst>
            <pc:docMk/>
            <pc:sldMk cId="3883581720" sldId="329"/>
            <ac:cxnSpMk id="92" creationId="{125A18BC-EF40-6CED-30B9-6F986ED7513F}"/>
          </ac:cxnSpMkLst>
        </pc:cxnChg>
        <pc:cxnChg chg="add del mod">
          <ac:chgData name="KRITIKA PRAKASH" userId="c4fc5cf5-905f-4757-ba63-9e0ec3aa68c8" providerId="ADAL" clId="{2340B9D4-EF1D-E748-8915-765C0B7DA16E}" dt="2023-08-18T03:54:07.300" v="7075" actId="478"/>
          <ac:cxnSpMkLst>
            <pc:docMk/>
            <pc:sldMk cId="3883581720" sldId="329"/>
            <ac:cxnSpMk id="95" creationId="{83AB290F-7283-5F94-422E-5F6DA1834119}"/>
          </ac:cxnSpMkLst>
        </pc:cxnChg>
        <pc:cxnChg chg="add del mod">
          <ac:chgData name="KRITIKA PRAKASH" userId="c4fc5cf5-905f-4757-ba63-9e0ec3aa68c8" providerId="ADAL" clId="{2340B9D4-EF1D-E748-8915-765C0B7DA16E}" dt="2023-08-18T03:59:09.192" v="7138" actId="478"/>
          <ac:cxnSpMkLst>
            <pc:docMk/>
            <pc:sldMk cId="3883581720" sldId="329"/>
            <ac:cxnSpMk id="99" creationId="{FF3EEF5F-3165-E897-DDFF-EA97582E3E6D}"/>
          </ac:cxnSpMkLst>
        </pc:cxnChg>
        <pc:cxnChg chg="add del mod">
          <ac:chgData name="KRITIKA PRAKASH" userId="c4fc5cf5-905f-4757-ba63-9e0ec3aa68c8" providerId="ADAL" clId="{2340B9D4-EF1D-E748-8915-765C0B7DA16E}" dt="2023-08-18T04:00:07.142" v="7160" actId="478"/>
          <ac:cxnSpMkLst>
            <pc:docMk/>
            <pc:sldMk cId="3883581720" sldId="329"/>
            <ac:cxnSpMk id="113" creationId="{15840A71-9082-74FA-BD5B-070B4C459468}"/>
          </ac:cxnSpMkLst>
        </pc:cxnChg>
        <pc:cxnChg chg="add mod">
          <ac:chgData name="KRITIKA PRAKASH" userId="c4fc5cf5-905f-4757-ba63-9e0ec3aa68c8" providerId="ADAL" clId="{2340B9D4-EF1D-E748-8915-765C0B7DA16E}" dt="2023-08-18T08:03:39.649" v="10594" actId="14100"/>
          <ac:cxnSpMkLst>
            <pc:docMk/>
            <pc:sldMk cId="3883581720" sldId="329"/>
            <ac:cxnSpMk id="115" creationId="{66BFE325-3075-D3CC-D8D0-180F097A5616}"/>
          </ac:cxnSpMkLst>
        </pc:cxnChg>
        <pc:cxnChg chg="add del mod">
          <ac:chgData name="KRITIKA PRAKASH" userId="c4fc5cf5-905f-4757-ba63-9e0ec3aa68c8" providerId="ADAL" clId="{2340B9D4-EF1D-E748-8915-765C0B7DA16E}" dt="2023-08-18T04:01:54.500" v="7185" actId="478"/>
          <ac:cxnSpMkLst>
            <pc:docMk/>
            <pc:sldMk cId="3883581720" sldId="329"/>
            <ac:cxnSpMk id="116" creationId="{0AA7CDBC-C687-B291-7E4E-987D16B9E077}"/>
          </ac:cxnSpMkLst>
        </pc:cxnChg>
        <pc:cxnChg chg="add del mod">
          <ac:chgData name="KRITIKA PRAKASH" userId="c4fc5cf5-905f-4757-ba63-9e0ec3aa68c8" providerId="ADAL" clId="{2340B9D4-EF1D-E748-8915-765C0B7DA16E}" dt="2023-08-18T04:01:52.825" v="7184" actId="478"/>
          <ac:cxnSpMkLst>
            <pc:docMk/>
            <pc:sldMk cId="3883581720" sldId="329"/>
            <ac:cxnSpMk id="124" creationId="{53B0515A-BF55-430E-DD40-39FBFA86E296}"/>
          </ac:cxnSpMkLst>
        </pc:cxnChg>
        <pc:cxnChg chg="add mod">
          <ac:chgData name="KRITIKA PRAKASH" userId="c4fc5cf5-905f-4757-ba63-9e0ec3aa68c8" providerId="ADAL" clId="{2340B9D4-EF1D-E748-8915-765C0B7DA16E}" dt="2023-08-18T07:08:40.858" v="10065" actId="14100"/>
          <ac:cxnSpMkLst>
            <pc:docMk/>
            <pc:sldMk cId="3883581720" sldId="329"/>
            <ac:cxnSpMk id="127" creationId="{67CB2F36-1144-908C-BDB7-09820014A064}"/>
          </ac:cxnSpMkLst>
        </pc:cxnChg>
        <pc:cxnChg chg="add mod">
          <ac:chgData name="KRITIKA PRAKASH" userId="c4fc5cf5-905f-4757-ba63-9e0ec3aa68c8" providerId="ADAL" clId="{2340B9D4-EF1D-E748-8915-765C0B7DA16E}" dt="2023-08-18T08:03:44.565" v="10595" actId="14100"/>
          <ac:cxnSpMkLst>
            <pc:docMk/>
            <pc:sldMk cId="3883581720" sldId="329"/>
            <ac:cxnSpMk id="1026" creationId="{127F37C9-44D1-43AE-C045-0A04FCF9BD32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2105" creationId="{5287C40C-3631-A69B-2462-DA38683FD0AA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2106" creationId="{807D3F96-AB1C-9656-1733-240F9CEF6524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2109" creationId="{A096CF5F-78B9-46B0-41E5-132ABA42801E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2112" creationId="{AA461588-99D8-AFEF-26ED-BEB7AA48460C}"/>
          </ac:cxnSpMkLst>
        </pc:cxnChg>
        <pc:cxnChg chg="del">
          <ac:chgData name="KRITIKA PRAKASH" userId="c4fc5cf5-905f-4757-ba63-9e0ec3aa68c8" providerId="ADAL" clId="{2340B9D4-EF1D-E748-8915-765C0B7DA16E}" dt="2023-08-18T02:50:43.632" v="5898" actId="478"/>
          <ac:cxnSpMkLst>
            <pc:docMk/>
            <pc:sldMk cId="3883581720" sldId="329"/>
            <ac:cxnSpMk id="2143" creationId="{C1B4BCF7-881C-7F27-0BAF-12949D710050}"/>
          </ac:cxnSpMkLst>
        </pc:cxnChg>
      </pc:sldChg>
      <pc:sldChg chg="add del">
        <pc:chgData name="KRITIKA PRAKASH" userId="c4fc5cf5-905f-4757-ba63-9e0ec3aa68c8" providerId="ADAL" clId="{2340B9D4-EF1D-E748-8915-765C0B7DA16E}" dt="2023-08-18T01:32:50.723" v="4826"/>
        <pc:sldMkLst>
          <pc:docMk/>
          <pc:sldMk cId="4033437484" sldId="329"/>
        </pc:sldMkLst>
      </pc:sldChg>
      <pc:sldChg chg="addSp modSp add ord">
        <pc:chgData name="KRITIKA PRAKASH" userId="c4fc5cf5-905f-4757-ba63-9e0ec3aa68c8" providerId="ADAL" clId="{2340B9D4-EF1D-E748-8915-765C0B7DA16E}" dt="2023-08-18T07:16:11.058" v="10271"/>
        <pc:sldMkLst>
          <pc:docMk/>
          <pc:sldMk cId="1045723350" sldId="332"/>
        </pc:sldMkLst>
        <pc:spChg chg="add mod">
          <ac:chgData name="KRITIKA PRAKASH" userId="c4fc5cf5-905f-4757-ba63-9e0ec3aa68c8" providerId="ADAL" clId="{2340B9D4-EF1D-E748-8915-765C0B7DA16E}" dt="2023-08-18T07:16:11.058" v="10271"/>
          <ac:spMkLst>
            <pc:docMk/>
            <pc:sldMk cId="1045723350" sldId="332"/>
            <ac:spMk id="6" creationId="{A361C978-4020-1791-4104-BAC4D5E21FA2}"/>
          </ac:spMkLst>
        </pc:spChg>
      </pc:sldChg>
      <pc:sldChg chg="delSp add del mod">
        <pc:chgData name="KRITIKA PRAKASH" userId="c4fc5cf5-905f-4757-ba63-9e0ec3aa68c8" providerId="ADAL" clId="{2340B9D4-EF1D-E748-8915-765C0B7DA16E}" dt="2023-08-18T06:38:45.708" v="9844" actId="2696"/>
        <pc:sldMkLst>
          <pc:docMk/>
          <pc:sldMk cId="629042928" sldId="334"/>
        </pc:sldMkLst>
        <pc:spChg chg="del">
          <ac:chgData name="KRITIKA PRAKASH" userId="c4fc5cf5-905f-4757-ba63-9e0ec3aa68c8" providerId="ADAL" clId="{2340B9D4-EF1D-E748-8915-765C0B7DA16E}" dt="2023-08-18T06:21:28.337" v="9288" actId="478"/>
          <ac:spMkLst>
            <pc:docMk/>
            <pc:sldMk cId="629042928" sldId="334"/>
            <ac:spMk id="43" creationId="{3B5C168E-B03C-6292-CDA9-7F1F59613C30}"/>
          </ac:spMkLst>
        </pc:spChg>
        <pc:spChg chg="del">
          <ac:chgData name="KRITIKA PRAKASH" userId="c4fc5cf5-905f-4757-ba63-9e0ec3aa68c8" providerId="ADAL" clId="{2340B9D4-EF1D-E748-8915-765C0B7DA16E}" dt="2023-08-18T06:31:49.828" v="9693" actId="478"/>
          <ac:spMkLst>
            <pc:docMk/>
            <pc:sldMk cId="629042928" sldId="334"/>
            <ac:spMk id="64" creationId="{C4433129-3D65-2AB4-2315-8F97C0E02BFB}"/>
          </ac:spMkLst>
        </pc:spChg>
        <pc:graphicFrameChg chg="del">
          <ac:chgData name="KRITIKA PRAKASH" userId="c4fc5cf5-905f-4757-ba63-9e0ec3aa68c8" providerId="ADAL" clId="{2340B9D4-EF1D-E748-8915-765C0B7DA16E}" dt="2023-08-18T06:21:26.181" v="9287" actId="478"/>
          <ac:graphicFrameMkLst>
            <pc:docMk/>
            <pc:sldMk cId="629042928" sldId="334"/>
            <ac:graphicFrameMk id="61" creationId="{598F53AD-FBDF-D8E5-8208-98BA084F27CB}"/>
          </ac:graphicFrameMkLst>
        </pc:graphicFrameChg>
      </pc:sldChg>
      <pc:sldChg chg="addSp delSp modSp add mod">
        <pc:chgData name="KRITIKA PRAKASH" userId="c4fc5cf5-905f-4757-ba63-9e0ec3aa68c8" providerId="ADAL" clId="{2340B9D4-EF1D-E748-8915-765C0B7DA16E}" dt="2023-08-18T08:24:02.845" v="10717" actId="14100"/>
        <pc:sldMkLst>
          <pc:docMk/>
          <pc:sldMk cId="2646481569" sldId="335"/>
        </pc:sldMkLst>
        <pc:spChg chg="mod">
          <ac:chgData name="KRITIKA PRAKASH" userId="c4fc5cf5-905f-4757-ba63-9e0ec3aa68c8" providerId="ADAL" clId="{2340B9D4-EF1D-E748-8915-765C0B7DA16E}" dt="2023-08-18T08:14:53.070" v="10678" actId="2711"/>
          <ac:spMkLst>
            <pc:docMk/>
            <pc:sldMk cId="2646481569" sldId="335"/>
            <ac:spMk id="2" creationId="{A6AA2842-23D1-9D4C-8C34-54F396B0B405}"/>
          </ac:spMkLst>
        </pc:spChg>
        <pc:spChg chg="add mod">
          <ac:chgData name="KRITIKA PRAKASH" userId="c4fc5cf5-905f-4757-ba63-9e0ec3aa68c8" providerId="ADAL" clId="{2340B9D4-EF1D-E748-8915-765C0B7DA16E}" dt="2023-08-18T07:52:04.078" v="10551" actId="1076"/>
          <ac:spMkLst>
            <pc:docMk/>
            <pc:sldMk cId="2646481569" sldId="335"/>
            <ac:spMk id="4" creationId="{35318E04-3C14-356D-BFE9-7AC852CFCF64}"/>
          </ac:spMkLst>
        </pc:spChg>
        <pc:spChg chg="add mod topLvl">
          <ac:chgData name="KRITIKA PRAKASH" userId="c4fc5cf5-905f-4757-ba63-9e0ec3aa68c8" providerId="ADAL" clId="{2340B9D4-EF1D-E748-8915-765C0B7DA16E}" dt="2023-08-18T07:51:57.063" v="10550" actId="1036"/>
          <ac:spMkLst>
            <pc:docMk/>
            <pc:sldMk cId="2646481569" sldId="335"/>
            <ac:spMk id="6" creationId="{DD12DBB3-8A9C-AF13-2C5F-4DDFFD844D87}"/>
          </ac:spMkLst>
        </pc:spChg>
        <pc:spChg chg="add mod topLvl">
          <ac:chgData name="KRITIKA PRAKASH" userId="c4fc5cf5-905f-4757-ba63-9e0ec3aa68c8" providerId="ADAL" clId="{2340B9D4-EF1D-E748-8915-765C0B7DA16E}" dt="2023-08-18T08:23:59.212" v="10716" actId="14100"/>
          <ac:spMkLst>
            <pc:docMk/>
            <pc:sldMk cId="2646481569" sldId="335"/>
            <ac:spMk id="7" creationId="{D70EE304-52C7-1DEC-67AA-55ECAF257203}"/>
          </ac:spMkLst>
        </pc:spChg>
        <pc:spChg chg="add mod">
          <ac:chgData name="KRITIKA PRAKASH" userId="c4fc5cf5-905f-4757-ba63-9e0ec3aa68c8" providerId="ADAL" clId="{2340B9D4-EF1D-E748-8915-765C0B7DA16E}" dt="2023-08-18T07:51:08.950" v="10541" actId="1076"/>
          <ac:spMkLst>
            <pc:docMk/>
            <pc:sldMk cId="2646481569" sldId="335"/>
            <ac:spMk id="8" creationId="{974D308E-FA85-BB89-7974-CCDECC0CDD5D}"/>
          </ac:spMkLst>
        </pc:spChg>
        <pc:spChg chg="add mod topLvl">
          <ac:chgData name="KRITIKA PRAKASH" userId="c4fc5cf5-905f-4757-ba63-9e0ec3aa68c8" providerId="ADAL" clId="{2340B9D4-EF1D-E748-8915-765C0B7DA16E}" dt="2023-08-18T07:51:57.063" v="10550" actId="1036"/>
          <ac:spMkLst>
            <pc:docMk/>
            <pc:sldMk cId="2646481569" sldId="335"/>
            <ac:spMk id="15" creationId="{0621F16C-C14E-5364-F4F0-3F4C50321FBB}"/>
          </ac:spMkLst>
        </pc:spChg>
        <pc:spChg chg="add mod topLvl">
          <ac:chgData name="KRITIKA PRAKASH" userId="c4fc5cf5-905f-4757-ba63-9e0ec3aa68c8" providerId="ADAL" clId="{2340B9D4-EF1D-E748-8915-765C0B7DA16E}" dt="2023-08-18T08:24:02.845" v="10717" actId="14100"/>
          <ac:spMkLst>
            <pc:docMk/>
            <pc:sldMk cId="2646481569" sldId="335"/>
            <ac:spMk id="17" creationId="{AFA8C762-3D73-2899-9E40-06EB511F2726}"/>
          </ac:spMkLst>
        </pc:spChg>
        <pc:spChg chg="add mod topLvl">
          <ac:chgData name="KRITIKA PRAKASH" userId="c4fc5cf5-905f-4757-ba63-9e0ec3aa68c8" providerId="ADAL" clId="{2340B9D4-EF1D-E748-8915-765C0B7DA16E}" dt="2023-08-18T07:51:57.063" v="10550" actId="1036"/>
          <ac:spMkLst>
            <pc:docMk/>
            <pc:sldMk cId="2646481569" sldId="335"/>
            <ac:spMk id="18" creationId="{8E34D1F5-7767-8094-A86C-2ECE2F9D95B5}"/>
          </ac:spMkLst>
        </pc:spChg>
        <pc:spChg chg="add del mod">
          <ac:chgData name="KRITIKA PRAKASH" userId="c4fc5cf5-905f-4757-ba63-9e0ec3aa68c8" providerId="ADAL" clId="{2340B9D4-EF1D-E748-8915-765C0B7DA16E}" dt="2023-08-18T06:09:55.591" v="9052"/>
          <ac:spMkLst>
            <pc:docMk/>
            <pc:sldMk cId="2646481569" sldId="335"/>
            <ac:spMk id="18" creationId="{DCCA3EF0-7E3B-668B-FFCC-4C3E44BF29DA}"/>
          </ac:spMkLst>
        </pc:spChg>
        <pc:spChg chg="add mod topLvl">
          <ac:chgData name="KRITIKA PRAKASH" userId="c4fc5cf5-905f-4757-ba63-9e0ec3aa68c8" providerId="ADAL" clId="{2340B9D4-EF1D-E748-8915-765C0B7DA16E}" dt="2023-08-18T07:51:57.063" v="10550" actId="1036"/>
          <ac:spMkLst>
            <pc:docMk/>
            <pc:sldMk cId="2646481569" sldId="335"/>
            <ac:spMk id="19" creationId="{0BC75F1A-2BBE-3876-46C1-0F5F895ACA55}"/>
          </ac:spMkLst>
        </pc:spChg>
        <pc:spChg chg="add mod topLvl">
          <ac:chgData name="KRITIKA PRAKASH" userId="c4fc5cf5-905f-4757-ba63-9e0ec3aa68c8" providerId="ADAL" clId="{2340B9D4-EF1D-E748-8915-765C0B7DA16E}" dt="2023-08-18T07:51:57.063" v="10550" actId="1036"/>
          <ac:spMkLst>
            <pc:docMk/>
            <pc:sldMk cId="2646481569" sldId="335"/>
            <ac:spMk id="20" creationId="{A7BEAB69-C036-2F84-8368-23EFAE2CCA5D}"/>
          </ac:spMkLst>
        </pc:spChg>
        <pc:spChg chg="add mod topLvl">
          <ac:chgData name="KRITIKA PRAKASH" userId="c4fc5cf5-905f-4757-ba63-9e0ec3aa68c8" providerId="ADAL" clId="{2340B9D4-EF1D-E748-8915-765C0B7DA16E}" dt="2023-08-18T08:23:54.745" v="10715" actId="14100"/>
          <ac:spMkLst>
            <pc:docMk/>
            <pc:sldMk cId="2646481569" sldId="335"/>
            <ac:spMk id="21" creationId="{224A83DE-E10D-39B3-877B-086321D31B8C}"/>
          </ac:spMkLst>
        </pc:spChg>
        <pc:spChg chg="add mod topLvl">
          <ac:chgData name="KRITIKA PRAKASH" userId="c4fc5cf5-905f-4757-ba63-9e0ec3aa68c8" providerId="ADAL" clId="{2340B9D4-EF1D-E748-8915-765C0B7DA16E}" dt="2023-08-18T07:51:41.876" v="10543" actId="14100"/>
          <ac:spMkLst>
            <pc:docMk/>
            <pc:sldMk cId="2646481569" sldId="335"/>
            <ac:spMk id="22" creationId="{6803ED4C-1148-FA8E-62CF-4575ED3179D3}"/>
          </ac:spMkLst>
        </pc:spChg>
        <pc:spChg chg="add mod topLvl">
          <ac:chgData name="KRITIKA PRAKASH" userId="c4fc5cf5-905f-4757-ba63-9e0ec3aa68c8" providerId="ADAL" clId="{2340B9D4-EF1D-E748-8915-765C0B7DA16E}" dt="2023-08-18T07:51:41.876" v="10543" actId="14100"/>
          <ac:spMkLst>
            <pc:docMk/>
            <pc:sldMk cId="2646481569" sldId="335"/>
            <ac:spMk id="23" creationId="{3C979B96-C090-CC2E-2FCC-3F1D9B24210B}"/>
          </ac:spMkLst>
        </pc:spChg>
        <pc:spChg chg="add mod">
          <ac:chgData name="KRITIKA PRAKASH" userId="c4fc5cf5-905f-4757-ba63-9e0ec3aa68c8" providerId="ADAL" clId="{2340B9D4-EF1D-E748-8915-765C0B7DA16E}" dt="2023-08-18T07:41:05.337" v="10371" actId="164"/>
          <ac:spMkLst>
            <pc:docMk/>
            <pc:sldMk cId="2646481569" sldId="335"/>
            <ac:spMk id="24" creationId="{CCC7A35B-B65A-C0FE-B726-4CBB3FCD3227}"/>
          </ac:spMkLst>
        </pc:spChg>
        <pc:spChg chg="add mod">
          <ac:chgData name="KRITIKA PRAKASH" userId="c4fc5cf5-905f-4757-ba63-9e0ec3aa68c8" providerId="ADAL" clId="{2340B9D4-EF1D-E748-8915-765C0B7DA16E}" dt="2023-08-18T07:41:12.134" v="10372" actId="164"/>
          <ac:spMkLst>
            <pc:docMk/>
            <pc:sldMk cId="2646481569" sldId="335"/>
            <ac:spMk id="25" creationId="{D556EA97-3ECA-FE88-C4D6-B815C28F4274}"/>
          </ac:spMkLst>
        </pc:spChg>
        <pc:spChg chg="add mod">
          <ac:chgData name="KRITIKA PRAKASH" userId="c4fc5cf5-905f-4757-ba63-9e0ec3aa68c8" providerId="ADAL" clId="{2340B9D4-EF1D-E748-8915-765C0B7DA16E}" dt="2023-08-18T07:51:00.475" v="10540" actId="1076"/>
          <ac:spMkLst>
            <pc:docMk/>
            <pc:sldMk cId="2646481569" sldId="335"/>
            <ac:spMk id="35" creationId="{A13D71AE-B740-1270-834C-1E82810BD131}"/>
          </ac:spMkLst>
        </pc:spChg>
        <pc:spChg chg="add del mod">
          <ac:chgData name="KRITIKA PRAKASH" userId="c4fc5cf5-905f-4757-ba63-9e0ec3aa68c8" providerId="ADAL" clId="{2340B9D4-EF1D-E748-8915-765C0B7DA16E}" dt="2023-08-18T06:31:40.901" v="9691" actId="478"/>
          <ac:spMkLst>
            <pc:docMk/>
            <pc:sldMk cId="2646481569" sldId="335"/>
            <ac:spMk id="36" creationId="{ED90134C-A7D3-B950-9F85-DD739E8BF624}"/>
          </ac:spMkLst>
        </pc:spChg>
        <pc:spChg chg="add mod">
          <ac:chgData name="KRITIKA PRAKASH" userId="c4fc5cf5-905f-4757-ba63-9e0ec3aa68c8" providerId="ADAL" clId="{2340B9D4-EF1D-E748-8915-765C0B7DA16E}" dt="2023-08-18T07:50:57.130" v="10539" actId="1076"/>
          <ac:spMkLst>
            <pc:docMk/>
            <pc:sldMk cId="2646481569" sldId="335"/>
            <ac:spMk id="37" creationId="{6CB12041-D4F3-99D5-7114-3C0EDB70CC7C}"/>
          </ac:spMkLst>
        </pc:spChg>
        <pc:spChg chg="add mod">
          <ac:chgData name="KRITIKA PRAKASH" userId="c4fc5cf5-905f-4757-ba63-9e0ec3aa68c8" providerId="ADAL" clId="{2340B9D4-EF1D-E748-8915-765C0B7DA16E}" dt="2023-08-18T07:50:52.163" v="10538" actId="1036"/>
          <ac:spMkLst>
            <pc:docMk/>
            <pc:sldMk cId="2646481569" sldId="335"/>
            <ac:spMk id="38" creationId="{7557907B-E61D-4C22-731D-9E72C3E97E64}"/>
          </ac:spMkLst>
        </pc:spChg>
        <pc:spChg chg="add mod">
          <ac:chgData name="KRITIKA PRAKASH" userId="c4fc5cf5-905f-4757-ba63-9e0ec3aa68c8" providerId="ADAL" clId="{2340B9D4-EF1D-E748-8915-765C0B7DA16E}" dt="2023-08-18T07:50:52.163" v="10538" actId="1036"/>
          <ac:spMkLst>
            <pc:docMk/>
            <pc:sldMk cId="2646481569" sldId="335"/>
            <ac:spMk id="39" creationId="{7377ADF7-128E-DB15-7438-C4D47036DFD0}"/>
          </ac:spMkLst>
        </pc:spChg>
        <pc:spChg chg="add del mod">
          <ac:chgData name="KRITIKA PRAKASH" userId="c4fc5cf5-905f-4757-ba63-9e0ec3aa68c8" providerId="ADAL" clId="{2340B9D4-EF1D-E748-8915-765C0B7DA16E}" dt="2023-08-18T07:50:52.163" v="10538" actId="1036"/>
          <ac:spMkLst>
            <pc:docMk/>
            <pc:sldMk cId="2646481569" sldId="335"/>
            <ac:spMk id="40" creationId="{B4655F6B-FB67-72F3-A48F-4B0F673A42A0}"/>
          </ac:spMkLst>
        </pc:spChg>
        <pc:spChg chg="add mod">
          <ac:chgData name="KRITIKA PRAKASH" userId="c4fc5cf5-905f-4757-ba63-9e0ec3aa68c8" providerId="ADAL" clId="{2340B9D4-EF1D-E748-8915-765C0B7DA16E}" dt="2023-08-18T07:50:52.163" v="10538" actId="1036"/>
          <ac:spMkLst>
            <pc:docMk/>
            <pc:sldMk cId="2646481569" sldId="335"/>
            <ac:spMk id="41" creationId="{B483C5EB-660D-2205-CF6B-DFC175BE49DD}"/>
          </ac:spMkLst>
        </pc:spChg>
        <pc:spChg chg="add mod">
          <ac:chgData name="KRITIKA PRAKASH" userId="c4fc5cf5-905f-4757-ba63-9e0ec3aa68c8" providerId="ADAL" clId="{2340B9D4-EF1D-E748-8915-765C0B7DA16E}" dt="2023-08-18T07:50:52.163" v="10538" actId="1036"/>
          <ac:spMkLst>
            <pc:docMk/>
            <pc:sldMk cId="2646481569" sldId="335"/>
            <ac:spMk id="42" creationId="{374551A2-2A63-1E04-1E77-E96F365DC9DB}"/>
          </ac:spMkLst>
        </pc:spChg>
        <pc:spChg chg="add mod">
          <ac:chgData name="KRITIKA PRAKASH" userId="c4fc5cf5-905f-4757-ba63-9e0ec3aa68c8" providerId="ADAL" clId="{2340B9D4-EF1D-E748-8915-765C0B7DA16E}" dt="2023-08-18T07:50:37.778" v="10530" actId="1036"/>
          <ac:spMkLst>
            <pc:docMk/>
            <pc:sldMk cId="2646481569" sldId="335"/>
            <ac:spMk id="43" creationId="{1803B33D-971D-9E5A-C64D-2F09A99C246D}"/>
          </ac:spMkLst>
        </pc:spChg>
        <pc:spChg chg="del">
          <ac:chgData name="KRITIKA PRAKASH" userId="c4fc5cf5-905f-4757-ba63-9e0ec3aa68c8" providerId="ADAL" clId="{2340B9D4-EF1D-E748-8915-765C0B7DA16E}" dt="2023-08-18T06:03:57.827" v="8930" actId="478"/>
          <ac:spMkLst>
            <pc:docMk/>
            <pc:sldMk cId="2646481569" sldId="335"/>
            <ac:spMk id="43" creationId="{3B5C168E-B03C-6292-CDA9-7F1F59613C30}"/>
          </ac:spMkLst>
        </pc:spChg>
        <pc:spChg chg="del">
          <ac:chgData name="KRITIKA PRAKASH" userId="c4fc5cf5-905f-4757-ba63-9e0ec3aa68c8" providerId="ADAL" clId="{2340B9D4-EF1D-E748-8915-765C0B7DA16E}" dt="2023-08-18T06:04:08.793" v="8935" actId="478"/>
          <ac:spMkLst>
            <pc:docMk/>
            <pc:sldMk cId="2646481569" sldId="335"/>
            <ac:spMk id="44" creationId="{8DCD28FF-1092-D0E4-EF96-81F33D849207}"/>
          </ac:spMkLst>
        </pc:spChg>
        <pc:spChg chg="add mod">
          <ac:chgData name="KRITIKA PRAKASH" userId="c4fc5cf5-905f-4757-ba63-9e0ec3aa68c8" providerId="ADAL" clId="{2340B9D4-EF1D-E748-8915-765C0B7DA16E}" dt="2023-08-18T07:50:37.778" v="10530" actId="1036"/>
          <ac:spMkLst>
            <pc:docMk/>
            <pc:sldMk cId="2646481569" sldId="335"/>
            <ac:spMk id="44" creationId="{AA1DC5EA-EA3A-80C9-6431-5235B2EB0C35}"/>
          </ac:spMkLst>
        </pc:spChg>
        <pc:spChg chg="add mod">
          <ac:chgData name="KRITIKA PRAKASH" userId="c4fc5cf5-905f-4757-ba63-9e0ec3aa68c8" providerId="ADAL" clId="{2340B9D4-EF1D-E748-8915-765C0B7DA16E}" dt="2023-08-18T07:50:37.778" v="10530" actId="1036"/>
          <ac:spMkLst>
            <pc:docMk/>
            <pc:sldMk cId="2646481569" sldId="335"/>
            <ac:spMk id="45" creationId="{9539D3D2-4CCD-AE1D-B5F3-0D6802A51EE4}"/>
          </ac:spMkLst>
        </pc:spChg>
        <pc:spChg chg="add mod">
          <ac:chgData name="KRITIKA PRAKASH" userId="c4fc5cf5-905f-4757-ba63-9e0ec3aa68c8" providerId="ADAL" clId="{2340B9D4-EF1D-E748-8915-765C0B7DA16E}" dt="2023-08-18T07:50:37.778" v="10530" actId="1036"/>
          <ac:spMkLst>
            <pc:docMk/>
            <pc:sldMk cId="2646481569" sldId="335"/>
            <ac:spMk id="46" creationId="{34C72D36-F02C-D2AE-08E0-228D388DC79D}"/>
          </ac:spMkLst>
        </pc:spChg>
        <pc:spChg chg="add mod">
          <ac:chgData name="KRITIKA PRAKASH" userId="c4fc5cf5-905f-4757-ba63-9e0ec3aa68c8" providerId="ADAL" clId="{2340B9D4-EF1D-E748-8915-765C0B7DA16E}" dt="2023-08-18T07:50:28.695" v="10524" actId="14100"/>
          <ac:spMkLst>
            <pc:docMk/>
            <pc:sldMk cId="2646481569" sldId="335"/>
            <ac:spMk id="47" creationId="{AB692B65-2E0E-EA33-9DA5-507CEEF67B4D}"/>
          </ac:spMkLst>
        </pc:spChg>
        <pc:spChg chg="add mod">
          <ac:chgData name="KRITIKA PRAKASH" userId="c4fc5cf5-905f-4757-ba63-9e0ec3aa68c8" providerId="ADAL" clId="{2340B9D4-EF1D-E748-8915-765C0B7DA16E}" dt="2023-08-18T07:50:23.003" v="10523" actId="1036"/>
          <ac:spMkLst>
            <pc:docMk/>
            <pc:sldMk cId="2646481569" sldId="335"/>
            <ac:spMk id="48" creationId="{53EBB5BB-05CD-7656-5A74-9B2FE35D8257}"/>
          </ac:spMkLst>
        </pc:spChg>
        <pc:spChg chg="add mod">
          <ac:chgData name="KRITIKA PRAKASH" userId="c4fc5cf5-905f-4757-ba63-9e0ec3aa68c8" providerId="ADAL" clId="{2340B9D4-EF1D-E748-8915-765C0B7DA16E}" dt="2023-08-18T07:47:33.258" v="10481" actId="1036"/>
          <ac:spMkLst>
            <pc:docMk/>
            <pc:sldMk cId="2646481569" sldId="335"/>
            <ac:spMk id="49" creationId="{B4C18B98-DB11-D9DD-9089-24B26E2BF520}"/>
          </ac:spMkLst>
        </pc:spChg>
        <pc:spChg chg="del">
          <ac:chgData name="KRITIKA PRAKASH" userId="c4fc5cf5-905f-4757-ba63-9e0ec3aa68c8" providerId="ADAL" clId="{2340B9D4-EF1D-E748-8915-765C0B7DA16E}" dt="2023-08-18T06:04:01.642" v="8932" actId="478"/>
          <ac:spMkLst>
            <pc:docMk/>
            <pc:sldMk cId="2646481569" sldId="335"/>
            <ac:spMk id="58" creationId="{9815366E-FA57-0E88-28B8-C2BDE2ACA6C7}"/>
          </ac:spMkLst>
        </pc:spChg>
        <pc:spChg chg="del">
          <ac:chgData name="KRITIKA PRAKASH" userId="c4fc5cf5-905f-4757-ba63-9e0ec3aa68c8" providerId="ADAL" clId="{2340B9D4-EF1D-E748-8915-765C0B7DA16E}" dt="2023-08-18T06:04:06.505" v="8934" actId="478"/>
          <ac:spMkLst>
            <pc:docMk/>
            <pc:sldMk cId="2646481569" sldId="335"/>
            <ac:spMk id="59" creationId="{5D5C39CD-2EB1-4A16-5483-17452F529B98}"/>
          </ac:spMkLst>
        </pc:spChg>
        <pc:spChg chg="add del mod">
          <ac:chgData name="KRITIKA PRAKASH" userId="c4fc5cf5-905f-4757-ba63-9e0ec3aa68c8" providerId="ADAL" clId="{2340B9D4-EF1D-E748-8915-765C0B7DA16E}" dt="2023-08-18T07:41:28.824" v="10375" actId="478"/>
          <ac:spMkLst>
            <pc:docMk/>
            <pc:sldMk cId="2646481569" sldId="335"/>
            <ac:spMk id="63" creationId="{494FF915-6284-1E6C-1301-9F8978444FB9}"/>
          </ac:spMkLst>
        </pc:spChg>
        <pc:spChg chg="del">
          <ac:chgData name="KRITIKA PRAKASH" userId="c4fc5cf5-905f-4757-ba63-9e0ec3aa68c8" providerId="ADAL" clId="{2340B9D4-EF1D-E748-8915-765C0B7DA16E}" dt="2023-08-18T06:04:04.289" v="8933" actId="478"/>
          <ac:spMkLst>
            <pc:docMk/>
            <pc:sldMk cId="2646481569" sldId="335"/>
            <ac:spMk id="64" creationId="{C4433129-3D65-2AB4-2315-8F97C0E02BFB}"/>
          </ac:spMkLst>
        </pc:spChg>
        <pc:grpChg chg="add del mod">
          <ac:chgData name="KRITIKA PRAKASH" userId="c4fc5cf5-905f-4757-ba63-9e0ec3aa68c8" providerId="ADAL" clId="{2340B9D4-EF1D-E748-8915-765C0B7DA16E}" dt="2023-08-18T07:19:20.709" v="10272" actId="165"/>
          <ac:grpSpMkLst>
            <pc:docMk/>
            <pc:sldMk cId="2646481569" sldId="335"/>
            <ac:grpSpMk id="30" creationId="{C6E09810-AC2A-F224-405B-CE2AE01BF839}"/>
          </ac:grpSpMkLst>
        </pc:grpChg>
        <pc:grpChg chg="add del mod">
          <ac:chgData name="KRITIKA PRAKASH" userId="c4fc5cf5-905f-4757-ba63-9e0ec3aa68c8" providerId="ADAL" clId="{2340B9D4-EF1D-E748-8915-765C0B7DA16E}" dt="2023-08-18T07:19:20.709" v="10272" actId="165"/>
          <ac:grpSpMkLst>
            <pc:docMk/>
            <pc:sldMk cId="2646481569" sldId="335"/>
            <ac:grpSpMk id="31" creationId="{7FAF2E94-E71D-3A69-DD61-E99D9AAC1B7A}"/>
          </ac:grpSpMkLst>
        </pc:grpChg>
        <pc:grpChg chg="add del mod">
          <ac:chgData name="KRITIKA PRAKASH" userId="c4fc5cf5-905f-4757-ba63-9e0ec3aa68c8" providerId="ADAL" clId="{2340B9D4-EF1D-E748-8915-765C0B7DA16E}" dt="2023-08-18T07:19:20.709" v="10272" actId="165"/>
          <ac:grpSpMkLst>
            <pc:docMk/>
            <pc:sldMk cId="2646481569" sldId="335"/>
            <ac:grpSpMk id="32" creationId="{BBC2115F-85A1-94BC-20A9-27851ECFFA91}"/>
          </ac:grpSpMkLst>
        </pc:grpChg>
        <pc:grpChg chg="add del mod">
          <ac:chgData name="KRITIKA PRAKASH" userId="c4fc5cf5-905f-4757-ba63-9e0ec3aa68c8" providerId="ADAL" clId="{2340B9D4-EF1D-E748-8915-765C0B7DA16E}" dt="2023-08-18T07:19:20.709" v="10272" actId="165"/>
          <ac:grpSpMkLst>
            <pc:docMk/>
            <pc:sldMk cId="2646481569" sldId="335"/>
            <ac:grpSpMk id="33" creationId="{8FE523D0-915D-6A67-E1B0-F74536983F37}"/>
          </ac:grpSpMkLst>
        </pc:grpChg>
        <pc:grpChg chg="add del mod">
          <ac:chgData name="KRITIKA PRAKASH" userId="c4fc5cf5-905f-4757-ba63-9e0ec3aa68c8" providerId="ADAL" clId="{2340B9D4-EF1D-E748-8915-765C0B7DA16E}" dt="2023-08-18T07:19:20.709" v="10272" actId="165"/>
          <ac:grpSpMkLst>
            <pc:docMk/>
            <pc:sldMk cId="2646481569" sldId="335"/>
            <ac:grpSpMk id="34" creationId="{5C927374-CB6E-93E6-2DAF-6160C6704C3B}"/>
          </ac:grpSpMkLst>
        </pc:grpChg>
        <pc:grpChg chg="add mod">
          <ac:chgData name="KRITIKA PRAKASH" userId="c4fc5cf5-905f-4757-ba63-9e0ec3aa68c8" providerId="ADAL" clId="{2340B9D4-EF1D-E748-8915-765C0B7DA16E}" dt="2023-08-18T07:51:57.063" v="10550" actId="1036"/>
          <ac:grpSpMkLst>
            <pc:docMk/>
            <pc:sldMk cId="2646481569" sldId="335"/>
            <ac:grpSpMk id="61" creationId="{D02ED25B-82BE-8545-6C96-0AD8F7E1D951}"/>
          </ac:grpSpMkLst>
        </pc:grpChg>
        <pc:grpChg chg="add mod">
          <ac:chgData name="KRITIKA PRAKASH" userId="c4fc5cf5-905f-4757-ba63-9e0ec3aa68c8" providerId="ADAL" clId="{2340B9D4-EF1D-E748-8915-765C0B7DA16E}" dt="2023-08-18T07:51:57.063" v="10550" actId="1036"/>
          <ac:grpSpMkLst>
            <pc:docMk/>
            <pc:sldMk cId="2646481569" sldId="335"/>
            <ac:grpSpMk id="62" creationId="{01617BEB-16F1-A3F7-BA9D-AF923A92BD31}"/>
          </ac:grpSpMkLst>
        </pc:grpChg>
        <pc:graphicFrameChg chg="add del mod modGraphic">
          <ac:chgData name="KRITIKA PRAKASH" userId="c4fc5cf5-905f-4757-ba63-9e0ec3aa68c8" providerId="ADAL" clId="{2340B9D4-EF1D-E748-8915-765C0B7DA16E}" dt="2023-08-18T06:18:28.736" v="9187" actId="478"/>
          <ac:graphicFrameMkLst>
            <pc:docMk/>
            <pc:sldMk cId="2646481569" sldId="335"/>
            <ac:graphicFrameMk id="16" creationId="{2A5D2DA4-7845-0B01-FED1-750F09ACAE9C}"/>
          </ac:graphicFrameMkLst>
        </pc:graphicFrameChg>
        <pc:graphicFrameChg chg="del">
          <ac:chgData name="KRITIKA PRAKASH" userId="c4fc5cf5-905f-4757-ba63-9e0ec3aa68c8" providerId="ADAL" clId="{2340B9D4-EF1D-E748-8915-765C0B7DA16E}" dt="2023-08-18T07:32:13.145" v="10356" actId="478"/>
          <ac:graphicFrameMkLst>
            <pc:docMk/>
            <pc:sldMk cId="2646481569" sldId="335"/>
            <ac:graphicFrameMk id="16" creationId="{FCB6118F-C0A3-E9E3-13A4-80CB5A864F50}"/>
          </ac:graphicFrameMkLst>
        </pc:graphicFrameChg>
        <pc:graphicFrameChg chg="add del mod">
          <ac:chgData name="KRITIKA PRAKASH" userId="c4fc5cf5-905f-4757-ba63-9e0ec3aa68c8" providerId="ADAL" clId="{2340B9D4-EF1D-E748-8915-765C0B7DA16E}" dt="2023-08-18T07:40:06.290" v="10365" actId="478"/>
          <ac:graphicFrameMkLst>
            <pc:docMk/>
            <pc:sldMk cId="2646481569" sldId="335"/>
            <ac:graphicFrameMk id="60" creationId="{14CE5499-A5D7-3914-385D-C5FD72F81CB2}"/>
          </ac:graphicFrameMkLst>
        </pc:graphicFrameChg>
        <pc:graphicFrameChg chg="del">
          <ac:chgData name="KRITIKA PRAKASH" userId="c4fc5cf5-905f-4757-ba63-9e0ec3aa68c8" providerId="ADAL" clId="{2340B9D4-EF1D-E748-8915-765C0B7DA16E}" dt="2023-08-18T06:03:59.144" v="8931" actId="478"/>
          <ac:graphicFrameMkLst>
            <pc:docMk/>
            <pc:sldMk cId="2646481569" sldId="335"/>
            <ac:graphicFrameMk id="61" creationId="{598F53AD-FBDF-D8E5-8208-98BA084F27CB}"/>
          </ac:graphicFrameMkLst>
        </pc:graphicFrameChg>
        <pc:graphicFrameChg chg="add del mod modGraphic">
          <ac:chgData name="KRITIKA PRAKASH" userId="c4fc5cf5-905f-4757-ba63-9e0ec3aa68c8" providerId="ADAL" clId="{2340B9D4-EF1D-E748-8915-765C0B7DA16E}" dt="2023-08-18T07:44:21.414" v="10427" actId="478"/>
          <ac:graphicFrameMkLst>
            <pc:docMk/>
            <pc:sldMk cId="2646481569" sldId="335"/>
            <ac:graphicFrameMk id="65" creationId="{FFFED8A2-AC6F-00EC-F854-79E20A85D3DC}"/>
          </ac:graphicFrameMkLst>
        </pc:graphicFrameChg>
        <pc:graphicFrameChg chg="add mod modGraphic">
          <ac:chgData name="KRITIKA PRAKASH" userId="c4fc5cf5-905f-4757-ba63-9e0ec3aa68c8" providerId="ADAL" clId="{2340B9D4-EF1D-E748-8915-765C0B7DA16E}" dt="2023-08-18T07:52:12.296" v="10552" actId="1076"/>
          <ac:graphicFrameMkLst>
            <pc:docMk/>
            <pc:sldMk cId="2646481569" sldId="335"/>
            <ac:graphicFrameMk id="66" creationId="{0719EC3A-A4C7-8E5B-3C95-AE04D8CF1263}"/>
          </ac:graphicFrameMkLst>
        </pc:graphicFrameChg>
        <pc:picChg chg="add del mod">
          <ac:chgData name="KRITIKA PRAKASH" userId="c4fc5cf5-905f-4757-ba63-9e0ec3aa68c8" providerId="ADAL" clId="{2340B9D4-EF1D-E748-8915-765C0B7DA16E}" dt="2023-08-18T08:09:03.087" v="10642" actId="478"/>
          <ac:picMkLst>
            <pc:docMk/>
            <pc:sldMk cId="2646481569" sldId="335"/>
            <ac:picMk id="51" creationId="{927726CE-4AFF-5623-E22A-9615786D78EB}"/>
          </ac:picMkLst>
        </pc:picChg>
        <pc:picChg chg="add del mod">
          <ac:chgData name="KRITIKA PRAKASH" userId="c4fc5cf5-905f-4757-ba63-9e0ec3aa68c8" providerId="ADAL" clId="{2340B9D4-EF1D-E748-8915-765C0B7DA16E}" dt="2023-08-18T08:09:03.087" v="10642" actId="478"/>
          <ac:picMkLst>
            <pc:docMk/>
            <pc:sldMk cId="2646481569" sldId="335"/>
            <ac:picMk id="53" creationId="{813EB141-ADC3-2426-C3C2-E85809244CD0}"/>
          </ac:picMkLst>
        </pc:picChg>
        <pc:picChg chg="add del mod">
          <ac:chgData name="KRITIKA PRAKASH" userId="c4fc5cf5-905f-4757-ba63-9e0ec3aa68c8" providerId="ADAL" clId="{2340B9D4-EF1D-E748-8915-765C0B7DA16E}" dt="2023-08-18T08:09:03.087" v="10642" actId="478"/>
          <ac:picMkLst>
            <pc:docMk/>
            <pc:sldMk cId="2646481569" sldId="335"/>
            <ac:picMk id="55" creationId="{E89B46AC-E1DC-5C0C-9BFB-6F0348BBD8FD}"/>
          </ac:picMkLst>
        </pc:picChg>
        <pc:picChg chg="add del mod">
          <ac:chgData name="KRITIKA PRAKASH" userId="c4fc5cf5-905f-4757-ba63-9e0ec3aa68c8" providerId="ADAL" clId="{2340B9D4-EF1D-E748-8915-765C0B7DA16E}" dt="2023-08-18T08:09:03.087" v="10642" actId="478"/>
          <ac:picMkLst>
            <pc:docMk/>
            <pc:sldMk cId="2646481569" sldId="335"/>
            <ac:picMk id="57" creationId="{2FB20982-D7D9-0FCD-B684-6B0BDBC4C333}"/>
          </ac:picMkLst>
        </pc:picChg>
        <pc:picChg chg="add del mod">
          <ac:chgData name="KRITIKA PRAKASH" userId="c4fc5cf5-905f-4757-ba63-9e0ec3aa68c8" providerId="ADAL" clId="{2340B9D4-EF1D-E748-8915-765C0B7DA16E}" dt="2023-08-18T08:09:03.087" v="10642" actId="478"/>
          <ac:picMkLst>
            <pc:docMk/>
            <pc:sldMk cId="2646481569" sldId="335"/>
            <ac:picMk id="59" creationId="{4D54D13B-6BD8-12E9-C716-96D5BC9CFC3F}"/>
          </ac:picMkLst>
        </pc:picChg>
        <pc:picChg chg="mod">
          <ac:chgData name="KRITIKA PRAKASH" userId="c4fc5cf5-905f-4757-ba63-9e0ec3aa68c8" providerId="ADAL" clId="{2340B9D4-EF1D-E748-8915-765C0B7DA16E}" dt="2023-08-18T08:23:42.127" v="10712" actId="1076"/>
          <ac:picMkLst>
            <pc:docMk/>
            <pc:sldMk cId="2646481569" sldId="335"/>
            <ac:picMk id="1026" creationId="{608EE965-DB47-8F2B-05D4-BA8DA306B379}"/>
          </ac:picMkLst>
        </pc:picChg>
        <pc:picChg chg="mod">
          <ac:chgData name="KRITIKA PRAKASH" userId="c4fc5cf5-905f-4757-ba63-9e0ec3aa68c8" providerId="ADAL" clId="{2340B9D4-EF1D-E748-8915-765C0B7DA16E}" dt="2023-08-18T08:23:17.290" v="10706" actId="1076"/>
          <ac:picMkLst>
            <pc:docMk/>
            <pc:sldMk cId="2646481569" sldId="335"/>
            <ac:picMk id="1028" creationId="{5081C2DF-EF06-DFF5-5B0E-76F512A04EBD}"/>
          </ac:picMkLst>
        </pc:picChg>
        <pc:picChg chg="mod">
          <ac:chgData name="KRITIKA PRAKASH" userId="c4fc5cf5-905f-4757-ba63-9e0ec3aa68c8" providerId="ADAL" clId="{2340B9D4-EF1D-E748-8915-765C0B7DA16E}" dt="2023-08-18T08:23:23.143" v="10707" actId="1076"/>
          <ac:picMkLst>
            <pc:docMk/>
            <pc:sldMk cId="2646481569" sldId="335"/>
            <ac:picMk id="1030" creationId="{B3856419-4559-57A6-F2AE-1BB8E752EDB0}"/>
          </ac:picMkLst>
        </pc:picChg>
        <pc:picChg chg="mod">
          <ac:chgData name="KRITIKA PRAKASH" userId="c4fc5cf5-905f-4757-ba63-9e0ec3aa68c8" providerId="ADAL" clId="{2340B9D4-EF1D-E748-8915-765C0B7DA16E}" dt="2023-08-18T08:23:27.828" v="10708" actId="1076"/>
          <ac:picMkLst>
            <pc:docMk/>
            <pc:sldMk cId="2646481569" sldId="335"/>
            <ac:picMk id="1032" creationId="{8FFBABD9-FA23-B5BC-4C53-4141EE78C74C}"/>
          </ac:picMkLst>
        </pc:picChg>
        <pc:picChg chg="mod">
          <ac:chgData name="KRITIKA PRAKASH" userId="c4fc5cf5-905f-4757-ba63-9e0ec3aa68c8" providerId="ADAL" clId="{2340B9D4-EF1D-E748-8915-765C0B7DA16E}" dt="2023-08-18T08:23:39.544" v="10711" actId="1076"/>
          <ac:picMkLst>
            <pc:docMk/>
            <pc:sldMk cId="2646481569" sldId="335"/>
            <ac:picMk id="1034" creationId="{6946337D-7774-8243-8AF5-15FBC1B66FCA}"/>
          </ac:picMkLst>
        </pc:picChg>
        <pc:cxnChg chg="add mod">
          <ac:chgData name="KRITIKA PRAKASH" userId="c4fc5cf5-905f-4757-ba63-9e0ec3aa68c8" providerId="ADAL" clId="{2340B9D4-EF1D-E748-8915-765C0B7DA16E}" dt="2023-08-18T07:51:17.927" v="10542" actId="14100"/>
          <ac:cxnSpMkLst>
            <pc:docMk/>
            <pc:sldMk cId="2646481569" sldId="335"/>
            <ac:cxnSpMk id="3" creationId="{A7A18A83-16B3-39A0-285E-FDB7C052719C}"/>
          </ac:cxnSpMkLst>
        </pc:cxnChg>
        <pc:cxnChg chg="del">
          <ac:chgData name="KRITIKA PRAKASH" userId="c4fc5cf5-905f-4757-ba63-9e0ec3aa68c8" providerId="ADAL" clId="{2340B9D4-EF1D-E748-8915-765C0B7DA16E}" dt="2023-08-18T06:04:11.730" v="8936" actId="478"/>
          <ac:cxnSpMkLst>
            <pc:docMk/>
            <pc:sldMk cId="2646481569" sldId="335"/>
            <ac:cxnSpMk id="6" creationId="{4EB3E144-4AA0-A07A-4919-D34D3278C3E5}"/>
          </ac:cxnSpMkLst>
        </pc:cxnChg>
        <pc:cxnChg chg="add mod">
          <ac:chgData name="KRITIKA PRAKASH" userId="c4fc5cf5-905f-4757-ba63-9e0ec3aa68c8" providerId="ADAL" clId="{2340B9D4-EF1D-E748-8915-765C0B7DA16E}" dt="2023-08-18T07:41:05.337" v="10371" actId="164"/>
          <ac:cxnSpMkLst>
            <pc:docMk/>
            <pc:sldMk cId="2646481569" sldId="335"/>
            <ac:cxnSpMk id="27" creationId="{541DE6E6-1B48-F07C-056D-3CED7BD69144}"/>
          </ac:cxnSpMkLst>
        </pc:cxnChg>
        <pc:cxnChg chg="add mod">
          <ac:chgData name="KRITIKA PRAKASH" userId="c4fc5cf5-905f-4757-ba63-9e0ec3aa68c8" providerId="ADAL" clId="{2340B9D4-EF1D-E748-8915-765C0B7DA16E}" dt="2023-08-18T07:41:12.134" v="10372" actId="164"/>
          <ac:cxnSpMkLst>
            <pc:docMk/>
            <pc:sldMk cId="2646481569" sldId="335"/>
            <ac:cxnSpMk id="28" creationId="{FBA6C622-B992-A21B-F45A-DE69BA71DE26}"/>
          </ac:cxnSpMkLst>
        </pc:cxnChg>
      </pc:sldChg>
      <pc:sldChg chg="addSp modSp del mod">
        <pc:chgData name="KRITIKA PRAKASH" userId="c4fc5cf5-905f-4757-ba63-9e0ec3aa68c8" providerId="ADAL" clId="{2340B9D4-EF1D-E748-8915-765C0B7DA16E}" dt="2023-08-18T07:53:10.849" v="10559" actId="2696"/>
        <pc:sldMkLst>
          <pc:docMk/>
          <pc:sldMk cId="4003036336" sldId="336"/>
        </pc:sldMkLst>
        <pc:graphicFrameChg chg="modGraphic">
          <ac:chgData name="KRITIKA PRAKASH" userId="c4fc5cf5-905f-4757-ba63-9e0ec3aa68c8" providerId="ADAL" clId="{2340B9D4-EF1D-E748-8915-765C0B7DA16E}" dt="2023-08-18T07:38:25.705" v="10361" actId="14100"/>
          <ac:graphicFrameMkLst>
            <pc:docMk/>
            <pc:sldMk cId="4003036336" sldId="336"/>
            <ac:graphicFrameMk id="67" creationId="{153D5B56-9F7B-667C-B894-C300C7E47DE7}"/>
          </ac:graphicFrameMkLst>
        </pc:graphicFrameChg>
        <pc:graphicFrameChg chg="add mod modGraphic">
          <ac:chgData name="KRITIKA PRAKASH" userId="c4fc5cf5-905f-4757-ba63-9e0ec3aa68c8" providerId="ADAL" clId="{2340B9D4-EF1D-E748-8915-765C0B7DA16E}" dt="2023-08-18T07:45:20.641" v="10437" actId="1076"/>
          <ac:graphicFrameMkLst>
            <pc:docMk/>
            <pc:sldMk cId="4003036336" sldId="336"/>
            <ac:graphicFrameMk id="112" creationId="{4580CB2D-1ADA-6908-C8D4-88553DFCFB2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Parcel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6E-A840-B1BE-449D4343FC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Big&amp;Bulky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6E-A840-B1BE-449D4343FC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6E-A840-B1BE-449D4343F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9857487"/>
        <c:axId val="1529860143"/>
      </c:barChart>
      <c:catAx>
        <c:axId val="15298574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29860143"/>
        <c:crosses val="autoZero"/>
        <c:auto val="1"/>
        <c:lblAlgn val="ctr"/>
        <c:lblOffset val="100"/>
        <c:noMultiLvlLbl val="0"/>
      </c:catAx>
      <c:valAx>
        <c:axId val="152986014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298574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FY20</c:v>
                </c:pt>
                <c:pt idx="1">
                  <c:v>FY25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3-3D40-A1E4-894A8C2B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7615103"/>
        <c:axId val="1567616735"/>
      </c:barChart>
      <c:catAx>
        <c:axId val="156761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16735"/>
        <c:crosses val="autoZero"/>
        <c:auto val="1"/>
        <c:lblAlgn val="ctr"/>
        <c:lblOffset val="100"/>
        <c:noMultiLvlLbl val="0"/>
      </c:catAx>
      <c:valAx>
        <c:axId val="1567616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7615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50 cities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1C-AC4A-87E6-0583DA3C40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2+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1C-AC4A-87E6-0583DA3C40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0.45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1C-AC4A-87E6-0583DA3C4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31703807"/>
        <c:axId val="1631624511"/>
      </c:barChart>
      <c:catAx>
        <c:axId val="163170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624511"/>
        <c:crosses val="autoZero"/>
        <c:auto val="1"/>
        <c:lblAlgn val="ctr"/>
        <c:lblOffset val="100"/>
        <c:noMultiLvlLbl val="0"/>
      </c:catAx>
      <c:valAx>
        <c:axId val="163162451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3170380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37C2E-8BE8-7448-A34E-B580F94C97E3}" type="doc">
      <dgm:prSet loTypeId="urn:microsoft.com/office/officeart/2005/8/layout/cycle8" loCatId="" qsTypeId="urn:microsoft.com/office/officeart/2005/8/quickstyle/simple1" qsCatId="simple" csTypeId="urn:microsoft.com/office/officeart/2005/8/colors/accent5_1" csCatId="accent5" phldr="1"/>
      <dgm:spPr/>
    </dgm:pt>
    <dgm:pt modelId="{1E90A9D4-B6FA-A742-A0B0-0C3342A060FB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D321A1F4-A959-4B48-805F-55B11C982EE9}" type="parTrans" cxnId="{CC79AB5E-C410-5D49-B1DE-67297F4C9F59}">
      <dgm:prSet/>
      <dgm:spPr/>
      <dgm:t>
        <a:bodyPr/>
        <a:lstStyle/>
        <a:p>
          <a:endParaRPr lang="en-GB"/>
        </a:p>
      </dgm:t>
    </dgm:pt>
    <dgm:pt modelId="{F9AFCDCF-B0EA-7440-8AE5-B70BDCA11B36}" type="sibTrans" cxnId="{CC79AB5E-C410-5D49-B1DE-67297F4C9F59}">
      <dgm:prSet/>
      <dgm:spPr/>
      <dgm:t>
        <a:bodyPr/>
        <a:lstStyle/>
        <a:p>
          <a:endParaRPr lang="en-GB"/>
        </a:p>
      </dgm:t>
    </dgm:pt>
    <dgm:pt modelId="{5C9B531B-3CE2-D24E-8EC9-5EAB606AAAF8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A9B6F3D5-5BF5-1A4E-B462-D8DF68B73E88}" type="parTrans" cxnId="{C7332781-51E1-A843-8AD1-2D4D53000948}">
      <dgm:prSet/>
      <dgm:spPr/>
      <dgm:t>
        <a:bodyPr/>
        <a:lstStyle/>
        <a:p>
          <a:endParaRPr lang="en-GB"/>
        </a:p>
      </dgm:t>
    </dgm:pt>
    <dgm:pt modelId="{59ABECBB-E128-BF4C-8347-52976703D39E}" type="sibTrans" cxnId="{C7332781-51E1-A843-8AD1-2D4D53000948}">
      <dgm:prSet/>
      <dgm:spPr/>
      <dgm:t>
        <a:bodyPr/>
        <a:lstStyle/>
        <a:p>
          <a:endParaRPr lang="en-GB"/>
        </a:p>
      </dgm:t>
    </dgm:pt>
    <dgm:pt modelId="{61ADD8FE-0014-394B-B983-59A358255564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F4D3FAA8-7245-3C41-9BCE-8F1DBBACD057}" type="parTrans" cxnId="{556EC285-7CB5-F042-87B2-E2F825732025}">
      <dgm:prSet/>
      <dgm:spPr/>
      <dgm:t>
        <a:bodyPr/>
        <a:lstStyle/>
        <a:p>
          <a:endParaRPr lang="en-GB"/>
        </a:p>
      </dgm:t>
    </dgm:pt>
    <dgm:pt modelId="{E9F2E866-DAEE-8041-ADD1-7DDAAF7E6CF1}" type="sibTrans" cxnId="{556EC285-7CB5-F042-87B2-E2F825732025}">
      <dgm:prSet/>
      <dgm:spPr/>
      <dgm:t>
        <a:bodyPr/>
        <a:lstStyle/>
        <a:p>
          <a:endParaRPr lang="en-GB"/>
        </a:p>
      </dgm:t>
    </dgm:pt>
    <dgm:pt modelId="{D4CB3DD4-43D2-7840-A4F2-7A19329FE2EC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8B906C75-0C97-F944-93C8-2D9A0F9F06ED}" type="parTrans" cxnId="{DF1A06BE-7D1C-4141-A5D8-1E8A0EB65365}">
      <dgm:prSet/>
      <dgm:spPr/>
      <dgm:t>
        <a:bodyPr/>
        <a:lstStyle/>
        <a:p>
          <a:endParaRPr lang="en-GB"/>
        </a:p>
      </dgm:t>
    </dgm:pt>
    <dgm:pt modelId="{01089F66-60F2-0643-9531-E7A1A6C8FC36}" type="sibTrans" cxnId="{DF1A06BE-7D1C-4141-A5D8-1E8A0EB65365}">
      <dgm:prSet/>
      <dgm:spPr/>
      <dgm:t>
        <a:bodyPr/>
        <a:lstStyle/>
        <a:p>
          <a:endParaRPr lang="en-GB"/>
        </a:p>
      </dgm:t>
    </dgm:pt>
    <dgm:pt modelId="{5024E784-88DF-124F-A778-3589A4DCB8D4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04C4AB4C-53B5-6A4D-9141-F3922A1F966B}" type="parTrans" cxnId="{0391059D-D1DD-814E-A08B-6AD69D0C44A4}">
      <dgm:prSet/>
      <dgm:spPr/>
      <dgm:t>
        <a:bodyPr/>
        <a:lstStyle/>
        <a:p>
          <a:endParaRPr lang="en-GB"/>
        </a:p>
      </dgm:t>
    </dgm:pt>
    <dgm:pt modelId="{29AB8842-0B28-2841-85E1-B2C3A280E216}" type="sibTrans" cxnId="{0391059D-D1DD-814E-A08B-6AD69D0C44A4}">
      <dgm:prSet/>
      <dgm:spPr/>
      <dgm:t>
        <a:bodyPr/>
        <a:lstStyle/>
        <a:p>
          <a:endParaRPr lang="en-GB"/>
        </a:p>
      </dgm:t>
    </dgm:pt>
    <dgm:pt modelId="{6DC04D32-B089-1C4D-8181-5871B36B0941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49A16952-CA9F-7B4F-A29B-AAC0D1565162}" type="parTrans" cxnId="{58CAF0B7-DCF5-0144-93B7-6E1069845F00}">
      <dgm:prSet/>
      <dgm:spPr/>
      <dgm:t>
        <a:bodyPr/>
        <a:lstStyle/>
        <a:p>
          <a:endParaRPr lang="en-GB"/>
        </a:p>
      </dgm:t>
    </dgm:pt>
    <dgm:pt modelId="{BAB2FAB4-0E49-8D44-830E-66FC7F3181DC}" type="sibTrans" cxnId="{58CAF0B7-DCF5-0144-93B7-6E1069845F00}">
      <dgm:prSet/>
      <dgm:spPr/>
      <dgm:t>
        <a:bodyPr/>
        <a:lstStyle/>
        <a:p>
          <a:endParaRPr lang="en-GB"/>
        </a:p>
      </dgm:t>
    </dgm:pt>
    <dgm:pt modelId="{011DEDF3-0107-5142-A228-C800044FE57F}" type="pres">
      <dgm:prSet presAssocID="{9E837C2E-8BE8-7448-A34E-B580F94C97E3}" presName="compositeShape" presStyleCnt="0">
        <dgm:presLayoutVars>
          <dgm:chMax val="7"/>
          <dgm:dir/>
          <dgm:resizeHandles val="exact"/>
        </dgm:presLayoutVars>
      </dgm:prSet>
      <dgm:spPr/>
    </dgm:pt>
    <dgm:pt modelId="{94FDC1B5-DD98-574B-AC35-4B2A8FC0D944}" type="pres">
      <dgm:prSet presAssocID="{9E837C2E-8BE8-7448-A34E-B580F94C97E3}" presName="wedge1" presStyleLbl="node1" presStyleIdx="0" presStyleCnt="6"/>
      <dgm:spPr/>
    </dgm:pt>
    <dgm:pt modelId="{898DA54C-02B9-7145-8BD7-6E3DC21C71AC}" type="pres">
      <dgm:prSet presAssocID="{9E837C2E-8BE8-7448-A34E-B580F94C97E3}" presName="dummy1a" presStyleCnt="0"/>
      <dgm:spPr/>
    </dgm:pt>
    <dgm:pt modelId="{082B1222-FBFC-2640-9070-7342F0458755}" type="pres">
      <dgm:prSet presAssocID="{9E837C2E-8BE8-7448-A34E-B580F94C97E3}" presName="dummy1b" presStyleCnt="0"/>
      <dgm:spPr/>
    </dgm:pt>
    <dgm:pt modelId="{657ACF6B-2B80-5E42-869B-3C70E7DE4B9D}" type="pres">
      <dgm:prSet presAssocID="{9E837C2E-8BE8-7448-A34E-B580F94C97E3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A8B10F4-1716-0D4F-8946-2BD0BCFF76D4}" type="pres">
      <dgm:prSet presAssocID="{9E837C2E-8BE8-7448-A34E-B580F94C97E3}" presName="wedge2" presStyleLbl="node1" presStyleIdx="1" presStyleCnt="6"/>
      <dgm:spPr/>
    </dgm:pt>
    <dgm:pt modelId="{25B4D0D1-66E2-8A43-AF18-6A6670E39BB8}" type="pres">
      <dgm:prSet presAssocID="{9E837C2E-8BE8-7448-A34E-B580F94C97E3}" presName="dummy2a" presStyleCnt="0"/>
      <dgm:spPr/>
    </dgm:pt>
    <dgm:pt modelId="{F293A0C2-036A-0748-B4CE-98FE94CE1639}" type="pres">
      <dgm:prSet presAssocID="{9E837C2E-8BE8-7448-A34E-B580F94C97E3}" presName="dummy2b" presStyleCnt="0"/>
      <dgm:spPr/>
    </dgm:pt>
    <dgm:pt modelId="{0C0D7036-EC57-9C46-A069-F624FFBFA80F}" type="pres">
      <dgm:prSet presAssocID="{9E837C2E-8BE8-7448-A34E-B580F94C97E3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5BB35CE9-353A-FC44-93B1-D87A8170D99A}" type="pres">
      <dgm:prSet presAssocID="{9E837C2E-8BE8-7448-A34E-B580F94C97E3}" presName="wedge3" presStyleLbl="node1" presStyleIdx="2" presStyleCnt="6"/>
      <dgm:spPr/>
    </dgm:pt>
    <dgm:pt modelId="{2840D214-D30F-674A-B2CA-1A974FFC8548}" type="pres">
      <dgm:prSet presAssocID="{9E837C2E-8BE8-7448-A34E-B580F94C97E3}" presName="dummy3a" presStyleCnt="0"/>
      <dgm:spPr/>
    </dgm:pt>
    <dgm:pt modelId="{AA678AD4-CF3D-C34A-9EE9-C4D33201AB55}" type="pres">
      <dgm:prSet presAssocID="{9E837C2E-8BE8-7448-A34E-B580F94C97E3}" presName="dummy3b" presStyleCnt="0"/>
      <dgm:spPr/>
    </dgm:pt>
    <dgm:pt modelId="{E4B085C8-8600-7847-9BE4-4C1F92CC1443}" type="pres">
      <dgm:prSet presAssocID="{9E837C2E-8BE8-7448-A34E-B580F94C97E3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73A0E037-86C6-7B41-9114-5D4F31E08C88}" type="pres">
      <dgm:prSet presAssocID="{9E837C2E-8BE8-7448-A34E-B580F94C97E3}" presName="wedge4" presStyleLbl="node1" presStyleIdx="3" presStyleCnt="6"/>
      <dgm:spPr/>
    </dgm:pt>
    <dgm:pt modelId="{E283F45E-3675-2043-AF25-8C6D0CABC3D2}" type="pres">
      <dgm:prSet presAssocID="{9E837C2E-8BE8-7448-A34E-B580F94C97E3}" presName="dummy4a" presStyleCnt="0"/>
      <dgm:spPr/>
    </dgm:pt>
    <dgm:pt modelId="{C70572A3-9387-5F4A-AB0C-924EF5B8B85A}" type="pres">
      <dgm:prSet presAssocID="{9E837C2E-8BE8-7448-A34E-B580F94C97E3}" presName="dummy4b" presStyleCnt="0"/>
      <dgm:spPr/>
    </dgm:pt>
    <dgm:pt modelId="{6A71459C-8327-764A-9518-5CC907FB8D54}" type="pres">
      <dgm:prSet presAssocID="{9E837C2E-8BE8-7448-A34E-B580F94C97E3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A05BA7F-13F5-6F4D-9438-34315E0B29D9}" type="pres">
      <dgm:prSet presAssocID="{9E837C2E-8BE8-7448-A34E-B580F94C97E3}" presName="wedge5" presStyleLbl="node1" presStyleIdx="4" presStyleCnt="6"/>
      <dgm:spPr/>
    </dgm:pt>
    <dgm:pt modelId="{00E76428-102B-A043-8E55-DE2984A2FF57}" type="pres">
      <dgm:prSet presAssocID="{9E837C2E-8BE8-7448-A34E-B580F94C97E3}" presName="dummy5a" presStyleCnt="0"/>
      <dgm:spPr/>
    </dgm:pt>
    <dgm:pt modelId="{31356914-E929-C84E-939E-F8CAB03A327F}" type="pres">
      <dgm:prSet presAssocID="{9E837C2E-8BE8-7448-A34E-B580F94C97E3}" presName="dummy5b" presStyleCnt="0"/>
      <dgm:spPr/>
    </dgm:pt>
    <dgm:pt modelId="{F5D4696D-A39B-0D4C-8DBA-E47A713F1691}" type="pres">
      <dgm:prSet presAssocID="{9E837C2E-8BE8-7448-A34E-B580F94C97E3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B0A8251-83FC-AE42-96A3-753AF3BAFAE2}" type="pres">
      <dgm:prSet presAssocID="{9E837C2E-8BE8-7448-A34E-B580F94C97E3}" presName="wedge6" presStyleLbl="node1" presStyleIdx="5" presStyleCnt="6"/>
      <dgm:spPr/>
    </dgm:pt>
    <dgm:pt modelId="{6F0B7B12-FB51-F549-B483-EA0170278E4F}" type="pres">
      <dgm:prSet presAssocID="{9E837C2E-8BE8-7448-A34E-B580F94C97E3}" presName="dummy6a" presStyleCnt="0"/>
      <dgm:spPr/>
    </dgm:pt>
    <dgm:pt modelId="{2972DB09-9613-3646-A601-BDD51323B1A6}" type="pres">
      <dgm:prSet presAssocID="{9E837C2E-8BE8-7448-A34E-B580F94C97E3}" presName="dummy6b" presStyleCnt="0"/>
      <dgm:spPr/>
    </dgm:pt>
    <dgm:pt modelId="{486D06A4-11CB-F549-B3C6-7CF2A1FFDABF}" type="pres">
      <dgm:prSet presAssocID="{9E837C2E-8BE8-7448-A34E-B580F94C97E3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DF9E42BF-9842-9340-881D-1E87FA7B7871}" type="pres">
      <dgm:prSet presAssocID="{59ABECBB-E128-BF4C-8347-52976703D39E}" presName="arrowWedge1" presStyleLbl="fgSibTrans2D1" presStyleIdx="0" presStyleCnt="6"/>
      <dgm:spPr>
        <a:solidFill>
          <a:srgbClr val="7030A0"/>
        </a:solidFill>
      </dgm:spPr>
    </dgm:pt>
    <dgm:pt modelId="{3C03FCEC-D44C-634E-B679-7B636225944A}" type="pres">
      <dgm:prSet presAssocID="{E9F2E866-DAEE-8041-ADD1-7DDAAF7E6CF1}" presName="arrowWedge2" presStyleLbl="fgSibTrans2D1" presStyleIdx="1" presStyleCnt="6"/>
      <dgm:spPr>
        <a:solidFill>
          <a:srgbClr val="7030A0"/>
        </a:solidFill>
      </dgm:spPr>
    </dgm:pt>
    <dgm:pt modelId="{CAC1B9FE-EAF0-5040-9970-B0087BDBC9C2}" type="pres">
      <dgm:prSet presAssocID="{01089F66-60F2-0643-9531-E7A1A6C8FC36}" presName="arrowWedge3" presStyleLbl="fgSibTrans2D1" presStyleIdx="2" presStyleCnt="6"/>
      <dgm:spPr>
        <a:solidFill>
          <a:srgbClr val="7030A0"/>
        </a:solidFill>
      </dgm:spPr>
    </dgm:pt>
    <dgm:pt modelId="{C44ED3D2-A3B3-904C-B522-A9E753DA7DC0}" type="pres">
      <dgm:prSet presAssocID="{29AB8842-0B28-2841-85E1-B2C3A280E216}" presName="arrowWedge4" presStyleLbl="fgSibTrans2D1" presStyleIdx="3" presStyleCnt="6"/>
      <dgm:spPr>
        <a:solidFill>
          <a:srgbClr val="7030A0"/>
        </a:solidFill>
      </dgm:spPr>
    </dgm:pt>
    <dgm:pt modelId="{BB3A7203-1D52-6240-A9B0-7271DEE3EE4A}" type="pres">
      <dgm:prSet presAssocID="{BAB2FAB4-0E49-8D44-830E-66FC7F3181DC}" presName="arrowWedge5" presStyleLbl="fgSibTrans2D1" presStyleIdx="4" presStyleCnt="6"/>
      <dgm:spPr>
        <a:solidFill>
          <a:srgbClr val="7030A0"/>
        </a:solidFill>
      </dgm:spPr>
    </dgm:pt>
    <dgm:pt modelId="{EC0580EB-F71D-7F43-AE92-8E130E0EF971}" type="pres">
      <dgm:prSet presAssocID="{F9AFCDCF-B0EA-7440-8AE5-B70BDCA11B36}" presName="arrowWedge6" presStyleLbl="fgSibTrans2D1" presStyleIdx="5" presStyleCnt="6"/>
      <dgm:spPr>
        <a:solidFill>
          <a:srgbClr val="7030A0"/>
        </a:solidFill>
      </dgm:spPr>
    </dgm:pt>
  </dgm:ptLst>
  <dgm:cxnLst>
    <dgm:cxn modelId="{8DCC4515-2932-3049-BADE-37641E35EFAF}" type="presOf" srcId="{1E90A9D4-B6FA-A742-A0B0-0C3342A060FB}" destId="{7B0A8251-83FC-AE42-96A3-753AF3BAFAE2}" srcOrd="0" destOrd="0" presId="urn:microsoft.com/office/officeart/2005/8/layout/cycle8"/>
    <dgm:cxn modelId="{05D39326-099A-B24D-9AF9-CDBB5CE7CD87}" type="presOf" srcId="{5C9B531B-3CE2-D24E-8EC9-5EAB606AAAF8}" destId="{657ACF6B-2B80-5E42-869B-3C70E7DE4B9D}" srcOrd="1" destOrd="0" presId="urn:microsoft.com/office/officeart/2005/8/layout/cycle8"/>
    <dgm:cxn modelId="{64FA9E2A-DE6B-C947-8AFA-C89F94CD781C}" type="presOf" srcId="{D4CB3DD4-43D2-7840-A4F2-7A19329FE2EC}" destId="{5BB35CE9-353A-FC44-93B1-D87A8170D99A}" srcOrd="0" destOrd="0" presId="urn:microsoft.com/office/officeart/2005/8/layout/cycle8"/>
    <dgm:cxn modelId="{B83E772E-C39B-FA47-AFEE-2729E8F3A447}" type="presOf" srcId="{9E837C2E-8BE8-7448-A34E-B580F94C97E3}" destId="{011DEDF3-0107-5142-A228-C800044FE57F}" srcOrd="0" destOrd="0" presId="urn:microsoft.com/office/officeart/2005/8/layout/cycle8"/>
    <dgm:cxn modelId="{CC79AB5E-C410-5D49-B1DE-67297F4C9F59}" srcId="{9E837C2E-8BE8-7448-A34E-B580F94C97E3}" destId="{1E90A9D4-B6FA-A742-A0B0-0C3342A060FB}" srcOrd="5" destOrd="0" parTransId="{D321A1F4-A959-4B48-805F-55B11C982EE9}" sibTransId="{F9AFCDCF-B0EA-7440-8AE5-B70BDCA11B36}"/>
    <dgm:cxn modelId="{6B33ED5E-B98B-FF42-B5CF-23D7248D23A0}" type="presOf" srcId="{D4CB3DD4-43D2-7840-A4F2-7A19329FE2EC}" destId="{E4B085C8-8600-7847-9BE4-4C1F92CC1443}" srcOrd="1" destOrd="0" presId="urn:microsoft.com/office/officeart/2005/8/layout/cycle8"/>
    <dgm:cxn modelId="{C7332781-51E1-A843-8AD1-2D4D53000948}" srcId="{9E837C2E-8BE8-7448-A34E-B580F94C97E3}" destId="{5C9B531B-3CE2-D24E-8EC9-5EAB606AAAF8}" srcOrd="0" destOrd="0" parTransId="{A9B6F3D5-5BF5-1A4E-B462-D8DF68B73E88}" sibTransId="{59ABECBB-E128-BF4C-8347-52976703D39E}"/>
    <dgm:cxn modelId="{7B410C82-1A51-784E-B34C-3CD23D49B79F}" type="presOf" srcId="{61ADD8FE-0014-394B-B983-59A358255564}" destId="{0C0D7036-EC57-9C46-A069-F624FFBFA80F}" srcOrd="1" destOrd="0" presId="urn:microsoft.com/office/officeart/2005/8/layout/cycle8"/>
    <dgm:cxn modelId="{556EC285-7CB5-F042-87B2-E2F825732025}" srcId="{9E837C2E-8BE8-7448-A34E-B580F94C97E3}" destId="{61ADD8FE-0014-394B-B983-59A358255564}" srcOrd="1" destOrd="0" parTransId="{F4D3FAA8-7245-3C41-9BCE-8F1DBBACD057}" sibTransId="{E9F2E866-DAEE-8041-ADD1-7DDAAF7E6CF1}"/>
    <dgm:cxn modelId="{07AC509A-4790-3A43-8FE6-CCC8EDE5AF27}" type="presOf" srcId="{1E90A9D4-B6FA-A742-A0B0-0C3342A060FB}" destId="{486D06A4-11CB-F549-B3C6-7CF2A1FFDABF}" srcOrd="1" destOrd="0" presId="urn:microsoft.com/office/officeart/2005/8/layout/cycle8"/>
    <dgm:cxn modelId="{0391059D-D1DD-814E-A08B-6AD69D0C44A4}" srcId="{9E837C2E-8BE8-7448-A34E-B580F94C97E3}" destId="{5024E784-88DF-124F-A778-3589A4DCB8D4}" srcOrd="3" destOrd="0" parTransId="{04C4AB4C-53B5-6A4D-9141-F3922A1F966B}" sibTransId="{29AB8842-0B28-2841-85E1-B2C3A280E216}"/>
    <dgm:cxn modelId="{58CAF0B7-DCF5-0144-93B7-6E1069845F00}" srcId="{9E837C2E-8BE8-7448-A34E-B580F94C97E3}" destId="{6DC04D32-B089-1C4D-8181-5871B36B0941}" srcOrd="4" destOrd="0" parTransId="{49A16952-CA9F-7B4F-A29B-AAC0D1565162}" sibTransId="{BAB2FAB4-0E49-8D44-830E-66FC7F3181DC}"/>
    <dgm:cxn modelId="{152423BB-5123-2147-8FDE-1B1BD60A68D3}" type="presOf" srcId="{61ADD8FE-0014-394B-B983-59A358255564}" destId="{FA8B10F4-1716-0D4F-8946-2BD0BCFF76D4}" srcOrd="0" destOrd="0" presId="urn:microsoft.com/office/officeart/2005/8/layout/cycle8"/>
    <dgm:cxn modelId="{DF1A06BE-7D1C-4141-A5D8-1E8A0EB65365}" srcId="{9E837C2E-8BE8-7448-A34E-B580F94C97E3}" destId="{D4CB3DD4-43D2-7840-A4F2-7A19329FE2EC}" srcOrd="2" destOrd="0" parTransId="{8B906C75-0C97-F944-93C8-2D9A0F9F06ED}" sibTransId="{01089F66-60F2-0643-9531-E7A1A6C8FC36}"/>
    <dgm:cxn modelId="{C237D7BE-6FF6-B04E-B5ED-05DA55152815}" type="presOf" srcId="{6DC04D32-B089-1C4D-8181-5871B36B0941}" destId="{4A05BA7F-13F5-6F4D-9438-34315E0B29D9}" srcOrd="0" destOrd="0" presId="urn:microsoft.com/office/officeart/2005/8/layout/cycle8"/>
    <dgm:cxn modelId="{321EF9DC-B81B-6847-B155-FC57F8998DA0}" type="presOf" srcId="{5024E784-88DF-124F-A778-3589A4DCB8D4}" destId="{73A0E037-86C6-7B41-9114-5D4F31E08C88}" srcOrd="0" destOrd="0" presId="urn:microsoft.com/office/officeart/2005/8/layout/cycle8"/>
    <dgm:cxn modelId="{289866F2-98BC-EE4B-82A3-20AD3F9D3C1A}" type="presOf" srcId="{5C9B531B-3CE2-D24E-8EC9-5EAB606AAAF8}" destId="{94FDC1B5-DD98-574B-AC35-4B2A8FC0D944}" srcOrd="0" destOrd="0" presId="urn:microsoft.com/office/officeart/2005/8/layout/cycle8"/>
    <dgm:cxn modelId="{3B55B3F3-E224-024C-9834-0DDCC97AFA0C}" type="presOf" srcId="{5024E784-88DF-124F-A778-3589A4DCB8D4}" destId="{6A71459C-8327-764A-9518-5CC907FB8D54}" srcOrd="1" destOrd="0" presId="urn:microsoft.com/office/officeart/2005/8/layout/cycle8"/>
    <dgm:cxn modelId="{75D87BF8-8B5F-AB45-9FDA-B830B2B1856F}" type="presOf" srcId="{6DC04D32-B089-1C4D-8181-5871B36B0941}" destId="{F5D4696D-A39B-0D4C-8DBA-E47A713F1691}" srcOrd="1" destOrd="0" presId="urn:microsoft.com/office/officeart/2005/8/layout/cycle8"/>
    <dgm:cxn modelId="{97E9E1BB-AA30-CB4E-B95F-B3F268854C8F}" type="presParOf" srcId="{011DEDF3-0107-5142-A228-C800044FE57F}" destId="{94FDC1B5-DD98-574B-AC35-4B2A8FC0D944}" srcOrd="0" destOrd="0" presId="urn:microsoft.com/office/officeart/2005/8/layout/cycle8"/>
    <dgm:cxn modelId="{92F12AF7-38B6-C340-BFDD-D82DD55D1FD3}" type="presParOf" srcId="{011DEDF3-0107-5142-A228-C800044FE57F}" destId="{898DA54C-02B9-7145-8BD7-6E3DC21C71AC}" srcOrd="1" destOrd="0" presId="urn:microsoft.com/office/officeart/2005/8/layout/cycle8"/>
    <dgm:cxn modelId="{C4FEB1AB-AF45-2340-9E96-77ADD009DD9F}" type="presParOf" srcId="{011DEDF3-0107-5142-A228-C800044FE57F}" destId="{082B1222-FBFC-2640-9070-7342F0458755}" srcOrd="2" destOrd="0" presId="urn:microsoft.com/office/officeart/2005/8/layout/cycle8"/>
    <dgm:cxn modelId="{2BB22167-B55F-FF41-9AB0-316CF2FCB175}" type="presParOf" srcId="{011DEDF3-0107-5142-A228-C800044FE57F}" destId="{657ACF6B-2B80-5E42-869B-3C70E7DE4B9D}" srcOrd="3" destOrd="0" presId="urn:microsoft.com/office/officeart/2005/8/layout/cycle8"/>
    <dgm:cxn modelId="{17A8A2D9-DD00-1F45-997A-F2C8E27D0D94}" type="presParOf" srcId="{011DEDF3-0107-5142-A228-C800044FE57F}" destId="{FA8B10F4-1716-0D4F-8946-2BD0BCFF76D4}" srcOrd="4" destOrd="0" presId="urn:microsoft.com/office/officeart/2005/8/layout/cycle8"/>
    <dgm:cxn modelId="{47E5D6AC-D584-824B-9B66-41D2F8877A93}" type="presParOf" srcId="{011DEDF3-0107-5142-A228-C800044FE57F}" destId="{25B4D0D1-66E2-8A43-AF18-6A6670E39BB8}" srcOrd="5" destOrd="0" presId="urn:microsoft.com/office/officeart/2005/8/layout/cycle8"/>
    <dgm:cxn modelId="{A1EFBF61-0B8D-7C4E-AE4C-BB3D5C625DD3}" type="presParOf" srcId="{011DEDF3-0107-5142-A228-C800044FE57F}" destId="{F293A0C2-036A-0748-B4CE-98FE94CE1639}" srcOrd="6" destOrd="0" presId="urn:microsoft.com/office/officeart/2005/8/layout/cycle8"/>
    <dgm:cxn modelId="{B20E329D-9085-2C43-8589-EA65A35FED19}" type="presParOf" srcId="{011DEDF3-0107-5142-A228-C800044FE57F}" destId="{0C0D7036-EC57-9C46-A069-F624FFBFA80F}" srcOrd="7" destOrd="0" presId="urn:microsoft.com/office/officeart/2005/8/layout/cycle8"/>
    <dgm:cxn modelId="{9074E245-699B-E949-B836-105CE82494EA}" type="presParOf" srcId="{011DEDF3-0107-5142-A228-C800044FE57F}" destId="{5BB35CE9-353A-FC44-93B1-D87A8170D99A}" srcOrd="8" destOrd="0" presId="urn:microsoft.com/office/officeart/2005/8/layout/cycle8"/>
    <dgm:cxn modelId="{1566CE81-6059-544E-B1B3-1D5ACAAB70AA}" type="presParOf" srcId="{011DEDF3-0107-5142-A228-C800044FE57F}" destId="{2840D214-D30F-674A-B2CA-1A974FFC8548}" srcOrd="9" destOrd="0" presId="urn:microsoft.com/office/officeart/2005/8/layout/cycle8"/>
    <dgm:cxn modelId="{AF7B5144-8475-794C-A90F-92CC02E7F882}" type="presParOf" srcId="{011DEDF3-0107-5142-A228-C800044FE57F}" destId="{AA678AD4-CF3D-C34A-9EE9-C4D33201AB55}" srcOrd="10" destOrd="0" presId="urn:microsoft.com/office/officeart/2005/8/layout/cycle8"/>
    <dgm:cxn modelId="{06188950-F5AE-E54C-B243-8CA90A03E78E}" type="presParOf" srcId="{011DEDF3-0107-5142-A228-C800044FE57F}" destId="{E4B085C8-8600-7847-9BE4-4C1F92CC1443}" srcOrd="11" destOrd="0" presId="urn:microsoft.com/office/officeart/2005/8/layout/cycle8"/>
    <dgm:cxn modelId="{FFAD9C10-8E2B-2B4A-8A68-400F41DBA494}" type="presParOf" srcId="{011DEDF3-0107-5142-A228-C800044FE57F}" destId="{73A0E037-86C6-7B41-9114-5D4F31E08C88}" srcOrd="12" destOrd="0" presId="urn:microsoft.com/office/officeart/2005/8/layout/cycle8"/>
    <dgm:cxn modelId="{FF4B1D89-CD47-FE46-B457-27A03C7EE32F}" type="presParOf" srcId="{011DEDF3-0107-5142-A228-C800044FE57F}" destId="{E283F45E-3675-2043-AF25-8C6D0CABC3D2}" srcOrd="13" destOrd="0" presId="urn:microsoft.com/office/officeart/2005/8/layout/cycle8"/>
    <dgm:cxn modelId="{1153BBCC-9F10-0F4B-ACD3-70937B9C8A7A}" type="presParOf" srcId="{011DEDF3-0107-5142-A228-C800044FE57F}" destId="{C70572A3-9387-5F4A-AB0C-924EF5B8B85A}" srcOrd="14" destOrd="0" presId="urn:microsoft.com/office/officeart/2005/8/layout/cycle8"/>
    <dgm:cxn modelId="{2C90448B-7ABB-0F43-B75A-5AE7CF819C9F}" type="presParOf" srcId="{011DEDF3-0107-5142-A228-C800044FE57F}" destId="{6A71459C-8327-764A-9518-5CC907FB8D54}" srcOrd="15" destOrd="0" presId="urn:microsoft.com/office/officeart/2005/8/layout/cycle8"/>
    <dgm:cxn modelId="{68005C4C-F7DD-DE4E-9CB6-37B5FBD0F8DE}" type="presParOf" srcId="{011DEDF3-0107-5142-A228-C800044FE57F}" destId="{4A05BA7F-13F5-6F4D-9438-34315E0B29D9}" srcOrd="16" destOrd="0" presId="urn:microsoft.com/office/officeart/2005/8/layout/cycle8"/>
    <dgm:cxn modelId="{0B74D9E4-5A2E-6C46-B681-D0E6366A723F}" type="presParOf" srcId="{011DEDF3-0107-5142-A228-C800044FE57F}" destId="{00E76428-102B-A043-8E55-DE2984A2FF57}" srcOrd="17" destOrd="0" presId="urn:microsoft.com/office/officeart/2005/8/layout/cycle8"/>
    <dgm:cxn modelId="{D10A5D0E-2539-344A-B301-575A1CFAF0A0}" type="presParOf" srcId="{011DEDF3-0107-5142-A228-C800044FE57F}" destId="{31356914-E929-C84E-939E-F8CAB03A327F}" srcOrd="18" destOrd="0" presId="urn:microsoft.com/office/officeart/2005/8/layout/cycle8"/>
    <dgm:cxn modelId="{5D217F20-396A-1342-9403-81498F4C8FD5}" type="presParOf" srcId="{011DEDF3-0107-5142-A228-C800044FE57F}" destId="{F5D4696D-A39B-0D4C-8DBA-E47A713F1691}" srcOrd="19" destOrd="0" presId="urn:microsoft.com/office/officeart/2005/8/layout/cycle8"/>
    <dgm:cxn modelId="{D4F08576-C676-3E45-A493-8433D38C07B5}" type="presParOf" srcId="{011DEDF3-0107-5142-A228-C800044FE57F}" destId="{7B0A8251-83FC-AE42-96A3-753AF3BAFAE2}" srcOrd="20" destOrd="0" presId="urn:microsoft.com/office/officeart/2005/8/layout/cycle8"/>
    <dgm:cxn modelId="{057CE3B3-BDFC-2D49-A892-7A477E902E27}" type="presParOf" srcId="{011DEDF3-0107-5142-A228-C800044FE57F}" destId="{6F0B7B12-FB51-F549-B483-EA0170278E4F}" srcOrd="21" destOrd="0" presId="urn:microsoft.com/office/officeart/2005/8/layout/cycle8"/>
    <dgm:cxn modelId="{CD8AD0F1-74E6-EF40-B4FA-7251E4153F57}" type="presParOf" srcId="{011DEDF3-0107-5142-A228-C800044FE57F}" destId="{2972DB09-9613-3646-A601-BDD51323B1A6}" srcOrd="22" destOrd="0" presId="urn:microsoft.com/office/officeart/2005/8/layout/cycle8"/>
    <dgm:cxn modelId="{FA54D130-F736-B74F-AC64-098293ABC750}" type="presParOf" srcId="{011DEDF3-0107-5142-A228-C800044FE57F}" destId="{486D06A4-11CB-F549-B3C6-7CF2A1FFDABF}" srcOrd="23" destOrd="0" presId="urn:microsoft.com/office/officeart/2005/8/layout/cycle8"/>
    <dgm:cxn modelId="{604B2AB9-F3B3-1343-BB34-CA62E87D5C81}" type="presParOf" srcId="{011DEDF3-0107-5142-A228-C800044FE57F}" destId="{DF9E42BF-9842-9340-881D-1E87FA7B7871}" srcOrd="24" destOrd="0" presId="urn:microsoft.com/office/officeart/2005/8/layout/cycle8"/>
    <dgm:cxn modelId="{A77698C3-E27D-444D-890F-3FA59F791504}" type="presParOf" srcId="{011DEDF3-0107-5142-A228-C800044FE57F}" destId="{3C03FCEC-D44C-634E-B679-7B636225944A}" srcOrd="25" destOrd="0" presId="urn:microsoft.com/office/officeart/2005/8/layout/cycle8"/>
    <dgm:cxn modelId="{B39A9E91-3D9F-6D49-9D5E-523D365239E3}" type="presParOf" srcId="{011DEDF3-0107-5142-A228-C800044FE57F}" destId="{CAC1B9FE-EAF0-5040-9970-B0087BDBC9C2}" srcOrd="26" destOrd="0" presId="urn:microsoft.com/office/officeart/2005/8/layout/cycle8"/>
    <dgm:cxn modelId="{B4517B7D-FB11-BC40-81D6-8B2B9F822214}" type="presParOf" srcId="{011DEDF3-0107-5142-A228-C800044FE57F}" destId="{C44ED3D2-A3B3-904C-B522-A9E753DA7DC0}" srcOrd="27" destOrd="0" presId="urn:microsoft.com/office/officeart/2005/8/layout/cycle8"/>
    <dgm:cxn modelId="{DE9DAE5B-38BB-FB46-9DA7-5CE92E387CEC}" type="presParOf" srcId="{011DEDF3-0107-5142-A228-C800044FE57F}" destId="{BB3A7203-1D52-6240-A9B0-7271DEE3EE4A}" srcOrd="28" destOrd="0" presId="urn:microsoft.com/office/officeart/2005/8/layout/cycle8"/>
    <dgm:cxn modelId="{921966BA-19C2-6649-BE49-33E58D853053}" type="presParOf" srcId="{011DEDF3-0107-5142-A228-C800044FE57F}" destId="{EC0580EB-F71D-7F43-AE92-8E130E0EF971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DC1B5-DD98-574B-AC35-4B2A8FC0D944}">
      <dsp:nvSpPr>
        <dsp:cNvPr id="0" name=""/>
        <dsp:cNvSpPr/>
      </dsp:nvSpPr>
      <dsp:spPr>
        <a:xfrm>
          <a:off x="307009" y="91140"/>
          <a:ext cx="1462173" cy="1462173"/>
        </a:xfrm>
        <a:prstGeom prst="pie">
          <a:avLst>
            <a:gd name="adj1" fmla="val 16200000"/>
            <a:gd name="adj2" fmla="val 198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072909" y="277916"/>
        <a:ext cx="382950" cy="295916"/>
      </dsp:txXfrm>
    </dsp:sp>
    <dsp:sp modelId="{FA8B10F4-1716-0D4F-8946-2BD0BCFF76D4}">
      <dsp:nvSpPr>
        <dsp:cNvPr id="0" name=""/>
        <dsp:cNvSpPr/>
      </dsp:nvSpPr>
      <dsp:spPr>
        <a:xfrm>
          <a:off x="324416" y="121254"/>
          <a:ext cx="1462173" cy="1462173"/>
        </a:xfrm>
        <a:prstGeom prst="pie">
          <a:avLst>
            <a:gd name="adj1" fmla="val 19800000"/>
            <a:gd name="adj2" fmla="val 18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316605" y="713086"/>
        <a:ext cx="400357" cy="287212"/>
      </dsp:txXfrm>
    </dsp:sp>
    <dsp:sp modelId="{5BB35CE9-353A-FC44-93B1-D87A8170D99A}">
      <dsp:nvSpPr>
        <dsp:cNvPr id="0" name=""/>
        <dsp:cNvSpPr/>
      </dsp:nvSpPr>
      <dsp:spPr>
        <a:xfrm>
          <a:off x="307009" y="151368"/>
          <a:ext cx="1462173" cy="1462173"/>
        </a:xfrm>
        <a:prstGeom prst="pie">
          <a:avLst>
            <a:gd name="adj1" fmla="val 1800000"/>
            <a:gd name="adj2" fmla="val 54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072909" y="1139554"/>
        <a:ext cx="382950" cy="295916"/>
      </dsp:txXfrm>
    </dsp:sp>
    <dsp:sp modelId="{73A0E037-86C6-7B41-9114-5D4F31E08C88}">
      <dsp:nvSpPr>
        <dsp:cNvPr id="0" name=""/>
        <dsp:cNvSpPr/>
      </dsp:nvSpPr>
      <dsp:spPr>
        <a:xfrm>
          <a:off x="272195" y="151368"/>
          <a:ext cx="1462173" cy="1462173"/>
        </a:xfrm>
        <a:prstGeom prst="pie">
          <a:avLst>
            <a:gd name="adj1" fmla="val 5400000"/>
            <a:gd name="adj2" fmla="val 90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585518" y="1139554"/>
        <a:ext cx="382950" cy="295916"/>
      </dsp:txXfrm>
    </dsp:sp>
    <dsp:sp modelId="{4A05BA7F-13F5-6F4D-9438-34315E0B29D9}">
      <dsp:nvSpPr>
        <dsp:cNvPr id="0" name=""/>
        <dsp:cNvSpPr/>
      </dsp:nvSpPr>
      <dsp:spPr>
        <a:xfrm>
          <a:off x="254788" y="121254"/>
          <a:ext cx="1462173" cy="1462173"/>
        </a:xfrm>
        <a:prstGeom prst="pie">
          <a:avLst>
            <a:gd name="adj1" fmla="val 9000000"/>
            <a:gd name="adj2" fmla="val 126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324416" y="713086"/>
        <a:ext cx="400357" cy="287212"/>
      </dsp:txXfrm>
    </dsp:sp>
    <dsp:sp modelId="{7B0A8251-83FC-AE42-96A3-753AF3BAFAE2}">
      <dsp:nvSpPr>
        <dsp:cNvPr id="0" name=""/>
        <dsp:cNvSpPr/>
      </dsp:nvSpPr>
      <dsp:spPr>
        <a:xfrm>
          <a:off x="272195" y="91140"/>
          <a:ext cx="1462173" cy="1462173"/>
        </a:xfrm>
        <a:prstGeom prst="pie">
          <a:avLst>
            <a:gd name="adj1" fmla="val 12600000"/>
            <a:gd name="adj2" fmla="val 162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585518" y="277916"/>
        <a:ext cx="382950" cy="295916"/>
      </dsp:txXfrm>
    </dsp:sp>
    <dsp:sp modelId="{DF9E42BF-9842-9340-881D-1E87FA7B7871}">
      <dsp:nvSpPr>
        <dsp:cNvPr id="0" name=""/>
        <dsp:cNvSpPr/>
      </dsp:nvSpPr>
      <dsp:spPr>
        <a:xfrm>
          <a:off x="216440" y="625"/>
          <a:ext cx="1643204" cy="1643204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FCEC-D44C-634E-B679-7B636225944A}">
      <dsp:nvSpPr>
        <dsp:cNvPr id="0" name=""/>
        <dsp:cNvSpPr/>
      </dsp:nvSpPr>
      <dsp:spPr>
        <a:xfrm>
          <a:off x="233847" y="30739"/>
          <a:ext cx="1643204" cy="1643204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1B9FE-EAF0-5040-9970-B0087BDBC9C2}">
      <dsp:nvSpPr>
        <dsp:cNvPr id="0" name=""/>
        <dsp:cNvSpPr/>
      </dsp:nvSpPr>
      <dsp:spPr>
        <a:xfrm>
          <a:off x="216440" y="60852"/>
          <a:ext cx="1643204" cy="1643204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ED3D2-A3B3-904C-B522-A9E753DA7DC0}">
      <dsp:nvSpPr>
        <dsp:cNvPr id="0" name=""/>
        <dsp:cNvSpPr/>
      </dsp:nvSpPr>
      <dsp:spPr>
        <a:xfrm>
          <a:off x="181733" y="60852"/>
          <a:ext cx="1643204" cy="1643204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A7203-1D52-6240-A9B0-7271DEE3EE4A}">
      <dsp:nvSpPr>
        <dsp:cNvPr id="0" name=""/>
        <dsp:cNvSpPr/>
      </dsp:nvSpPr>
      <dsp:spPr>
        <a:xfrm>
          <a:off x="164326" y="30739"/>
          <a:ext cx="1643204" cy="1643204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580EB-F71D-7F43-AE92-8E130E0EF971}">
      <dsp:nvSpPr>
        <dsp:cNvPr id="0" name=""/>
        <dsp:cNvSpPr/>
      </dsp:nvSpPr>
      <dsp:spPr>
        <a:xfrm>
          <a:off x="181733" y="625"/>
          <a:ext cx="1643204" cy="1643204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2FF6-67C6-DC74-6AAB-656F7544A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41AB-2A1C-E2DC-B733-0A19526B8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B58F5-2F39-7171-DC65-3BDD162A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68D5E-1648-4D5A-5A33-C327EE28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5346-EA9E-7501-7107-8BC03541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1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9A2D-A6D2-6F25-9A54-7779FAB8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866C-D81E-E010-788B-97D3CCF03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F069-84F0-17F1-55C7-88923911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1FD6-0DFD-8566-8627-B38A6EEE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2AE2-B466-C3A8-F5DE-137EF5E8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2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220F-ACDE-5E43-3975-3561FBE9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4F7E-AB39-45DC-9F3E-83AB2FF2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F493-18E2-4C01-CBF9-292E37D9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62EE1-3A5D-4F01-C611-08499982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63E00-2954-5D3F-FB65-854AF427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0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ACAE-DF10-8844-E107-B5D018FF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DC5C-45ED-19A0-09BF-DB0BCE2D8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E9A97-AA1E-378C-6EE5-213B715E9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74921-E015-5ED4-FD0D-FF38AAA0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A4951-6C64-F7C7-DDF2-1C89E0F6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A9FE8-D1C9-B1D7-6D41-EEEDBDF6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52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CAD4-02EF-F9A8-AFA2-FD32FB71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6A060-663D-59E0-5535-213E088C7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CAC15-6B90-C0DD-12E3-0DC6F2B50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98041-823C-2DBA-05B2-13CF1DDB3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90C2C-4F93-DAD8-6F1C-8C51958D0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AB75D-BE88-7EB9-618D-4F458BA5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EFD44-7ECC-1DEA-72C3-AFA763B9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A044A-054D-3322-B3B1-A5A2CE4B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D18D-1869-8A67-ECB8-22398DC0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92300-D89A-9752-9F9F-7E1293E7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3A22-9FE7-A8D2-4440-285C3EC5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4F841-DBAA-D428-E020-E471ED77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5AD13-234C-5C0B-4DA9-D71E8458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AF453-DF5E-C127-BF47-CCA1A0D2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A1ED0-BB2B-46B8-AB01-743D1973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9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002E-0676-5A8F-9EF9-F665B279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ED04-B448-0A5B-EED0-BD3C39443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92C53-57FB-1707-D0EC-A06CE1726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644E9-3F21-6748-A101-1DCA8255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E5270-2DB4-E179-D0D2-4D16DC10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B9A1D-D76E-335E-DA24-AC705C2E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69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A9A6-12B1-D999-B6F3-EC395454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0EE72-D2E8-087D-518E-96B5FA61E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94AC6-2B67-03B4-AC8E-FEC6C77A0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3A06-D012-B2CA-452C-C64E2A5C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217B8-7286-2740-A497-189C6598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D0EAB-29BF-5E8E-DCEE-5927B5B7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6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596E-220A-A946-F340-66191BDF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DE69D-AD4A-CB2B-FB0E-459444484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55CFC-6D45-4345-40AA-B9BAE911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82E6-9696-7345-2E69-4B768B2F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8D13E-0110-D010-3EB8-EF901983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5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6262F-2B5C-FBC1-8B15-6D4D97B48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BB8B9-C21C-46A1-963F-6D0D3050D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59C8-6147-5DAA-D9B8-C8E93E85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188AC-C612-8D43-1449-57BC2C9B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3BCDF-4279-D49C-E6ED-C6184394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609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option with tex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1C8DF0-885B-D4C8-B9B3-BF69A6CF15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7CC626E0-40D0-5F04-1044-245D345DE6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791535" y="608310"/>
            <a:ext cx="1569720" cy="413539"/>
            <a:chOff x="1561" y="187"/>
            <a:chExt cx="4536" cy="1195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02DC7B-A111-C51E-DD09-04A824EC0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500">
                <a:latin typeface="Graphik Regular" panose="020B0503030202060203" pitchFamily="34" charset="-1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3C76F4C-D746-C5A4-2DC4-862D03515A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500">
                <a:latin typeface="Graphik Regular" panose="020B0503030202060203" pitchFamily="34" charset="-18"/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08B71D-19A7-0ADA-60CF-70131C85EA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1535" y="2043698"/>
            <a:ext cx="4489303" cy="204603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5000" b="1" i="0">
                <a:solidFill>
                  <a:schemeClr val="bg1"/>
                </a:solidFill>
                <a:latin typeface="Graphik Semibold" panose="020B0503030202060203" pitchFamily="34" charset="77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28591" indent="0">
              <a:buFontTx/>
              <a:buNone/>
              <a:defRPr/>
            </a:lvl3pPr>
            <a:lvl4pPr marL="457182" indent="0">
              <a:buFontTx/>
              <a:buNone/>
              <a:defRPr/>
            </a:lvl4pPr>
            <a:lvl5pPr marL="685773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7F2630-1EA7-C8DA-4E37-34D0FEF1C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535" y="4541213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75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A1C50B2-C689-B012-4A6A-5182B2982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1535" y="4899802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48DD2B2-FF2E-8E14-18D6-CDF6C97F7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535" y="5197323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9136880-59B9-B952-EED3-02D1BC438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535" y="5468419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EB14AF5-2472-CD4A-98BC-D6BCDF0D4A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3495" y="5769042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" name="Picture 9" descr="A person's face on a cell phone&#10;&#10;Description automatically generated">
            <a:extLst>
              <a:ext uri="{FF2B5EF4-FFF2-40B4-BE49-F238E27FC236}">
                <a16:creationId xmlns:a16="http://schemas.microsoft.com/office/drawing/2014/main" id="{06D25DBD-3647-8831-DE6C-E49A4747C4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37" y="487746"/>
            <a:ext cx="5334744" cy="588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82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9C43FEFF-5767-1F49-1138-C7A05D5F6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A0FD18-7E43-B196-AF23-135599265983}"/>
              </a:ext>
            </a:extLst>
          </p:cNvPr>
          <p:cNvSpPr/>
          <p:nvPr userDrawn="1"/>
        </p:nvSpPr>
        <p:spPr>
          <a:xfrm>
            <a:off x="0" y="1"/>
            <a:ext cx="12192001" cy="6141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292" y="685271"/>
            <a:ext cx="11170591" cy="616479"/>
          </a:xfrm>
        </p:spPr>
        <p:txBody>
          <a:bodyPr/>
          <a:lstStyle>
            <a:lvl1pPr>
              <a:spcAft>
                <a:spcPts val="1000"/>
              </a:spcAft>
              <a:defRPr sz="26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000" y="1634223"/>
            <a:ext cx="11175883" cy="4408861"/>
          </a:xfrm>
        </p:spPr>
        <p:txBody>
          <a:bodyPr/>
          <a:lstStyle>
            <a:lvl1pPr>
              <a:spcAft>
                <a:spcPts val="1000"/>
              </a:spcAft>
              <a:defRPr sz="1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228591" indent="0">
              <a:buNone/>
              <a:defRPr sz="2000"/>
            </a:lvl3pPr>
            <a:lvl4pPr marL="457182" indent="0">
              <a:buNone/>
              <a:defRPr sz="2000"/>
            </a:lvl4pPr>
            <a:lvl5pPr marL="685773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3CA7F-C375-C155-9455-F4C79BB2840E}"/>
              </a:ext>
            </a:extLst>
          </p:cNvPr>
          <p:cNvSpPr txBox="1"/>
          <p:nvPr userDrawn="1"/>
        </p:nvSpPr>
        <p:spPr>
          <a:xfrm>
            <a:off x="7112000" y="6356979"/>
            <a:ext cx="4276450" cy="279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14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49"/>
              </a:spcAft>
              <a:buClrTx/>
              <a:buSzTx/>
              <a:buFontTx/>
              <a:buNone/>
              <a:tabLst/>
              <a:defRPr/>
            </a:pPr>
            <a:r>
              <a:rPr lang="en-GB" sz="833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833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2DF77-28DA-B400-E7A0-12D2AC30C499}"/>
              </a:ext>
            </a:extLst>
          </p:cNvPr>
          <p:cNvSpPr txBox="1"/>
          <p:nvPr userDrawn="1"/>
        </p:nvSpPr>
        <p:spPr>
          <a:xfrm>
            <a:off x="11239501" y="6355212"/>
            <a:ext cx="523544" cy="28278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14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4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09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141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4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73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845E71-5463-AB55-3C01-7A5B51FB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0" y="6338172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93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_0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FFC802-51DB-D285-06AB-0EF4E0867AE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5C2BF-2FE1-A47F-E3F1-8CFE1657EA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0" t="4133" r="1930" b="4393"/>
          <a:stretch/>
        </p:blipFill>
        <p:spPr>
          <a:xfrm>
            <a:off x="235324" y="283536"/>
            <a:ext cx="11721353" cy="6273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591">
              <a:spcAft>
                <a:spcPts val="1200"/>
              </a:spcAft>
            </a:pPr>
            <a:endParaRPr lang="en-US" sz="1800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7AEAE-C8F1-6D76-12A9-5BBE33CA45BB}"/>
              </a:ext>
            </a:extLst>
          </p:cNvPr>
          <p:cNvSpPr txBox="1"/>
          <p:nvPr userDrawn="1"/>
        </p:nvSpPr>
        <p:spPr>
          <a:xfrm>
            <a:off x="13169348" y="-7454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190492">
              <a:spcAft>
                <a:spcPts val="1000"/>
              </a:spcAft>
            </a:pPr>
            <a:endParaRPr lang="en-US" sz="1500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62683-9F69-179F-06BF-1201B30A82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750" y="2825750"/>
            <a:ext cx="9842500" cy="1206500"/>
          </a:xfrm>
        </p:spPr>
        <p:txBody>
          <a:bodyPr/>
          <a:lstStyle>
            <a:lvl1pPr marL="0" algn="l" defTabSz="761970" rtl="0" eaLnBrk="1" latinLnBrk="0" hangingPunct="1">
              <a:spcAft>
                <a:spcPts val="200"/>
              </a:spcAft>
              <a:defRPr lang="en-GB" sz="20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Key Message goes here</a:t>
            </a:r>
          </a:p>
        </p:txBody>
      </p:sp>
    </p:spTree>
    <p:extLst>
      <p:ext uri="{BB962C8B-B14F-4D97-AF65-F5344CB8AC3E}">
        <p14:creationId xmlns:p14="http://schemas.microsoft.com/office/powerpoint/2010/main" val="16855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55A18-E24C-80B9-6337-0E3207B5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C3C0C-02CF-E6D5-EC19-6EDBDCBA2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5387D-8ADF-99D1-860C-78E407865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20632-75C5-9146-B542-FE351E52C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2541-8463-4BD5-E3DB-5AB7EA050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40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chart" Target="../charts/char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hart" Target="../charts/chart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9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microsoft.com/office/2007/relationships/hdphoto" Target="../media/hdphoto3.wdp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png"/><Relationship Id="rId2" Type="http://schemas.openxmlformats.org/officeDocument/2006/relationships/image" Target="../media/image33.png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26" Type="http://schemas.openxmlformats.org/officeDocument/2006/relationships/image" Target="../media/image34.png"/><Relationship Id="rId3" Type="http://schemas.openxmlformats.org/officeDocument/2006/relationships/image" Target="../media/image49.svg"/><Relationship Id="rId21" Type="http://schemas.openxmlformats.org/officeDocument/2006/relationships/image" Target="../media/image62.png"/><Relationship Id="rId7" Type="http://schemas.openxmlformats.org/officeDocument/2006/relationships/image" Target="../media/image53.svg"/><Relationship Id="rId12" Type="http://schemas.microsoft.com/office/2007/relationships/diagramDrawing" Target="../diagrams/drawing1.xml"/><Relationship Id="rId17" Type="http://schemas.openxmlformats.org/officeDocument/2006/relationships/image" Target="../media/image58.png"/><Relationship Id="rId25" Type="http://schemas.openxmlformats.org/officeDocument/2006/relationships/image" Target="../media/image33.png"/><Relationship Id="rId2" Type="http://schemas.openxmlformats.org/officeDocument/2006/relationships/image" Target="../media/image48.png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2.png"/><Relationship Id="rId11" Type="http://schemas.openxmlformats.org/officeDocument/2006/relationships/diagramColors" Target="../diagrams/colors1.xml"/><Relationship Id="rId24" Type="http://schemas.openxmlformats.org/officeDocument/2006/relationships/image" Target="../media/image65.svg"/><Relationship Id="rId5" Type="http://schemas.openxmlformats.org/officeDocument/2006/relationships/image" Target="../media/image51.sv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35.png"/><Relationship Id="rId10" Type="http://schemas.openxmlformats.org/officeDocument/2006/relationships/diagramQuickStyle" Target="../diagrams/quickStyle1.xml"/><Relationship Id="rId19" Type="http://schemas.openxmlformats.org/officeDocument/2006/relationships/image" Target="../media/image60.png"/><Relationship Id="rId4" Type="http://schemas.openxmlformats.org/officeDocument/2006/relationships/image" Target="../media/image50.png"/><Relationship Id="rId9" Type="http://schemas.openxmlformats.org/officeDocument/2006/relationships/diagramLayout" Target="../diagrams/layout1.xml"/><Relationship Id="rId14" Type="http://schemas.openxmlformats.org/officeDocument/2006/relationships/image" Target="../media/image55.svg"/><Relationship Id="rId22" Type="http://schemas.openxmlformats.org/officeDocument/2006/relationships/image" Target="../media/image63.svg"/><Relationship Id="rId27" Type="http://schemas.openxmlformats.org/officeDocument/2006/relationships/image" Target="../media/image66.png"/><Relationship Id="rId30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B211-C27B-EA5D-38B4-63621D240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210" y="3692117"/>
            <a:ext cx="4103688" cy="2819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HelLuminati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| IIM Lucknow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30E68A-B4BB-6C72-94B6-3B0BF76AD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211" y="1456828"/>
            <a:ext cx="4976628" cy="2046039"/>
          </a:xfrm>
        </p:spPr>
        <p:txBody>
          <a:bodyPr anchor="ctr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err="1">
                <a:solidFill>
                  <a:srgbClr val="92D050"/>
                </a:solidFill>
              </a:rPr>
              <a:t>EcoDeliver</a:t>
            </a:r>
            <a:r>
              <a:rPr lang="en-US"/>
              <a:t> : Sustainably rethinking last mile delivery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AF75968-4269-2D43-B4FE-0B36FF178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79638"/>
              </p:ext>
            </p:extLst>
          </p:nvPr>
        </p:nvGraphicFramePr>
        <p:xfrm>
          <a:off x="304210" y="5243315"/>
          <a:ext cx="6093046" cy="1364839"/>
        </p:xfrm>
        <a:graphic>
          <a:graphicData uri="http://schemas.openxmlformats.org/drawingml/2006/table">
            <a:tbl>
              <a:tblPr/>
              <a:tblGrid>
                <a:gridCol w="880871">
                  <a:extLst>
                    <a:ext uri="{9D8B030D-6E8A-4147-A177-3AD203B41FA5}">
                      <a16:colId xmlns:a16="http://schemas.microsoft.com/office/drawing/2014/main" val="2177573315"/>
                    </a:ext>
                  </a:extLst>
                </a:gridCol>
                <a:gridCol w="1368548">
                  <a:extLst>
                    <a:ext uri="{9D8B030D-6E8A-4147-A177-3AD203B41FA5}">
                      <a16:colId xmlns:a16="http://schemas.microsoft.com/office/drawing/2014/main" val="264748905"/>
                    </a:ext>
                  </a:extLst>
                </a:gridCol>
                <a:gridCol w="1226634">
                  <a:extLst>
                    <a:ext uri="{9D8B030D-6E8A-4147-A177-3AD203B41FA5}">
                      <a16:colId xmlns:a16="http://schemas.microsoft.com/office/drawing/2014/main" val="2763726235"/>
                    </a:ext>
                  </a:extLst>
                </a:gridCol>
                <a:gridCol w="1305645">
                  <a:extLst>
                    <a:ext uri="{9D8B030D-6E8A-4147-A177-3AD203B41FA5}">
                      <a16:colId xmlns:a16="http://schemas.microsoft.com/office/drawing/2014/main" val="1019835175"/>
                    </a:ext>
                  </a:extLst>
                </a:gridCol>
                <a:gridCol w="1311348">
                  <a:extLst>
                    <a:ext uri="{9D8B030D-6E8A-4147-A177-3AD203B41FA5}">
                      <a16:colId xmlns:a16="http://schemas.microsoft.com/office/drawing/2014/main" val="978935856"/>
                    </a:ext>
                  </a:extLst>
                </a:gridCol>
              </a:tblGrid>
              <a:tr h="31099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Member</a:t>
                      </a:r>
                      <a:endParaRPr lang="en-US" sz="2800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Kripi Badonia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Kritika Prakash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Shivam Pathak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Manav Sehgal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64085"/>
                  </a:ext>
                </a:extLst>
              </a:tr>
              <a:tr h="31099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Feathers​</a:t>
                      </a:r>
                      <a:endParaRPr lang="en-US" sz="1300" b="1" i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pre-IIML</a:t>
                      </a:r>
                      <a:endParaRPr lang="en-US" sz="2800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DTU, DCE</a:t>
                      </a:r>
                      <a:b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BCG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SNU</a:t>
                      </a:r>
                    </a:p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American Express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MIT, Manipal</a:t>
                      </a:r>
                      <a:b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JLL​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Hansraj, DU</a:t>
                      </a:r>
                      <a:b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Bain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9026325"/>
                  </a:ext>
                </a:extLst>
              </a:tr>
              <a:tr h="2789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Summers @ IIML</a:t>
                      </a:r>
                      <a:r>
                        <a:rPr lang="en-US" sz="900" b="0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BCG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Auctus Advisors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​Accenture Strategy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1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Yet to conquer!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769031"/>
                  </a:ext>
                </a:extLst>
              </a:tr>
              <a:tr h="2789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MBA Year 1 standouts</a:t>
                      </a: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Consulting &amp; Strategy Club, Abhivyakti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Manfest-Varchasva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Manfest-Varchasva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Yet to conquer!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709653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3D51AF33-9095-E34A-A74D-79A7F4C03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220" y="2785056"/>
            <a:ext cx="8280124" cy="35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200" tIns="38100" rIns="76200" bIns="381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61970"/>
            <a:r>
              <a:rPr lang="en-US" altLang="en-US" sz="917">
                <a:solidFill>
                  <a:schemeClr val="bg1"/>
                </a:solidFill>
                <a:latin typeface="Times" pitchFamily="2" charset="0"/>
              </a:rPr>
              <a:t> </a:t>
            </a:r>
            <a:endParaRPr lang="en-US" altLang="en-US" sz="917">
              <a:solidFill>
                <a:schemeClr val="bg1"/>
              </a:solidFill>
            </a:endParaRPr>
          </a:p>
          <a:p>
            <a:pPr defTabSz="761970"/>
            <a:endParaRPr lang="en-US" altLang="en-US" sz="917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0109DB-CBCD-9448-9851-06FA20107AC4}"/>
              </a:ext>
            </a:extLst>
          </p:cNvPr>
          <p:cNvGrpSpPr/>
          <p:nvPr/>
        </p:nvGrpSpPr>
        <p:grpSpPr>
          <a:xfrm>
            <a:off x="5462851" y="4596220"/>
            <a:ext cx="611372" cy="547587"/>
            <a:chOff x="8156556" y="3012670"/>
            <a:chExt cx="2327080" cy="2329568"/>
          </a:xfrm>
        </p:grpSpPr>
        <p:pic>
          <p:nvPicPr>
            <p:cNvPr id="30" name="Picture 3">
              <a:extLst>
                <a:ext uri="{FF2B5EF4-FFF2-40B4-BE49-F238E27FC236}">
                  <a16:creationId xmlns:a16="http://schemas.microsoft.com/office/drawing/2014/main" id="{C1E26E97-8D66-EC4E-802A-572948A66A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12351" r="12649"/>
            <a:stretch/>
          </p:blipFill>
          <p:spPr bwMode="auto">
            <a:xfrm>
              <a:off x="8156556" y="3015158"/>
              <a:ext cx="2327080" cy="2327080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5B8CEC6-47ED-BD4B-BFD8-3671F3EA2BA6}"/>
                </a:ext>
              </a:extLst>
            </p:cNvPr>
            <p:cNvSpPr/>
            <p:nvPr/>
          </p:nvSpPr>
          <p:spPr>
            <a:xfrm>
              <a:off x="8156559" y="3012670"/>
              <a:ext cx="2318658" cy="2318656"/>
            </a:xfrm>
            <a:prstGeom prst="ellipse">
              <a:avLst/>
            </a:prstGeom>
            <a:noFill/>
            <a:ln w="76200">
              <a:gradFill flip="none" rotWithShape="1">
                <a:gsLst>
                  <a:gs pos="0">
                    <a:schemeClr val="accent2"/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500" kern="0">
                <a:solidFill>
                  <a:prstClr val="white">
                    <a:lumMod val="50000"/>
                  </a:prstClr>
                </a:solidFill>
                <a:latin typeface="Arial"/>
              </a:endParaRPr>
            </a:p>
          </p:txBody>
        </p:sp>
      </p:grpSp>
      <p:pic>
        <p:nvPicPr>
          <p:cNvPr id="4" name="Picture 3" descr="A person standing in a room&#10;&#10;Description automatically generated">
            <a:extLst>
              <a:ext uri="{FF2B5EF4-FFF2-40B4-BE49-F238E27FC236}">
                <a16:creationId xmlns:a16="http://schemas.microsoft.com/office/drawing/2014/main" id="{97E54252-79C7-5238-4DA1-43199515C1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5" t="26435" r="27268" b="26808"/>
          <a:stretch/>
        </p:blipFill>
        <p:spPr>
          <a:xfrm rot="5400000">
            <a:off x="3976023" y="4291506"/>
            <a:ext cx="980762" cy="7812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32C0B5-497C-92F9-1BE2-86A7F879A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970" y="4191725"/>
            <a:ext cx="936623" cy="96683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 descr="A person with long hair&#10;&#10;Description automatically generated">
            <a:extLst>
              <a:ext uri="{FF2B5EF4-FFF2-40B4-BE49-F238E27FC236}">
                <a16:creationId xmlns:a16="http://schemas.microsoft.com/office/drawing/2014/main" id="{ACBD461B-C80B-B6EA-7D74-E60F62B78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20" y="4234809"/>
            <a:ext cx="738489" cy="90925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 descr="A person sitting in a chair&#10;&#10;Description automatically generated">
            <a:extLst>
              <a:ext uri="{FF2B5EF4-FFF2-40B4-BE49-F238E27FC236}">
                <a16:creationId xmlns:a16="http://schemas.microsoft.com/office/drawing/2014/main" id="{FD6AF8A9-C5BC-B8F1-2370-F4BF1E67186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3" t="15942" r="1" b="15151"/>
          <a:stretch/>
        </p:blipFill>
        <p:spPr>
          <a:xfrm>
            <a:off x="2740638" y="4233906"/>
            <a:ext cx="828095" cy="90733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5859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617" y="121491"/>
            <a:ext cx="11972473" cy="6276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EcoDeliver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needs to rethink supply chain architecture to solve for key challenges of LMD and changing consumer preferences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0B5A0-D203-E84F-A2D0-8DA8E903C9E9}"/>
              </a:ext>
            </a:extLst>
          </p:cNvPr>
          <p:cNvSpPr/>
          <p:nvPr/>
        </p:nvSpPr>
        <p:spPr>
          <a:xfrm>
            <a:off x="78617" y="852427"/>
            <a:ext cx="2669166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E7244-BDFD-A648-BB48-70D2A942EDDF}"/>
              </a:ext>
            </a:extLst>
          </p:cNvPr>
          <p:cNvSpPr txBox="1"/>
          <p:nvPr/>
        </p:nvSpPr>
        <p:spPr>
          <a:xfrm>
            <a:off x="298539" y="755847"/>
            <a:ext cx="2182203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E-retail to grow 4x by 2025</a:t>
            </a:r>
            <a:r>
              <a:rPr lang="en-US" sz="1167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E7DB8-964B-8B43-A9BC-D9B82DA166CF}"/>
              </a:ext>
            </a:extLst>
          </p:cNvPr>
          <p:cNvSpPr/>
          <p:nvPr/>
        </p:nvSpPr>
        <p:spPr>
          <a:xfrm>
            <a:off x="5636157" y="845707"/>
            <a:ext cx="3281340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1B5A2-3DDB-0244-96D4-644FA9C3CE28}"/>
              </a:ext>
            </a:extLst>
          </p:cNvPr>
          <p:cNvSpPr txBox="1"/>
          <p:nvPr/>
        </p:nvSpPr>
        <p:spPr>
          <a:xfrm>
            <a:off x="5958500" y="755847"/>
            <a:ext cx="2669166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...as does Indian regional demand</a:t>
            </a:r>
            <a:r>
              <a:rPr lang="en-US" sz="1167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762378-766F-4941-B4FE-9D288D6E4E80}"/>
              </a:ext>
            </a:extLst>
          </p:cNvPr>
          <p:cNvSpPr/>
          <p:nvPr/>
        </p:nvSpPr>
        <p:spPr>
          <a:xfrm>
            <a:off x="9010934" y="827617"/>
            <a:ext cx="3034958" cy="508314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747FC-6584-EA47-B969-6F3BC58AFF79}"/>
              </a:ext>
            </a:extLst>
          </p:cNvPr>
          <p:cNvSpPr txBox="1"/>
          <p:nvPr/>
        </p:nvSpPr>
        <p:spPr>
          <a:xfrm>
            <a:off x="9166892" y="742787"/>
            <a:ext cx="2660083" cy="26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How-To-Win: </a:t>
            </a:r>
            <a:r>
              <a:rPr lang="en-US" sz="1100" b="1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EcoDeliver’s</a:t>
            </a:r>
            <a:r>
              <a:rPr lang="en-US" sz="11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disruption strategy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95F5F-47E0-8A35-27C1-69E4AB18AD75}"/>
              </a:ext>
            </a:extLst>
          </p:cNvPr>
          <p:cNvSpPr txBox="1"/>
          <p:nvPr/>
        </p:nvSpPr>
        <p:spPr>
          <a:xfrm>
            <a:off x="146108" y="3197872"/>
            <a:ext cx="21577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consumers are more likely to choose retailers that offer more sustainable delivery options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3EEB0D-F49E-B20D-8CC4-BE2BCAF1874D}"/>
              </a:ext>
            </a:extLst>
          </p:cNvPr>
          <p:cNvGrpSpPr/>
          <p:nvPr/>
        </p:nvGrpSpPr>
        <p:grpSpPr>
          <a:xfrm>
            <a:off x="831272" y="6234822"/>
            <a:ext cx="8382000" cy="491421"/>
            <a:chOff x="831272" y="6234822"/>
            <a:chExt cx="8382000" cy="491421"/>
          </a:xfrm>
        </p:grpSpPr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758E03E1-4D25-7708-ABF2-1A47C8B77872}"/>
                </a:ext>
              </a:extLst>
            </p:cNvPr>
            <p:cNvSpPr/>
            <p:nvPr/>
          </p:nvSpPr>
          <p:spPr>
            <a:xfrm>
              <a:off x="2134955" y="6241611"/>
              <a:ext cx="147254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SC Reinvention</a:t>
              </a: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B2C616AA-56C7-42F6-29D1-251BCF3DBC12}"/>
                </a:ext>
              </a:extLst>
            </p:cNvPr>
            <p:cNvSpPr/>
            <p:nvPr/>
          </p:nvSpPr>
          <p:spPr>
            <a:xfrm>
              <a:off x="3465614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F2F6AE68-D908-6728-5B6A-1EA13793973F}"/>
                </a:ext>
              </a:extLst>
            </p:cNvPr>
            <p:cNvSpPr/>
            <p:nvPr/>
          </p:nvSpPr>
          <p:spPr>
            <a:xfrm>
              <a:off x="5020292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119BBBFF-6E5F-8273-056E-8D9FD62714E5}"/>
                </a:ext>
              </a:extLst>
            </p:cNvPr>
            <p:cNvSpPr/>
            <p:nvPr/>
          </p:nvSpPr>
          <p:spPr>
            <a:xfrm>
              <a:off x="6327570" y="6241611"/>
              <a:ext cx="172390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Redefining P2P Ecosystem</a:t>
              </a: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126D24D3-3918-FDA2-6126-F1D1D5A7CA81}"/>
                </a:ext>
              </a:extLst>
            </p:cNvPr>
            <p:cNvSpPr/>
            <p:nvPr/>
          </p:nvSpPr>
          <p:spPr>
            <a:xfrm>
              <a:off x="7881259" y="6241611"/>
              <a:ext cx="1332013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 Win Win</a:t>
              </a: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929465AC-23E7-EEA1-3F13-B97FA079F38C}"/>
                </a:ext>
              </a:extLst>
            </p:cNvPr>
            <p:cNvSpPr/>
            <p:nvPr/>
          </p:nvSpPr>
          <p:spPr>
            <a:xfrm>
              <a:off x="831272" y="6234822"/>
              <a:ext cx="1472541" cy="484632"/>
            </a:xfrm>
            <a:prstGeom prst="chevron">
              <a:avLst/>
            </a:prstGeom>
            <a:solidFill>
              <a:srgbClr val="7D38B4"/>
            </a:solidFill>
            <a:ln>
              <a:solidFill>
                <a:srgbClr val="D6BA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Industry Analysis</a:t>
              </a:r>
            </a:p>
          </p:txBody>
        </p:sp>
        <p:sp>
          <p:nvSpPr>
            <p:cNvPr id="211" name="Chevron 12">
              <a:extLst>
                <a:ext uri="{FF2B5EF4-FFF2-40B4-BE49-F238E27FC236}">
                  <a16:creationId xmlns:a16="http://schemas.microsoft.com/office/drawing/2014/main" id="{BE5ECCAF-6210-E7E1-8D35-7D800BDCC595}"/>
                </a:ext>
              </a:extLst>
            </p:cNvPr>
            <p:cNvSpPr/>
            <p:nvPr/>
          </p:nvSpPr>
          <p:spPr>
            <a:xfrm>
              <a:off x="3441246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212" name="Chevron 13">
              <a:extLst>
                <a:ext uri="{FF2B5EF4-FFF2-40B4-BE49-F238E27FC236}">
                  <a16:creationId xmlns:a16="http://schemas.microsoft.com/office/drawing/2014/main" id="{80293F18-4520-08EB-8FF3-C125AE57F4B2}"/>
                </a:ext>
              </a:extLst>
            </p:cNvPr>
            <p:cNvSpPr/>
            <p:nvPr/>
          </p:nvSpPr>
          <p:spPr>
            <a:xfrm>
              <a:off x="4995924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8DEFE-00D6-1740-AD63-5081CA18A83F}"/>
              </a:ext>
            </a:extLst>
          </p:cNvPr>
          <p:cNvSpPr/>
          <p:nvPr/>
        </p:nvSpPr>
        <p:spPr>
          <a:xfrm>
            <a:off x="2857387" y="845707"/>
            <a:ext cx="2669166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69509-2568-CE4A-8D3C-270C7A959E57}"/>
              </a:ext>
            </a:extLst>
          </p:cNvPr>
          <p:cNvSpPr txBox="1"/>
          <p:nvPr/>
        </p:nvSpPr>
        <p:spPr>
          <a:xfrm>
            <a:off x="3034252" y="755847"/>
            <a:ext cx="2312073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..but supply remains fragmented..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CC51673-AC19-9B4C-B934-4431E1C2B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286538"/>
              </p:ext>
            </p:extLst>
          </p:nvPr>
        </p:nvGraphicFramePr>
        <p:xfrm>
          <a:off x="2632746" y="586254"/>
          <a:ext cx="1766103" cy="178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E7EE84B-D9F4-1F49-9A2A-7834E11E3CC5}"/>
              </a:ext>
            </a:extLst>
          </p:cNvPr>
          <p:cNvSpPr txBox="1"/>
          <p:nvPr/>
        </p:nvSpPr>
        <p:spPr>
          <a:xfrm rot="16200000">
            <a:off x="2444627" y="1360381"/>
            <a:ext cx="118318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Market Share</a:t>
            </a:r>
            <a:r>
              <a:rPr lang="en-US" sz="1200" baseline="3000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n-IN" sz="1200" baseline="30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1503FD-B5A5-3545-9F29-C90D8E950FDF}"/>
              </a:ext>
            </a:extLst>
          </p:cNvPr>
          <p:cNvSpPr txBox="1"/>
          <p:nvPr/>
        </p:nvSpPr>
        <p:spPr>
          <a:xfrm>
            <a:off x="58289" y="891126"/>
            <a:ext cx="220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Indian online retail market ($Bn)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44B26B53-A700-4C4A-AB71-A0D13A24ED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338241"/>
              </p:ext>
            </p:extLst>
          </p:nvPr>
        </p:nvGraphicFramePr>
        <p:xfrm>
          <a:off x="-59233" y="755846"/>
          <a:ext cx="2182203" cy="1578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5BA8D2-0347-364F-AA24-BA5AD3023C70}"/>
              </a:ext>
            </a:extLst>
          </p:cNvPr>
          <p:cNvCxnSpPr/>
          <p:nvPr/>
        </p:nvCxnSpPr>
        <p:spPr>
          <a:xfrm flipV="1">
            <a:off x="510705" y="1246913"/>
            <a:ext cx="763913" cy="461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71375A3-651D-C243-8D55-5DF661AE5038}"/>
              </a:ext>
            </a:extLst>
          </p:cNvPr>
          <p:cNvSpPr txBox="1"/>
          <p:nvPr/>
        </p:nvSpPr>
        <p:spPr>
          <a:xfrm>
            <a:off x="346568" y="1351824"/>
            <a:ext cx="885645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CAGR: 30%</a:t>
            </a:r>
            <a:endParaRPr lang="en-IN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2FB2EF-E9DB-DB4C-83A2-AC47B07EDEBE}"/>
              </a:ext>
            </a:extLst>
          </p:cNvPr>
          <p:cNvSpPr/>
          <p:nvPr/>
        </p:nvSpPr>
        <p:spPr>
          <a:xfrm>
            <a:off x="1620079" y="1275332"/>
            <a:ext cx="1191127" cy="71049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shoppers growing from 100 Mn to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300-350Mn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AA5D39-578B-3740-9FA3-CA82C3CA899F}"/>
              </a:ext>
            </a:extLst>
          </p:cNvPr>
          <p:cNvSpPr txBox="1"/>
          <p:nvPr/>
        </p:nvSpPr>
        <p:spPr>
          <a:xfrm>
            <a:off x="3869128" y="2028779"/>
            <a:ext cx="14050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Parcel Focus, 5%</a:t>
            </a:r>
            <a:endParaRPr lang="en-IN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DA00C1-D2E7-B94B-875F-2DD7CCF941C2}"/>
              </a:ext>
            </a:extLst>
          </p:cNvPr>
          <p:cNvSpPr/>
          <p:nvPr/>
        </p:nvSpPr>
        <p:spPr>
          <a:xfrm>
            <a:off x="3920264" y="979581"/>
            <a:ext cx="16323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Long tail of mid-major players that cater to regional markets</a:t>
            </a:r>
            <a:endParaRPr lang="en-US"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218D0D-7898-F44C-B819-60695033AE91}"/>
              </a:ext>
            </a:extLst>
          </p:cNvPr>
          <p:cNvSpPr/>
          <p:nvPr/>
        </p:nvSpPr>
        <p:spPr>
          <a:xfrm>
            <a:off x="3875475" y="1773896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Big &amp; bulky focus</a:t>
            </a:r>
            <a:endParaRPr lang="en-US" sz="12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E455BC-C402-9247-8260-0324CF2C4B4D}"/>
              </a:ext>
            </a:extLst>
          </p:cNvPr>
          <p:cNvGrpSpPr/>
          <p:nvPr/>
        </p:nvGrpSpPr>
        <p:grpSpPr>
          <a:xfrm>
            <a:off x="3745883" y="1188309"/>
            <a:ext cx="126337" cy="134219"/>
            <a:chOff x="7812684" y="2660359"/>
            <a:chExt cx="306171" cy="306910"/>
          </a:xfrm>
        </p:grpSpPr>
        <p:sp>
          <p:nvSpPr>
            <p:cNvPr id="38" name="Freeform 94">
              <a:extLst>
                <a:ext uri="{FF2B5EF4-FFF2-40B4-BE49-F238E27FC236}">
                  <a16:creationId xmlns:a16="http://schemas.microsoft.com/office/drawing/2014/main" id="{11FED670-214A-3742-A389-0977A7AB3978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95">
              <a:extLst>
                <a:ext uri="{FF2B5EF4-FFF2-40B4-BE49-F238E27FC236}">
                  <a16:creationId xmlns:a16="http://schemas.microsoft.com/office/drawing/2014/main" id="{A064CC2C-8DDF-8E48-9A4E-1291EC35DD2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3B35E2-CC5D-C24F-AFAC-58D50D91DBAD}"/>
              </a:ext>
            </a:extLst>
          </p:cNvPr>
          <p:cNvGrpSpPr/>
          <p:nvPr/>
        </p:nvGrpSpPr>
        <p:grpSpPr>
          <a:xfrm>
            <a:off x="3742791" y="1956252"/>
            <a:ext cx="126337" cy="134219"/>
            <a:chOff x="7812684" y="2660359"/>
            <a:chExt cx="306171" cy="306910"/>
          </a:xfrm>
        </p:grpSpPr>
        <p:sp>
          <p:nvSpPr>
            <p:cNvPr id="41" name="Freeform 94">
              <a:extLst>
                <a:ext uri="{FF2B5EF4-FFF2-40B4-BE49-F238E27FC236}">
                  <a16:creationId xmlns:a16="http://schemas.microsoft.com/office/drawing/2014/main" id="{BD8C0A23-A86D-E647-9450-950454EA7F06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95">
              <a:extLst>
                <a:ext uri="{FF2B5EF4-FFF2-40B4-BE49-F238E27FC236}">
                  <a16:creationId xmlns:a16="http://schemas.microsoft.com/office/drawing/2014/main" id="{C9B86F67-EE7D-6040-B576-8D8A0362834F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443374-B564-8A4E-9B23-F53FCEFA2DEE}"/>
              </a:ext>
            </a:extLst>
          </p:cNvPr>
          <p:cNvGrpSpPr/>
          <p:nvPr/>
        </p:nvGrpSpPr>
        <p:grpSpPr>
          <a:xfrm>
            <a:off x="3747985" y="2137931"/>
            <a:ext cx="126337" cy="134219"/>
            <a:chOff x="7812684" y="2660359"/>
            <a:chExt cx="306171" cy="306910"/>
          </a:xfrm>
        </p:grpSpPr>
        <p:sp>
          <p:nvSpPr>
            <p:cNvPr id="44" name="Freeform 94">
              <a:extLst>
                <a:ext uri="{FF2B5EF4-FFF2-40B4-BE49-F238E27FC236}">
                  <a16:creationId xmlns:a16="http://schemas.microsoft.com/office/drawing/2014/main" id="{767435D5-6D82-9B4B-8093-BCE9DA1602F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95">
              <a:extLst>
                <a:ext uri="{FF2B5EF4-FFF2-40B4-BE49-F238E27FC236}">
                  <a16:creationId xmlns:a16="http://schemas.microsoft.com/office/drawing/2014/main" id="{4E0975C0-C7FD-BE44-A6E0-FDF4CC6E3D73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0F71C39C-889C-E34F-A3E1-690B5934668A}"/>
              </a:ext>
            </a:extLst>
          </p:cNvPr>
          <p:cNvSpPr/>
          <p:nvPr/>
        </p:nvSpPr>
        <p:spPr>
          <a:xfrm>
            <a:off x="82525" y="2513376"/>
            <a:ext cx="8834972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B1172E-360B-A44F-A942-E51408878A62}"/>
              </a:ext>
            </a:extLst>
          </p:cNvPr>
          <p:cNvSpPr txBox="1"/>
          <p:nvPr/>
        </p:nvSpPr>
        <p:spPr>
          <a:xfrm>
            <a:off x="906661" y="2446161"/>
            <a:ext cx="7186700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Significant shift in consumer preferences has also been observed in the industry leading to market gaps</a:t>
            </a:r>
            <a:r>
              <a:rPr lang="en-US" sz="1200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EC83EA-EC10-BB42-A875-D7BE1516DD06}"/>
              </a:ext>
            </a:extLst>
          </p:cNvPr>
          <p:cNvSpPr txBox="1"/>
          <p:nvPr/>
        </p:nvSpPr>
        <p:spPr>
          <a:xfrm>
            <a:off x="630859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43%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1F49C1-3BD0-8B48-A1EF-4CF82848A384}"/>
              </a:ext>
            </a:extLst>
          </p:cNvPr>
          <p:cNvSpPr txBox="1"/>
          <p:nvPr/>
        </p:nvSpPr>
        <p:spPr>
          <a:xfrm>
            <a:off x="2276423" y="3186461"/>
            <a:ext cx="21577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customers were okay with waiting reasonably longer for green packaging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458D68-4E74-9A41-9C40-1011D5C804C7}"/>
              </a:ext>
            </a:extLst>
          </p:cNvPr>
          <p:cNvSpPr txBox="1"/>
          <p:nvPr/>
        </p:nvSpPr>
        <p:spPr>
          <a:xfrm>
            <a:off x="2747898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62%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D6C2F2-5593-0244-ACF1-72CEB1AD170C}"/>
              </a:ext>
            </a:extLst>
          </p:cNvPr>
          <p:cNvSpPr txBox="1"/>
          <p:nvPr/>
        </p:nvSpPr>
        <p:spPr>
          <a:xfrm>
            <a:off x="4397965" y="3157124"/>
            <a:ext cx="236703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consumers rated a social media enabled differentiated customer service offering the highest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58B28A-A89F-904C-B8CC-C9566BD2549C}"/>
              </a:ext>
            </a:extLst>
          </p:cNvPr>
          <p:cNvSpPr txBox="1"/>
          <p:nvPr/>
        </p:nvSpPr>
        <p:spPr>
          <a:xfrm>
            <a:off x="4882717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37%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E5F363-D5B7-5448-A595-AAFD76D27AFC}"/>
              </a:ext>
            </a:extLst>
          </p:cNvPr>
          <p:cNvSpPr/>
          <p:nvPr/>
        </p:nvSpPr>
        <p:spPr>
          <a:xfrm>
            <a:off x="78617" y="4068786"/>
            <a:ext cx="4320232" cy="1842628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43EAE5-862C-A349-B8CF-28055BD23565}"/>
              </a:ext>
            </a:extLst>
          </p:cNvPr>
          <p:cNvSpPr txBox="1"/>
          <p:nvPr/>
        </p:nvSpPr>
        <p:spPr>
          <a:xfrm>
            <a:off x="345101" y="4039217"/>
            <a:ext cx="3741081" cy="408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Various delivery models have evolved….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125EED-FA79-E645-AB5F-3110A20E2F70}"/>
              </a:ext>
            </a:extLst>
          </p:cNvPr>
          <p:cNvSpPr/>
          <p:nvPr/>
        </p:nvSpPr>
        <p:spPr>
          <a:xfrm>
            <a:off x="4533871" y="4068131"/>
            <a:ext cx="4383626" cy="1842628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220EA7-72C1-8342-B95A-3C7F00B0FC78}"/>
              </a:ext>
            </a:extLst>
          </p:cNvPr>
          <p:cNvSpPr txBox="1"/>
          <p:nvPr/>
        </p:nvSpPr>
        <p:spPr>
          <a:xfrm>
            <a:off x="4800355" y="4038562"/>
            <a:ext cx="3741081" cy="408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…but core challenges are yet to be addressed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1C6307-258B-0542-B507-71CEF54FCA53}"/>
              </a:ext>
            </a:extLst>
          </p:cNvPr>
          <p:cNvGrpSpPr/>
          <p:nvPr/>
        </p:nvGrpSpPr>
        <p:grpSpPr>
          <a:xfrm>
            <a:off x="7997706" y="1901817"/>
            <a:ext cx="126337" cy="134219"/>
            <a:chOff x="7812684" y="2660359"/>
            <a:chExt cx="306171" cy="306910"/>
          </a:xfrm>
        </p:grpSpPr>
        <p:sp>
          <p:nvSpPr>
            <p:cNvPr id="61" name="Freeform 94">
              <a:extLst>
                <a:ext uri="{FF2B5EF4-FFF2-40B4-BE49-F238E27FC236}">
                  <a16:creationId xmlns:a16="http://schemas.microsoft.com/office/drawing/2014/main" id="{885464A4-8074-FD46-B922-0B72288733A0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95">
              <a:extLst>
                <a:ext uri="{FF2B5EF4-FFF2-40B4-BE49-F238E27FC236}">
                  <a16:creationId xmlns:a16="http://schemas.microsoft.com/office/drawing/2014/main" id="{2591B666-53BC-0E4C-AE30-25DFF42D68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A0B2EA9-FB3C-674A-BCCB-AA0BCF7ECEA3}"/>
              </a:ext>
            </a:extLst>
          </p:cNvPr>
          <p:cNvSpPr/>
          <p:nvPr/>
        </p:nvSpPr>
        <p:spPr>
          <a:xfrm>
            <a:off x="5645243" y="893873"/>
            <a:ext cx="875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/>
              <a:t>Area (km</a:t>
            </a:r>
            <a:r>
              <a:rPr lang="en-IN" sz="900" baseline="30000"/>
              <a:t>2</a:t>
            </a:r>
            <a:r>
              <a:rPr lang="en-IN" sz="900"/>
              <a:t>)</a:t>
            </a:r>
          </a:p>
          <a:p>
            <a:r>
              <a:rPr lang="en-IN" sz="900"/>
              <a:t>vs 2020F Consumption ($B)</a:t>
            </a:r>
            <a:endParaRPr lang="en-US" sz="9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F30CB88-F75E-C541-A734-BD46D7442E78}"/>
              </a:ext>
            </a:extLst>
          </p:cNvPr>
          <p:cNvGrpSpPr/>
          <p:nvPr/>
        </p:nvGrpSpPr>
        <p:grpSpPr>
          <a:xfrm>
            <a:off x="8007391" y="1473094"/>
            <a:ext cx="126337" cy="134219"/>
            <a:chOff x="7812684" y="2660359"/>
            <a:chExt cx="306171" cy="306910"/>
          </a:xfrm>
        </p:grpSpPr>
        <p:sp>
          <p:nvSpPr>
            <p:cNvPr id="65" name="Freeform 94">
              <a:extLst>
                <a:ext uri="{FF2B5EF4-FFF2-40B4-BE49-F238E27FC236}">
                  <a16:creationId xmlns:a16="http://schemas.microsoft.com/office/drawing/2014/main" id="{A476012F-172B-A34B-B23D-D92EE8288B77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Freeform 95">
              <a:extLst>
                <a:ext uri="{FF2B5EF4-FFF2-40B4-BE49-F238E27FC236}">
                  <a16:creationId xmlns:a16="http://schemas.microsoft.com/office/drawing/2014/main" id="{86EFE5DD-3611-7B4B-9105-227A2B1854A0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8498885-EE82-3345-BB90-494C60518596}"/>
              </a:ext>
            </a:extLst>
          </p:cNvPr>
          <p:cNvGrpSpPr/>
          <p:nvPr/>
        </p:nvGrpSpPr>
        <p:grpSpPr>
          <a:xfrm>
            <a:off x="7992266" y="1008435"/>
            <a:ext cx="126337" cy="134219"/>
            <a:chOff x="7812684" y="2660359"/>
            <a:chExt cx="306171" cy="306910"/>
          </a:xfrm>
        </p:grpSpPr>
        <p:sp>
          <p:nvSpPr>
            <p:cNvPr id="71" name="Freeform 94">
              <a:extLst>
                <a:ext uri="{FF2B5EF4-FFF2-40B4-BE49-F238E27FC236}">
                  <a16:creationId xmlns:a16="http://schemas.microsoft.com/office/drawing/2014/main" id="{424DCC91-32F8-314B-8121-CD39FC6A616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895AB021-567B-1A45-ACDA-DBDCE6DB7D0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5575AADF-1A55-A74A-B5A8-303F0752EB12}"/>
              </a:ext>
            </a:extLst>
          </p:cNvPr>
          <p:cNvSpPr/>
          <p:nvPr/>
        </p:nvSpPr>
        <p:spPr>
          <a:xfrm>
            <a:off x="8288003" y="940148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Rural</a:t>
            </a:r>
            <a:endParaRPr lang="en-US" sz="12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F5B6B49-BC75-D243-AA2C-0C472090A1DB}"/>
              </a:ext>
            </a:extLst>
          </p:cNvPr>
          <p:cNvSpPr/>
          <p:nvPr/>
        </p:nvSpPr>
        <p:spPr>
          <a:xfrm>
            <a:off x="8267969" y="1389828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Tier 2+</a:t>
            </a:r>
            <a:endParaRPr lang="en-US" sz="1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0E9734B-62E2-AF46-96F8-170EA706B997}"/>
              </a:ext>
            </a:extLst>
          </p:cNvPr>
          <p:cNvSpPr/>
          <p:nvPr/>
        </p:nvSpPr>
        <p:spPr>
          <a:xfrm>
            <a:off x="8256094" y="1757507"/>
            <a:ext cx="64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Top 50</a:t>
            </a:r>
          </a:p>
          <a:p>
            <a:r>
              <a:rPr lang="en-IN" sz="1200"/>
              <a:t>cities</a:t>
            </a:r>
            <a:endParaRPr lang="en-US" sz="12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B76CF3-BD22-3A42-A475-0CA0D8FA3F15}"/>
              </a:ext>
            </a:extLst>
          </p:cNvPr>
          <p:cNvGrpSpPr/>
          <p:nvPr/>
        </p:nvGrpSpPr>
        <p:grpSpPr>
          <a:xfrm>
            <a:off x="6686433" y="3130762"/>
            <a:ext cx="126337" cy="134219"/>
            <a:chOff x="7812684" y="2660359"/>
            <a:chExt cx="306171" cy="306910"/>
          </a:xfrm>
        </p:grpSpPr>
        <p:sp>
          <p:nvSpPr>
            <p:cNvPr id="77" name="Freeform 94">
              <a:extLst>
                <a:ext uri="{FF2B5EF4-FFF2-40B4-BE49-F238E27FC236}">
                  <a16:creationId xmlns:a16="http://schemas.microsoft.com/office/drawing/2014/main" id="{70881018-4AE6-B641-A09E-660C55DA8A2E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95">
              <a:extLst>
                <a:ext uri="{FF2B5EF4-FFF2-40B4-BE49-F238E27FC236}">
                  <a16:creationId xmlns:a16="http://schemas.microsoft.com/office/drawing/2014/main" id="{3D28C344-2999-C94F-8FCB-665B0917CD5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029D0BC-25F6-5249-8F98-08E42B7CFE69}"/>
              </a:ext>
            </a:extLst>
          </p:cNvPr>
          <p:cNvSpPr/>
          <p:nvPr/>
        </p:nvSpPr>
        <p:spPr>
          <a:xfrm>
            <a:off x="7017536" y="2669266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Sustainability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10EE02E1-3E18-B140-AEEC-8AA49C8320B7}"/>
              </a:ext>
            </a:extLst>
          </p:cNvPr>
          <p:cNvSpPr/>
          <p:nvPr/>
        </p:nvSpPr>
        <p:spPr>
          <a:xfrm>
            <a:off x="7025515" y="2915717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Tech-driven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9500D75-C442-D943-BDF0-492DCA43DC9F}"/>
              </a:ext>
            </a:extLst>
          </p:cNvPr>
          <p:cNvSpPr/>
          <p:nvPr/>
        </p:nvSpPr>
        <p:spPr>
          <a:xfrm>
            <a:off x="7025515" y="3163663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Flexible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03E6BF2-2BDF-F948-AD95-AB8AEF4A4CA7}"/>
              </a:ext>
            </a:extLst>
          </p:cNvPr>
          <p:cNvSpPr/>
          <p:nvPr/>
        </p:nvSpPr>
        <p:spPr>
          <a:xfrm>
            <a:off x="7122169" y="3405616"/>
            <a:ext cx="16323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200"/>
              <a:t>Significant scope to play, grow &amp; disrupt</a:t>
            </a:r>
            <a:endParaRPr lang="en-US" sz="12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7885FE61-38F9-A843-8CBA-F1EE773C84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949" y="4206404"/>
            <a:ext cx="4162672" cy="1659554"/>
          </a:xfrm>
          <a:prstGeom prst="rect">
            <a:avLst/>
          </a:prstGeom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0D6856E-566D-D940-BA69-04614884CF52}"/>
              </a:ext>
            </a:extLst>
          </p:cNvPr>
          <p:cNvSpPr/>
          <p:nvPr/>
        </p:nvSpPr>
        <p:spPr>
          <a:xfrm>
            <a:off x="4638087" y="438683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Highest Cost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0C588B2-9006-A24B-9220-087D93282843}"/>
              </a:ext>
            </a:extLst>
          </p:cNvPr>
          <p:cNvSpPr/>
          <p:nvPr/>
        </p:nvSpPr>
        <p:spPr>
          <a:xfrm>
            <a:off x="4638086" y="466376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Unknown demand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DF6FA7DD-7AA8-644B-99D6-7610844843B7}"/>
              </a:ext>
            </a:extLst>
          </p:cNvPr>
          <p:cNvSpPr/>
          <p:nvPr/>
        </p:nvSpPr>
        <p:spPr>
          <a:xfrm>
            <a:off x="4638085" y="4955043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High expectations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49E30125-2978-5249-8406-DD8CB1EA9F40}"/>
              </a:ext>
            </a:extLst>
          </p:cNvPr>
          <p:cNvSpPr/>
          <p:nvPr/>
        </p:nvSpPr>
        <p:spPr>
          <a:xfrm>
            <a:off x="6046999" y="4955043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qual. service reliability &amp; redressal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B2EC6D2-C1FC-A54A-A1F7-7ADE7FA074D7}"/>
              </a:ext>
            </a:extLst>
          </p:cNvPr>
          <p:cNvSpPr/>
          <p:nvPr/>
        </p:nvSpPr>
        <p:spPr>
          <a:xfrm>
            <a:off x="6042699" y="4673735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LMD Forecasts have ~60% accuracy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27E89C9-C246-D743-992B-B9EFA46786E6}"/>
              </a:ext>
            </a:extLst>
          </p:cNvPr>
          <p:cNvSpPr/>
          <p:nvPr/>
        </p:nvSpPr>
        <p:spPr>
          <a:xfrm>
            <a:off x="6051937" y="4386838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LMD accounts for </a:t>
            </a:r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41%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total SC costs</a:t>
            </a:r>
            <a:r>
              <a:rPr lang="en-US" sz="1200" baseline="30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2C2D047E-05AF-D34D-92F7-E9DD58337B94}"/>
              </a:ext>
            </a:extLst>
          </p:cNvPr>
          <p:cNvSpPr/>
          <p:nvPr/>
        </p:nvSpPr>
        <p:spPr>
          <a:xfrm>
            <a:off x="4642929" y="524631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Traffic Congestion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3B57253-208A-9E44-803F-57389DF1BE1F}"/>
              </a:ext>
            </a:extLst>
          </p:cNvPr>
          <p:cNvSpPr/>
          <p:nvPr/>
        </p:nvSpPr>
        <p:spPr>
          <a:xfrm>
            <a:off x="6051843" y="5246318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contributor; route optimality red. 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D01F0BA-004B-0148-9C10-A1065FB55AE7}"/>
              </a:ext>
            </a:extLst>
          </p:cNvPr>
          <p:cNvSpPr/>
          <p:nvPr/>
        </p:nvSpPr>
        <p:spPr>
          <a:xfrm>
            <a:off x="4642929" y="5546341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C43BA5F4-8A11-0445-9ABF-67B4957BCD60}"/>
              </a:ext>
            </a:extLst>
          </p:cNvPr>
          <p:cNvSpPr/>
          <p:nvPr/>
        </p:nvSpPr>
        <p:spPr>
          <a:xfrm>
            <a:off x="6051843" y="5546341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~40% of SC emissions during last mile</a:t>
            </a:r>
            <a:r>
              <a:rPr lang="en-US" sz="1200" b="1" baseline="30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03843DF-C3F6-7C48-985A-918B2A87D688}"/>
              </a:ext>
            </a:extLst>
          </p:cNvPr>
          <p:cNvSpPr txBox="1"/>
          <p:nvPr/>
        </p:nvSpPr>
        <p:spPr>
          <a:xfrm>
            <a:off x="78617" y="5925607"/>
            <a:ext cx="651215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/>
              <a:t>1. Statista 2. Bain Analysis. 3. </a:t>
            </a:r>
            <a:r>
              <a:rPr lang="en-US" sz="800" err="1"/>
              <a:t>iPAC</a:t>
            </a:r>
            <a:r>
              <a:rPr lang="en-US" sz="800"/>
              <a:t> Analysis 4. Bain Analysis 5. Press Analysis</a:t>
            </a:r>
          </a:p>
        </p:txBody>
      </p:sp>
      <p:sp>
        <p:nvSpPr>
          <p:cNvPr id="95" name="Oval 20">
            <a:extLst>
              <a:ext uri="{FF2B5EF4-FFF2-40B4-BE49-F238E27FC236}">
                <a16:creationId xmlns:a16="http://schemas.microsoft.com/office/drawing/2014/main" id="{26156546-C1AE-7C4C-8D77-8BA5EA54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267" y="2366518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04120B-8608-9946-9847-87239B782D15}"/>
              </a:ext>
            </a:extLst>
          </p:cNvPr>
          <p:cNvSpPr txBox="1"/>
          <p:nvPr/>
        </p:nvSpPr>
        <p:spPr>
          <a:xfrm>
            <a:off x="9348165" y="2282378"/>
            <a:ext cx="257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Turning sustainable via operational excellence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D87A35-5B37-FE41-8194-36BC46A6E428}"/>
              </a:ext>
            </a:extLst>
          </p:cNvPr>
          <p:cNvSpPr txBox="1"/>
          <p:nvPr/>
        </p:nvSpPr>
        <p:spPr>
          <a:xfrm>
            <a:off x="9341215" y="2205040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Deep dive ahead</a:t>
            </a:r>
          </a:p>
        </p:txBody>
      </p:sp>
      <p:sp>
        <p:nvSpPr>
          <p:cNvPr id="100" name="Oval 20">
            <a:extLst>
              <a:ext uri="{FF2B5EF4-FFF2-40B4-BE49-F238E27FC236}">
                <a16:creationId xmlns:a16="http://schemas.microsoft.com/office/drawing/2014/main" id="{EBEACC6D-752C-2946-834C-FF97F5590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7170" y="4585810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D05A0B-E4CB-3241-B059-0751AA049179}"/>
              </a:ext>
            </a:extLst>
          </p:cNvPr>
          <p:cNvSpPr txBox="1"/>
          <p:nvPr/>
        </p:nvSpPr>
        <p:spPr>
          <a:xfrm>
            <a:off x="9276616" y="4573730"/>
            <a:ext cx="2570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Becoming a market shaping force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31E163D-03DB-D74E-8DC8-30AC8E0CE64F}"/>
              </a:ext>
            </a:extLst>
          </p:cNvPr>
          <p:cNvSpPr txBox="1"/>
          <p:nvPr/>
        </p:nvSpPr>
        <p:spPr>
          <a:xfrm>
            <a:off x="9082612" y="3697866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Deep dive ahead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B0BE75A-C753-414A-9A5F-8984A4C0289D}"/>
              </a:ext>
            </a:extLst>
          </p:cNvPr>
          <p:cNvSpPr txBox="1"/>
          <p:nvPr/>
        </p:nvSpPr>
        <p:spPr>
          <a:xfrm>
            <a:off x="9304391" y="4494984"/>
            <a:ext cx="1047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Scope for next phase</a:t>
            </a:r>
          </a:p>
        </p:txBody>
      </p:sp>
      <p:sp>
        <p:nvSpPr>
          <p:cNvPr id="106" name="ee4pHeader1">
            <a:extLst>
              <a:ext uri="{FF2B5EF4-FFF2-40B4-BE49-F238E27FC236}">
                <a16:creationId xmlns:a16="http://schemas.microsoft.com/office/drawing/2014/main" id="{1A36D522-18E4-1A41-86F5-AC351676FA8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 rot="5400000">
            <a:off x="9306212" y="2601608"/>
            <a:ext cx="400802" cy="739293"/>
          </a:xfrm>
          <a:prstGeom prst="homePlate">
            <a:avLst>
              <a:gd name="adj" fmla="val 12004"/>
            </a:avLst>
          </a:prstGeom>
          <a:solidFill>
            <a:schemeClr val="accent1">
              <a:lumMod val="5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7" name="ee4pHeader2">
            <a:extLst>
              <a:ext uri="{FF2B5EF4-FFF2-40B4-BE49-F238E27FC236}">
                <a16:creationId xmlns:a16="http://schemas.microsoft.com/office/drawing/2014/main" id="{85F5A36C-9A7F-5444-B56B-BE80657AA13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 rot="5400000">
            <a:off x="9308012" y="3020105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accent1">
              <a:lumMod val="75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8" name="ee4pHeader2">
            <a:extLst>
              <a:ext uri="{FF2B5EF4-FFF2-40B4-BE49-F238E27FC236}">
                <a16:creationId xmlns:a16="http://schemas.microsoft.com/office/drawing/2014/main" id="{B7271D8E-589E-8846-AE19-199204ADAC3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 rot="5400000">
            <a:off x="9308012" y="3437181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accent1">
              <a:lumMod val="60000"/>
              <a:lumOff val="4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9" name="ee4pHeader2">
            <a:extLst>
              <a:ext uri="{FF2B5EF4-FFF2-40B4-BE49-F238E27FC236}">
                <a16:creationId xmlns:a16="http://schemas.microsoft.com/office/drawing/2014/main" id="{34C78808-5E97-264A-BA83-74A77291FD3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 rot="5400000">
            <a:off x="9308012" y="3854257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bg2">
              <a:lumMod val="9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560FF1F-A143-B241-BE9B-3E683694F058}"/>
              </a:ext>
            </a:extLst>
          </p:cNvPr>
          <p:cNvSpPr txBox="1"/>
          <p:nvPr/>
        </p:nvSpPr>
        <p:spPr>
          <a:xfrm>
            <a:off x="9175432" y="2839951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City WH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7A0B98-4D15-604D-8371-22E3B26ADAE6}"/>
              </a:ext>
            </a:extLst>
          </p:cNvPr>
          <p:cNvSpPr txBox="1"/>
          <p:nvPr/>
        </p:nvSpPr>
        <p:spPr>
          <a:xfrm>
            <a:off x="9124624" y="3245401"/>
            <a:ext cx="7811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6E34AD5-6BB6-6140-B9AF-30E74D0BABD2}"/>
              </a:ext>
            </a:extLst>
          </p:cNvPr>
          <p:cNvSpPr txBox="1"/>
          <p:nvPr/>
        </p:nvSpPr>
        <p:spPr>
          <a:xfrm>
            <a:off x="9108833" y="3643450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Distributor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E589DC4-6B32-6D43-85B3-74A3320FDC8D}"/>
              </a:ext>
            </a:extLst>
          </p:cNvPr>
          <p:cNvSpPr txBox="1"/>
          <p:nvPr/>
        </p:nvSpPr>
        <p:spPr>
          <a:xfrm>
            <a:off x="9123013" y="4087727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Customer 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FC69AF7-28FF-6241-9B12-D7AFDAC2AD78}"/>
              </a:ext>
            </a:extLst>
          </p:cNvPr>
          <p:cNvGrpSpPr/>
          <p:nvPr/>
        </p:nvGrpSpPr>
        <p:grpSpPr>
          <a:xfrm>
            <a:off x="9995107" y="4014685"/>
            <a:ext cx="1922119" cy="330708"/>
            <a:chOff x="10161062" y="2812392"/>
            <a:chExt cx="1611053" cy="330708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E867AF5-86E4-9645-9AA8-1EE16C0897B3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EA1C399-97C1-834E-9CEE-0842FC525797}"/>
                </a:ext>
              </a:extLst>
            </p:cNvPr>
            <p:cNvSpPr txBox="1"/>
            <p:nvPr/>
          </p:nvSpPr>
          <p:spPr>
            <a:xfrm>
              <a:off x="10221813" y="2840777"/>
              <a:ext cx="11483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P2P Ecosystem</a:t>
              </a:r>
            </a:p>
          </p:txBody>
        </p:sp>
      </p:grp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BB7ED41D-12F4-4D4B-A66A-D30E004392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660930"/>
              </p:ext>
            </p:extLst>
          </p:nvPr>
        </p:nvGraphicFramePr>
        <p:xfrm>
          <a:off x="5991111" y="599920"/>
          <a:ext cx="2455727" cy="1771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3C43BB1-8209-224E-B508-922CD6F740E8}"/>
              </a:ext>
            </a:extLst>
          </p:cNvPr>
          <p:cNvGrpSpPr/>
          <p:nvPr/>
        </p:nvGrpSpPr>
        <p:grpSpPr>
          <a:xfrm>
            <a:off x="9995129" y="3600310"/>
            <a:ext cx="1922093" cy="330708"/>
            <a:chOff x="10161060" y="2812392"/>
            <a:chExt cx="3298245" cy="33070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44F42D6-BD75-C846-83B5-F87DDFDE5598}"/>
                </a:ext>
              </a:extLst>
            </p:cNvPr>
            <p:cNvSpPr/>
            <p:nvPr/>
          </p:nvSpPr>
          <p:spPr>
            <a:xfrm>
              <a:off x="10161060" y="2812392"/>
              <a:ext cx="3298245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3574581-B7E0-E745-B22B-FD7622C4B7F8}"/>
                </a:ext>
              </a:extLst>
            </p:cNvPr>
            <p:cNvSpPr txBox="1"/>
            <p:nvPr/>
          </p:nvSpPr>
          <p:spPr>
            <a:xfrm>
              <a:off x="10221813" y="2840777"/>
              <a:ext cx="22388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Re-</a:t>
              </a:r>
              <a:r>
                <a:rPr lang="en-US" sz="1100" err="1"/>
                <a:t>optimisation</a:t>
              </a:r>
              <a:endParaRPr lang="en-US" sz="110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CA789DB-6CC8-9143-BF86-D40A5F748A60}"/>
              </a:ext>
            </a:extLst>
          </p:cNvPr>
          <p:cNvGrpSpPr/>
          <p:nvPr/>
        </p:nvGrpSpPr>
        <p:grpSpPr>
          <a:xfrm>
            <a:off x="9941670" y="2775585"/>
            <a:ext cx="1005403" cy="330708"/>
            <a:chOff x="10114365" y="2812392"/>
            <a:chExt cx="1431042" cy="330708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D8F22C0-CE61-F14A-A6C4-1A6A41561691}"/>
                </a:ext>
              </a:extLst>
            </p:cNvPr>
            <p:cNvSpPr/>
            <p:nvPr/>
          </p:nvSpPr>
          <p:spPr>
            <a:xfrm>
              <a:off x="10161064" y="2812392"/>
              <a:ext cx="1293744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B9CB08F-DE00-1245-BF87-3F241DC2C48B}"/>
                </a:ext>
              </a:extLst>
            </p:cNvPr>
            <p:cNvSpPr txBox="1"/>
            <p:nvPr/>
          </p:nvSpPr>
          <p:spPr>
            <a:xfrm>
              <a:off x="10114365" y="2850653"/>
              <a:ext cx="14310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Green Packing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DE66EA8-701A-5346-9928-768A0B099EEF}"/>
              </a:ext>
            </a:extLst>
          </p:cNvPr>
          <p:cNvGrpSpPr/>
          <p:nvPr/>
        </p:nvGrpSpPr>
        <p:grpSpPr>
          <a:xfrm>
            <a:off x="9916819" y="3176096"/>
            <a:ext cx="1053494" cy="330708"/>
            <a:chOff x="10047784" y="2812392"/>
            <a:chExt cx="1879357" cy="330708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C7C1825-97EF-9348-BAD1-1449EC5C998B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E0B5B40-DD5B-FE4F-B388-271AFCA12366}"/>
                </a:ext>
              </a:extLst>
            </p:cNvPr>
            <p:cNvSpPr txBox="1"/>
            <p:nvPr/>
          </p:nvSpPr>
          <p:spPr>
            <a:xfrm>
              <a:off x="10047784" y="2858060"/>
              <a:ext cx="18793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Dynamic Route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908E868-DE23-0E47-BB42-4AE545FA2F17}"/>
              </a:ext>
            </a:extLst>
          </p:cNvPr>
          <p:cNvGrpSpPr/>
          <p:nvPr/>
        </p:nvGrpSpPr>
        <p:grpSpPr>
          <a:xfrm>
            <a:off x="10882506" y="2770853"/>
            <a:ext cx="1128835" cy="330708"/>
            <a:chOff x="10053617" y="2812392"/>
            <a:chExt cx="1874805" cy="33070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B4FDA5D-9C29-D449-8999-A70760EE75E5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6A3D061-C1B9-CD46-ACD2-56052399244C}"/>
                </a:ext>
              </a:extLst>
            </p:cNvPr>
            <p:cNvSpPr txBox="1"/>
            <p:nvPr/>
          </p:nvSpPr>
          <p:spPr>
            <a:xfrm>
              <a:off x="10053617" y="2850653"/>
              <a:ext cx="18748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Optimal linehaul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8322CDF-DCC4-4845-9AF3-1343EC602E0C}"/>
              </a:ext>
            </a:extLst>
          </p:cNvPr>
          <p:cNvGrpSpPr/>
          <p:nvPr/>
        </p:nvGrpSpPr>
        <p:grpSpPr>
          <a:xfrm>
            <a:off x="10890185" y="3191424"/>
            <a:ext cx="1027037" cy="330708"/>
            <a:chOff x="10057808" y="2812392"/>
            <a:chExt cx="1714307" cy="330708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C66F2AB-4711-D34E-A9C9-9A5121FF18FE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C46216D-640E-244E-AC76-2D740FEF3F8F}"/>
                </a:ext>
              </a:extLst>
            </p:cNvPr>
            <p:cNvSpPr txBox="1"/>
            <p:nvPr/>
          </p:nvSpPr>
          <p:spPr>
            <a:xfrm>
              <a:off x="10057808" y="2839231"/>
              <a:ext cx="14266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Green Fleet</a:t>
              </a:r>
            </a:p>
          </p:txBody>
        </p:sp>
      </p:grpSp>
      <p:sp>
        <p:nvSpPr>
          <p:cNvPr id="168" name="Oval 20">
            <a:extLst>
              <a:ext uri="{FF2B5EF4-FFF2-40B4-BE49-F238E27FC236}">
                <a16:creationId xmlns:a16="http://schemas.microsoft.com/office/drawing/2014/main" id="{7A2C1CAD-C1FB-2546-AA71-7BE7D10BB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3013" y="1055889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08817ED-CEDF-7A48-8433-11FB97D17D43}"/>
              </a:ext>
            </a:extLst>
          </p:cNvPr>
          <p:cNvSpPr txBox="1"/>
          <p:nvPr/>
        </p:nvSpPr>
        <p:spPr>
          <a:xfrm>
            <a:off x="9326911" y="971749"/>
            <a:ext cx="257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Mitigating high process costs by fleet optimization (outsource/P2P)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707D073-5B89-E241-A396-145410A1FE4A}"/>
              </a:ext>
            </a:extLst>
          </p:cNvPr>
          <p:cNvGrpSpPr/>
          <p:nvPr/>
        </p:nvGrpSpPr>
        <p:grpSpPr>
          <a:xfrm>
            <a:off x="11098128" y="2493614"/>
            <a:ext cx="805527" cy="215444"/>
            <a:chOff x="10161062" y="2840777"/>
            <a:chExt cx="805527" cy="215444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05EBDDE-DBBC-AB41-87EA-8BFEBF451281}"/>
                </a:ext>
              </a:extLst>
            </p:cNvPr>
            <p:cNvSpPr/>
            <p:nvPr/>
          </p:nvSpPr>
          <p:spPr>
            <a:xfrm>
              <a:off x="10161062" y="2862006"/>
              <a:ext cx="805527" cy="184765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C1AAE76-0455-C544-8376-D8EE0AC82527}"/>
                </a:ext>
              </a:extLst>
            </p:cNvPr>
            <p:cNvSpPr txBox="1"/>
            <p:nvPr/>
          </p:nvSpPr>
          <p:spPr>
            <a:xfrm>
              <a:off x="10221813" y="2840777"/>
              <a:ext cx="6719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>
                  <a:solidFill>
                    <a:schemeClr val="bg2">
                      <a:lumMod val="25000"/>
                    </a:schemeClr>
                  </a:solidFill>
                </a:rPr>
                <a:t>Focus areas</a:t>
              </a:r>
            </a:p>
          </p:txBody>
        </p:sp>
      </p:grp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68738422-2EB1-3843-BA9D-857604A0F58F}"/>
              </a:ext>
            </a:extLst>
          </p:cNvPr>
          <p:cNvSpPr/>
          <p:nvPr/>
        </p:nvSpPr>
        <p:spPr>
          <a:xfrm>
            <a:off x="9098809" y="1408076"/>
            <a:ext cx="837802" cy="4684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Customer</a:t>
            </a:r>
          </a:p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9D33EE9E-2183-8645-8ABF-B84079C863D0}"/>
              </a:ext>
            </a:extLst>
          </p:cNvPr>
          <p:cNvSpPr/>
          <p:nvPr/>
        </p:nvSpPr>
        <p:spPr>
          <a:xfrm>
            <a:off x="9109301" y="1962877"/>
            <a:ext cx="833790" cy="1976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BC57AAFD-8502-BA4C-887B-4E5EA5796614}"/>
              </a:ext>
            </a:extLst>
          </p:cNvPr>
          <p:cNvSpPr/>
          <p:nvPr/>
        </p:nvSpPr>
        <p:spPr>
          <a:xfrm>
            <a:off x="10009093" y="1389828"/>
            <a:ext cx="937979" cy="24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Decrease conversion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EA0B741-ED92-254C-B3F7-EFF43D786877}"/>
              </a:ext>
            </a:extLst>
          </p:cNvPr>
          <p:cNvSpPr/>
          <p:nvPr/>
        </p:nvSpPr>
        <p:spPr>
          <a:xfrm>
            <a:off x="11007630" y="1369255"/>
            <a:ext cx="837802" cy="2696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Attrition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00B6358-53EA-224E-9B29-A624602D7DC0}"/>
              </a:ext>
            </a:extLst>
          </p:cNvPr>
          <p:cNvSpPr/>
          <p:nvPr/>
        </p:nvSpPr>
        <p:spPr>
          <a:xfrm>
            <a:off x="10018237" y="1665734"/>
            <a:ext cx="1828491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Customer support; no SLA’s 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28D68469-CD35-DE41-9117-62AC3E975BB4}"/>
              </a:ext>
            </a:extLst>
          </p:cNvPr>
          <p:cNvSpPr/>
          <p:nvPr/>
        </p:nvSpPr>
        <p:spPr>
          <a:xfrm>
            <a:off x="10033646" y="1950495"/>
            <a:ext cx="837802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Fuel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DBEAF58D-FD5B-B244-8AAA-EC535057D401}"/>
              </a:ext>
            </a:extLst>
          </p:cNvPr>
          <p:cNvSpPr/>
          <p:nvPr/>
        </p:nvSpPr>
        <p:spPr>
          <a:xfrm>
            <a:off x="10890385" y="1947466"/>
            <a:ext cx="837802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Calibri" panose="020F0502020204030204" pitchFamily="34" charset="0"/>
                <a:cs typeface="Calibri" panose="020F0502020204030204" pitchFamily="34" charset="0"/>
              </a:rPr>
              <a:t>Maintenance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AA55A7-3BE4-454A-979E-23CD6648F8EE}"/>
              </a:ext>
            </a:extLst>
          </p:cNvPr>
          <p:cNvGrpSpPr/>
          <p:nvPr/>
        </p:nvGrpSpPr>
        <p:grpSpPr>
          <a:xfrm>
            <a:off x="8980361" y="4774071"/>
            <a:ext cx="1445958" cy="1677264"/>
            <a:chOff x="9124624" y="4762958"/>
            <a:chExt cx="1874863" cy="2108774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9378F12-C53F-C943-9498-7839BCF183F6}"/>
                </a:ext>
              </a:extLst>
            </p:cNvPr>
            <p:cNvGrpSpPr/>
            <p:nvPr/>
          </p:nvGrpSpPr>
          <p:grpSpPr>
            <a:xfrm>
              <a:off x="9124624" y="4762958"/>
              <a:ext cx="1445959" cy="1442611"/>
              <a:chOff x="1116587" y="809181"/>
              <a:chExt cx="5252977" cy="5252209"/>
            </a:xfrm>
          </p:grpSpPr>
          <p:sp>
            <p:nvSpPr>
              <p:cNvPr id="131" name="Freeform 5">
                <a:extLst>
                  <a:ext uri="{FF2B5EF4-FFF2-40B4-BE49-F238E27FC236}">
                    <a16:creationId xmlns:a16="http://schemas.microsoft.com/office/drawing/2014/main" id="{A674DF95-5219-9D46-B4A1-372B7C8FCBEA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2444266" y="809181"/>
                <a:ext cx="2662209" cy="2260919"/>
              </a:xfrm>
              <a:custGeom>
                <a:avLst/>
                <a:gdLst>
                  <a:gd name="T0" fmla="*/ 252 w 1605"/>
                  <a:gd name="T1" fmla="*/ 1119 h 1367"/>
                  <a:gd name="T2" fmla="*/ 460 w 1605"/>
                  <a:gd name="T3" fmla="*/ 1367 h 1367"/>
                  <a:gd name="T4" fmla="*/ 1353 w 1605"/>
                  <a:gd name="T5" fmla="*/ 461 h 1367"/>
                  <a:gd name="T6" fmla="*/ 1605 w 1605"/>
                  <a:gd name="T7" fmla="*/ 250 h 1367"/>
                  <a:gd name="T8" fmla="*/ 1395 w 1605"/>
                  <a:gd name="T9" fmla="*/ 0 h 1367"/>
                  <a:gd name="T10" fmla="*/ 1381 w 1605"/>
                  <a:gd name="T11" fmla="*/ 0 h 1367"/>
                  <a:gd name="T12" fmla="*/ 0 w 1605"/>
                  <a:gd name="T13" fmla="*/ 1331 h 1367"/>
                  <a:gd name="T14" fmla="*/ 252 w 1605"/>
                  <a:gd name="T15" fmla="*/ 1119 h 1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5" h="1367">
                    <a:moveTo>
                      <a:pt x="252" y="1119"/>
                    </a:moveTo>
                    <a:cubicBezTo>
                      <a:pt x="460" y="1367"/>
                      <a:pt x="460" y="1367"/>
                      <a:pt x="460" y="1367"/>
                    </a:cubicBezTo>
                    <a:cubicBezTo>
                      <a:pt x="468" y="874"/>
                      <a:pt x="862" y="476"/>
                      <a:pt x="1353" y="461"/>
                    </a:cubicBezTo>
                    <a:cubicBezTo>
                      <a:pt x="1605" y="250"/>
                      <a:pt x="1605" y="250"/>
                      <a:pt x="1605" y="250"/>
                    </a:cubicBezTo>
                    <a:cubicBezTo>
                      <a:pt x="1395" y="0"/>
                      <a:pt x="1395" y="0"/>
                      <a:pt x="1395" y="0"/>
                    </a:cubicBezTo>
                    <a:cubicBezTo>
                      <a:pt x="1391" y="0"/>
                      <a:pt x="1386" y="0"/>
                      <a:pt x="1381" y="0"/>
                    </a:cubicBezTo>
                    <a:cubicBezTo>
                      <a:pt x="635" y="0"/>
                      <a:pt x="27" y="591"/>
                      <a:pt x="0" y="1331"/>
                    </a:cubicBezTo>
                    <a:lnTo>
                      <a:pt x="252" y="1119"/>
                    </a:lnTo>
                    <a:close/>
                  </a:path>
                </a:pathLst>
              </a:custGeom>
              <a:solidFill>
                <a:srgbClr val="002060"/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2" name="Freeform 6">
                <a:extLst>
                  <a:ext uri="{FF2B5EF4-FFF2-40B4-BE49-F238E27FC236}">
                    <a16:creationId xmlns:a16="http://schemas.microsoft.com/office/drawing/2014/main" id="{02A04DEC-42BB-C844-8ED0-1290162900BB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4103750" y="2141963"/>
                <a:ext cx="2265814" cy="2656092"/>
              </a:xfrm>
              <a:custGeom>
                <a:avLst/>
                <a:gdLst>
                  <a:gd name="T0" fmla="*/ 247 w 1366"/>
                  <a:gd name="T1" fmla="*/ 252 h 1605"/>
                  <a:gd name="T2" fmla="*/ 0 w 1366"/>
                  <a:gd name="T3" fmla="*/ 460 h 1605"/>
                  <a:gd name="T4" fmla="*/ 905 w 1366"/>
                  <a:gd name="T5" fmla="*/ 1353 h 1605"/>
                  <a:gd name="T6" fmla="*/ 1116 w 1366"/>
                  <a:gd name="T7" fmla="*/ 1605 h 1605"/>
                  <a:gd name="T8" fmla="*/ 1366 w 1366"/>
                  <a:gd name="T9" fmla="*/ 1396 h 1605"/>
                  <a:gd name="T10" fmla="*/ 1366 w 1366"/>
                  <a:gd name="T11" fmla="*/ 1381 h 1605"/>
                  <a:gd name="T12" fmla="*/ 35 w 1366"/>
                  <a:gd name="T13" fmla="*/ 0 h 1605"/>
                  <a:gd name="T14" fmla="*/ 247 w 1366"/>
                  <a:gd name="T15" fmla="*/ 252 h 1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66" h="1605">
                    <a:moveTo>
                      <a:pt x="247" y="252"/>
                    </a:moveTo>
                    <a:cubicBezTo>
                      <a:pt x="0" y="460"/>
                      <a:pt x="0" y="460"/>
                      <a:pt x="0" y="460"/>
                    </a:cubicBezTo>
                    <a:cubicBezTo>
                      <a:pt x="492" y="468"/>
                      <a:pt x="890" y="863"/>
                      <a:pt x="905" y="1353"/>
                    </a:cubicBezTo>
                    <a:cubicBezTo>
                      <a:pt x="1116" y="1605"/>
                      <a:pt x="1116" y="1605"/>
                      <a:pt x="1116" y="1605"/>
                    </a:cubicBezTo>
                    <a:cubicBezTo>
                      <a:pt x="1366" y="1396"/>
                      <a:pt x="1366" y="1396"/>
                      <a:pt x="1366" y="1396"/>
                    </a:cubicBezTo>
                    <a:cubicBezTo>
                      <a:pt x="1366" y="1391"/>
                      <a:pt x="1366" y="1386"/>
                      <a:pt x="1366" y="1381"/>
                    </a:cubicBezTo>
                    <a:cubicBezTo>
                      <a:pt x="1366" y="635"/>
                      <a:pt x="775" y="27"/>
                      <a:pt x="35" y="0"/>
                    </a:cubicBezTo>
                    <a:lnTo>
                      <a:pt x="247" y="25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3" name="Freeform 7">
                <a:extLst>
                  <a:ext uri="{FF2B5EF4-FFF2-40B4-BE49-F238E27FC236}">
                    <a16:creationId xmlns:a16="http://schemas.microsoft.com/office/drawing/2014/main" id="{2F31C36E-23B8-A941-A0ED-C89F6A60ACCC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1116587" y="2081086"/>
                <a:ext cx="2265814" cy="2654867"/>
              </a:xfrm>
              <a:custGeom>
                <a:avLst/>
                <a:gdLst>
                  <a:gd name="T0" fmla="*/ 1119 w 1366"/>
                  <a:gd name="T1" fmla="*/ 1353 h 1605"/>
                  <a:gd name="T2" fmla="*/ 1366 w 1366"/>
                  <a:gd name="T3" fmla="*/ 1145 h 1605"/>
                  <a:gd name="T4" fmla="*/ 461 w 1366"/>
                  <a:gd name="T5" fmla="*/ 252 h 1605"/>
                  <a:gd name="T6" fmla="*/ 250 w 1366"/>
                  <a:gd name="T7" fmla="*/ 0 h 1605"/>
                  <a:gd name="T8" fmla="*/ 0 w 1366"/>
                  <a:gd name="T9" fmla="*/ 210 h 1605"/>
                  <a:gd name="T10" fmla="*/ 0 w 1366"/>
                  <a:gd name="T11" fmla="*/ 224 h 1605"/>
                  <a:gd name="T12" fmla="*/ 1331 w 1366"/>
                  <a:gd name="T13" fmla="*/ 1605 h 1605"/>
                  <a:gd name="T14" fmla="*/ 1119 w 1366"/>
                  <a:gd name="T15" fmla="*/ 1353 h 1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66" h="1605">
                    <a:moveTo>
                      <a:pt x="1119" y="1353"/>
                    </a:moveTo>
                    <a:cubicBezTo>
                      <a:pt x="1366" y="1145"/>
                      <a:pt x="1366" y="1145"/>
                      <a:pt x="1366" y="1145"/>
                    </a:cubicBezTo>
                    <a:cubicBezTo>
                      <a:pt x="874" y="1137"/>
                      <a:pt x="476" y="743"/>
                      <a:pt x="461" y="252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0" y="210"/>
                      <a:pt x="0" y="210"/>
                      <a:pt x="0" y="210"/>
                    </a:cubicBezTo>
                    <a:cubicBezTo>
                      <a:pt x="0" y="215"/>
                      <a:pt x="0" y="219"/>
                      <a:pt x="0" y="224"/>
                    </a:cubicBezTo>
                    <a:cubicBezTo>
                      <a:pt x="0" y="970"/>
                      <a:pt x="591" y="1578"/>
                      <a:pt x="1331" y="1605"/>
                    </a:cubicBezTo>
                    <a:lnTo>
                      <a:pt x="1119" y="1353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/>
              </a:p>
            </p:txBody>
          </p:sp>
          <p:sp>
            <p:nvSpPr>
              <p:cNvPr id="134" name="Freeform 8">
                <a:extLst>
                  <a:ext uri="{FF2B5EF4-FFF2-40B4-BE49-F238E27FC236}">
                    <a16:creationId xmlns:a16="http://schemas.microsoft.com/office/drawing/2014/main" id="{DDABE232-28C3-C940-A662-6B934D36F45F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2405027" y="3801694"/>
                <a:ext cx="2662209" cy="2259696"/>
              </a:xfrm>
              <a:custGeom>
                <a:avLst/>
                <a:gdLst>
                  <a:gd name="T0" fmla="*/ 1353 w 1605"/>
                  <a:gd name="T1" fmla="*/ 247 h 1366"/>
                  <a:gd name="T2" fmla="*/ 1145 w 1605"/>
                  <a:gd name="T3" fmla="*/ 0 h 1366"/>
                  <a:gd name="T4" fmla="*/ 252 w 1605"/>
                  <a:gd name="T5" fmla="*/ 905 h 1366"/>
                  <a:gd name="T6" fmla="*/ 0 w 1605"/>
                  <a:gd name="T7" fmla="*/ 1116 h 1366"/>
                  <a:gd name="T8" fmla="*/ 210 w 1605"/>
                  <a:gd name="T9" fmla="*/ 1366 h 1366"/>
                  <a:gd name="T10" fmla="*/ 224 w 1605"/>
                  <a:gd name="T11" fmla="*/ 1366 h 1366"/>
                  <a:gd name="T12" fmla="*/ 1605 w 1605"/>
                  <a:gd name="T13" fmla="*/ 35 h 1366"/>
                  <a:gd name="T14" fmla="*/ 1353 w 1605"/>
                  <a:gd name="T15" fmla="*/ 247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5" h="1366">
                    <a:moveTo>
                      <a:pt x="1353" y="247"/>
                    </a:moveTo>
                    <a:cubicBezTo>
                      <a:pt x="1145" y="0"/>
                      <a:pt x="1145" y="0"/>
                      <a:pt x="1145" y="0"/>
                    </a:cubicBezTo>
                    <a:cubicBezTo>
                      <a:pt x="1137" y="492"/>
                      <a:pt x="743" y="890"/>
                      <a:pt x="252" y="905"/>
                    </a:cubicBezTo>
                    <a:cubicBezTo>
                      <a:pt x="0" y="1116"/>
                      <a:pt x="0" y="1116"/>
                      <a:pt x="0" y="1116"/>
                    </a:cubicBezTo>
                    <a:cubicBezTo>
                      <a:pt x="210" y="1366"/>
                      <a:pt x="210" y="1366"/>
                      <a:pt x="210" y="1366"/>
                    </a:cubicBezTo>
                    <a:cubicBezTo>
                      <a:pt x="214" y="1366"/>
                      <a:pt x="219" y="1366"/>
                      <a:pt x="224" y="1366"/>
                    </a:cubicBezTo>
                    <a:cubicBezTo>
                      <a:pt x="970" y="1366"/>
                      <a:pt x="1578" y="775"/>
                      <a:pt x="1605" y="35"/>
                    </a:cubicBezTo>
                    <a:lnTo>
                      <a:pt x="1353" y="247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40" name="Oval 20">
              <a:extLst>
                <a:ext uri="{FF2B5EF4-FFF2-40B4-BE49-F238E27FC236}">
                  <a16:creationId xmlns:a16="http://schemas.microsoft.com/office/drawing/2014/main" id="{0DBEF972-B6D9-E440-93C3-ACD5A4E8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141" y="4862336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1" name="Oval 20">
              <a:extLst>
                <a:ext uri="{FF2B5EF4-FFF2-40B4-BE49-F238E27FC236}">
                  <a16:creationId xmlns:a16="http://schemas.microsoft.com/office/drawing/2014/main" id="{3A7F735F-C98B-C146-8D6B-3599065EF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0391" y="5321367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2" name="Oval 20">
              <a:extLst>
                <a:ext uri="{FF2B5EF4-FFF2-40B4-BE49-F238E27FC236}">
                  <a16:creationId xmlns:a16="http://schemas.microsoft.com/office/drawing/2014/main" id="{ECADDF28-C382-9C44-82D6-BCC4CC930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8115" y="5903912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3" name="Oval 20">
              <a:extLst>
                <a:ext uri="{FF2B5EF4-FFF2-40B4-BE49-F238E27FC236}">
                  <a16:creationId xmlns:a16="http://schemas.microsoft.com/office/drawing/2014/main" id="{51CC5F34-6215-154F-A76A-BAEABC3B5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1168" y="5380996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D4C357-DDBA-E54E-B9B7-335A015F84CF}"/>
                </a:ext>
              </a:extLst>
            </p:cNvPr>
            <p:cNvSpPr txBox="1"/>
            <p:nvPr/>
          </p:nvSpPr>
          <p:spPr>
            <a:xfrm>
              <a:off x="10814756" y="65024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58B052B5-397B-8C45-8C08-C3D63BFEF5E6}"/>
              </a:ext>
            </a:extLst>
          </p:cNvPr>
          <p:cNvSpPr txBox="1"/>
          <p:nvPr/>
        </p:nvSpPr>
        <p:spPr>
          <a:xfrm>
            <a:off x="9254775" y="5186087"/>
            <a:ext cx="643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Leadership</a:t>
            </a:r>
          </a:p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Playbook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E72EE-1CA3-E843-94A8-6B4278AA3DA2}"/>
              </a:ext>
            </a:extLst>
          </p:cNvPr>
          <p:cNvSpPr txBox="1"/>
          <p:nvPr/>
        </p:nvSpPr>
        <p:spPr>
          <a:xfrm>
            <a:off x="10029177" y="4872912"/>
            <a:ext cx="2043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/>
              <a:t>Enforce standards battle</a:t>
            </a:r>
          </a:p>
          <a:p>
            <a:pPr marL="228600" indent="-228600">
              <a:buAutoNum type="arabicPeriod"/>
            </a:pPr>
            <a:r>
              <a:rPr lang="en-US" sz="1200"/>
              <a:t>Establish virtuous cycle</a:t>
            </a:r>
          </a:p>
          <a:p>
            <a:pPr marL="228600" indent="-228600">
              <a:buAutoNum type="arabicPeriod"/>
            </a:pPr>
            <a:r>
              <a:rPr lang="en-US" sz="1200"/>
              <a:t>Break performance barriers</a:t>
            </a:r>
          </a:p>
          <a:p>
            <a:pPr marL="228600" indent="-228600">
              <a:buAutoNum type="arabicPeriod"/>
            </a:pPr>
            <a:r>
              <a:rPr lang="en-US" sz="1200"/>
              <a:t>Reinforce market shaping </a:t>
            </a:r>
          </a:p>
        </p:txBody>
      </p:sp>
    </p:spTree>
    <p:extLst>
      <p:ext uri="{BB962C8B-B14F-4D97-AF65-F5344CB8AC3E}">
        <p14:creationId xmlns:p14="http://schemas.microsoft.com/office/powerpoint/2010/main" val="256445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712B5D-9D76-E6DE-80E8-A41540053A44}"/>
              </a:ext>
            </a:extLst>
          </p:cNvPr>
          <p:cNvSpPr/>
          <p:nvPr/>
        </p:nvSpPr>
        <p:spPr>
          <a:xfrm>
            <a:off x="708175" y="5408392"/>
            <a:ext cx="11304000" cy="677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7074" y="26530"/>
            <a:ext cx="11833889" cy="4744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/>
                <a:cs typeface="Calibri"/>
              </a:rPr>
              <a:t>Augmentation of physical assets across value chain with 360</a:t>
            </a:r>
            <a:r>
              <a:rPr lang="en-US" sz="2000" baseline="30000" dirty="0">
                <a:latin typeface="Calibri"/>
                <a:cs typeface="Calibri"/>
              </a:rPr>
              <a:t>o </a:t>
            </a:r>
            <a:r>
              <a:rPr lang="en-US" sz="2000" dirty="0">
                <a:latin typeface="Calibri"/>
                <a:cs typeface="Calibri"/>
              </a:rPr>
              <a:t>technology stack will lead to LMD reinvention 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A9CEB8-C9B7-A7B6-E99B-0F1AAFAEC0F7}"/>
              </a:ext>
            </a:extLst>
          </p:cNvPr>
          <p:cNvGrpSpPr/>
          <p:nvPr/>
        </p:nvGrpSpPr>
        <p:grpSpPr>
          <a:xfrm>
            <a:off x="148281" y="915146"/>
            <a:ext cx="492988" cy="1667726"/>
            <a:chOff x="83172" y="669072"/>
            <a:chExt cx="1055907" cy="1097946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1" name="Pentagon 20">
              <a:extLst>
                <a:ext uri="{FF2B5EF4-FFF2-40B4-BE49-F238E27FC236}">
                  <a16:creationId xmlns:a16="http://schemas.microsoft.com/office/drawing/2014/main" id="{D6494F22-21E9-2235-F3BA-49706501D18E}"/>
                </a:ext>
              </a:extLst>
            </p:cNvPr>
            <p:cNvSpPr/>
            <p:nvPr/>
          </p:nvSpPr>
          <p:spPr>
            <a:xfrm rot="5400000">
              <a:off x="72235" y="700174"/>
              <a:ext cx="1077781" cy="1055907"/>
            </a:xfrm>
            <a:prstGeom prst="homePlate">
              <a:avLst>
                <a:gd name="adj" fmla="val 2659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5FD057-9129-D9B9-4E3D-E0EC4A425C56}"/>
                </a:ext>
              </a:extLst>
            </p:cNvPr>
            <p:cNvSpPr txBox="1"/>
            <p:nvPr/>
          </p:nvSpPr>
          <p:spPr>
            <a:xfrm rot="16200000">
              <a:off x="62151" y="904919"/>
              <a:ext cx="1097945" cy="626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City  WH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1A0BAC-B3B5-6214-7F39-AE1D443250F2}"/>
              </a:ext>
            </a:extLst>
          </p:cNvPr>
          <p:cNvGrpSpPr/>
          <p:nvPr/>
        </p:nvGrpSpPr>
        <p:grpSpPr>
          <a:xfrm>
            <a:off x="148281" y="2509713"/>
            <a:ext cx="492989" cy="1243679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9" name="Chevron 28">
              <a:extLst>
                <a:ext uri="{FF2B5EF4-FFF2-40B4-BE49-F238E27FC236}">
                  <a16:creationId xmlns:a16="http://schemas.microsoft.com/office/drawing/2014/main" id="{DC7D0994-C70A-8066-BEC9-4FCBB6685AEC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83B17F-09F1-5A6C-EB10-03B9062199FC}"/>
                </a:ext>
              </a:extLst>
            </p:cNvPr>
            <p:cNvSpPr txBox="1"/>
            <p:nvPr/>
          </p:nvSpPr>
          <p:spPr>
            <a:xfrm rot="16200000">
              <a:off x="-436921" y="2533396"/>
              <a:ext cx="2096088" cy="603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Transportation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1E0AE55-1D32-7763-BA58-3D1A3C8271DF}"/>
              </a:ext>
            </a:extLst>
          </p:cNvPr>
          <p:cNvGrpSpPr/>
          <p:nvPr/>
        </p:nvGrpSpPr>
        <p:grpSpPr>
          <a:xfrm>
            <a:off x="131311" y="3704919"/>
            <a:ext cx="501602" cy="1092462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47" name="Chevron 46">
              <a:extLst>
                <a:ext uri="{FF2B5EF4-FFF2-40B4-BE49-F238E27FC236}">
                  <a16:creationId xmlns:a16="http://schemas.microsoft.com/office/drawing/2014/main" id="{FAF7C336-541E-3C59-7007-38A384B5924B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B292C1-B76C-80A8-9CD5-7DDABA9A275A}"/>
                </a:ext>
              </a:extLst>
            </p:cNvPr>
            <p:cNvSpPr txBox="1"/>
            <p:nvPr/>
          </p:nvSpPr>
          <p:spPr>
            <a:xfrm rot="16200000">
              <a:off x="-436922" y="2522099"/>
              <a:ext cx="2096085" cy="6262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Distribution</a:t>
              </a:r>
            </a:p>
          </p:txBody>
        </p:sp>
      </p:grp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8C4E3A14-B8B2-3C5D-135D-D31FC5C4F0DC}"/>
              </a:ext>
            </a:extLst>
          </p:cNvPr>
          <p:cNvGrpSpPr/>
          <p:nvPr/>
        </p:nvGrpSpPr>
        <p:grpSpPr>
          <a:xfrm>
            <a:off x="135490" y="4767997"/>
            <a:ext cx="501602" cy="1018808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078" name="Chevron 46">
              <a:extLst>
                <a:ext uri="{FF2B5EF4-FFF2-40B4-BE49-F238E27FC236}">
                  <a16:creationId xmlns:a16="http://schemas.microsoft.com/office/drawing/2014/main" id="{369B5139-26C9-9FB7-B09A-E034B274A5F0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79" name="TextBox 2078">
              <a:extLst>
                <a:ext uri="{FF2B5EF4-FFF2-40B4-BE49-F238E27FC236}">
                  <a16:creationId xmlns:a16="http://schemas.microsoft.com/office/drawing/2014/main" id="{9618EFC8-0782-7A1F-9B45-8259B0C82783}"/>
                </a:ext>
              </a:extLst>
            </p:cNvPr>
            <p:cNvSpPr txBox="1"/>
            <p:nvPr/>
          </p:nvSpPr>
          <p:spPr>
            <a:xfrm rot="16200000">
              <a:off x="-436922" y="2522098"/>
              <a:ext cx="2096086" cy="6262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</a:p>
          </p:txBody>
        </p:sp>
      </p:grpSp>
      <p:grpSp>
        <p:nvGrpSpPr>
          <p:cNvPr id="1087" name="Group 1086">
            <a:extLst>
              <a:ext uri="{FF2B5EF4-FFF2-40B4-BE49-F238E27FC236}">
                <a16:creationId xmlns:a16="http://schemas.microsoft.com/office/drawing/2014/main" id="{2A0E7AE0-F916-74F9-25B5-C6197FC88440}"/>
              </a:ext>
            </a:extLst>
          </p:cNvPr>
          <p:cNvGrpSpPr/>
          <p:nvPr/>
        </p:nvGrpSpPr>
        <p:grpSpPr>
          <a:xfrm>
            <a:off x="724397" y="6234822"/>
            <a:ext cx="8488875" cy="491421"/>
            <a:chOff x="724397" y="6234822"/>
            <a:chExt cx="8488875" cy="491421"/>
          </a:xfrm>
        </p:grpSpPr>
        <p:sp>
          <p:nvSpPr>
            <p:cNvPr id="2048" name="Chevron 2047">
              <a:extLst>
                <a:ext uri="{FF2B5EF4-FFF2-40B4-BE49-F238E27FC236}">
                  <a16:creationId xmlns:a16="http://schemas.microsoft.com/office/drawing/2014/main" id="{8366E2D0-2AD2-6F82-827E-ED703CFA10C6}"/>
                </a:ext>
              </a:extLst>
            </p:cNvPr>
            <p:cNvSpPr/>
            <p:nvPr/>
          </p:nvSpPr>
          <p:spPr>
            <a:xfrm>
              <a:off x="2021852" y="6241611"/>
              <a:ext cx="1600122" cy="484632"/>
            </a:xfrm>
            <a:prstGeom prst="chevron">
              <a:avLst/>
            </a:prstGeom>
            <a:solidFill>
              <a:srgbClr val="7D38B4"/>
            </a:solidFill>
            <a:ln>
              <a:solidFill>
                <a:srgbClr val="D6BA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SC Reinvention</a:t>
              </a:r>
            </a:p>
          </p:txBody>
        </p:sp>
        <p:sp>
          <p:nvSpPr>
            <p:cNvPr id="2049" name="Chevron 2048">
              <a:extLst>
                <a:ext uri="{FF2B5EF4-FFF2-40B4-BE49-F238E27FC236}">
                  <a16:creationId xmlns:a16="http://schemas.microsoft.com/office/drawing/2014/main" id="{8F6F88B7-A0B7-764A-91A6-BC588C1F56B7}"/>
                </a:ext>
              </a:extLst>
            </p:cNvPr>
            <p:cNvSpPr/>
            <p:nvPr/>
          </p:nvSpPr>
          <p:spPr>
            <a:xfrm>
              <a:off x="3465614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2051" name="Chevron 2050">
              <a:extLst>
                <a:ext uri="{FF2B5EF4-FFF2-40B4-BE49-F238E27FC236}">
                  <a16:creationId xmlns:a16="http://schemas.microsoft.com/office/drawing/2014/main" id="{D98B59A9-B1C2-0EBF-D092-863B11B32E96}"/>
                </a:ext>
              </a:extLst>
            </p:cNvPr>
            <p:cNvSpPr/>
            <p:nvPr/>
          </p:nvSpPr>
          <p:spPr>
            <a:xfrm>
              <a:off x="5020292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  <p:sp>
          <p:nvSpPr>
            <p:cNvPr id="2053" name="Chevron 2052">
              <a:extLst>
                <a:ext uri="{FF2B5EF4-FFF2-40B4-BE49-F238E27FC236}">
                  <a16:creationId xmlns:a16="http://schemas.microsoft.com/office/drawing/2014/main" id="{23F126B1-7BA7-CD18-C17F-93A50AB5D673}"/>
                </a:ext>
              </a:extLst>
            </p:cNvPr>
            <p:cNvSpPr/>
            <p:nvPr/>
          </p:nvSpPr>
          <p:spPr>
            <a:xfrm>
              <a:off x="6327570" y="6241611"/>
              <a:ext cx="172390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Redefining P2P Ecosystem</a:t>
              </a:r>
            </a:p>
          </p:txBody>
        </p:sp>
        <p:sp>
          <p:nvSpPr>
            <p:cNvPr id="2062" name="Chevron 2061">
              <a:extLst>
                <a:ext uri="{FF2B5EF4-FFF2-40B4-BE49-F238E27FC236}">
                  <a16:creationId xmlns:a16="http://schemas.microsoft.com/office/drawing/2014/main" id="{E8079E04-5B31-8D42-5419-11C462FBB9F9}"/>
                </a:ext>
              </a:extLst>
            </p:cNvPr>
            <p:cNvSpPr/>
            <p:nvPr/>
          </p:nvSpPr>
          <p:spPr>
            <a:xfrm>
              <a:off x="7881259" y="6241611"/>
              <a:ext cx="1332013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 Win Win</a:t>
              </a:r>
            </a:p>
          </p:txBody>
        </p:sp>
        <p:sp>
          <p:nvSpPr>
            <p:cNvPr id="2073" name="Chevron 2072">
              <a:extLst>
                <a:ext uri="{FF2B5EF4-FFF2-40B4-BE49-F238E27FC236}">
                  <a16:creationId xmlns:a16="http://schemas.microsoft.com/office/drawing/2014/main" id="{92178190-00DB-0A78-28B8-94A5DF33C773}"/>
                </a:ext>
              </a:extLst>
            </p:cNvPr>
            <p:cNvSpPr/>
            <p:nvPr/>
          </p:nvSpPr>
          <p:spPr>
            <a:xfrm>
              <a:off x="724397" y="6234822"/>
              <a:ext cx="147254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Industry Analysis</a:t>
              </a:r>
            </a:p>
          </p:txBody>
        </p:sp>
      </p:grpSp>
      <p:pic>
        <p:nvPicPr>
          <p:cNvPr id="4" name="object 71">
            <a:extLst>
              <a:ext uri="{FF2B5EF4-FFF2-40B4-BE49-F238E27FC236}">
                <a16:creationId xmlns:a16="http://schemas.microsoft.com/office/drawing/2014/main" id="{9DAAB6CD-9B86-E8F1-49A7-9BF28B7A95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845" y="1359769"/>
            <a:ext cx="880033" cy="861634"/>
          </a:xfrm>
          <a:prstGeom prst="rect">
            <a:avLst/>
          </a:prstGeom>
        </p:spPr>
      </p:pic>
      <p:pic>
        <p:nvPicPr>
          <p:cNvPr id="5" name="Picture 4" descr="Warehouse - Free transportation icons">
            <a:extLst>
              <a:ext uri="{FF2B5EF4-FFF2-40B4-BE49-F238E27FC236}">
                <a16:creationId xmlns:a16="http://schemas.microsoft.com/office/drawing/2014/main" id="{39E84477-D40F-4191-FCA5-32309D59FC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4" b="6748"/>
          <a:stretch/>
        </p:blipFill>
        <p:spPr bwMode="auto">
          <a:xfrm>
            <a:off x="2620366" y="1363852"/>
            <a:ext cx="745084" cy="85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EA37629-E010-138B-7DD6-FFB385261211}"/>
              </a:ext>
            </a:extLst>
          </p:cNvPr>
          <p:cNvGrpSpPr/>
          <p:nvPr/>
        </p:nvGrpSpPr>
        <p:grpSpPr>
          <a:xfrm>
            <a:off x="1728628" y="1554944"/>
            <a:ext cx="915488" cy="432811"/>
            <a:chOff x="1828792" y="974622"/>
            <a:chExt cx="915488" cy="43281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00D5161-CC07-216F-6AA6-D4828A1E35FC}"/>
                </a:ext>
              </a:extLst>
            </p:cNvPr>
            <p:cNvCxnSpPr>
              <a:cxnSpLocks/>
            </p:cNvCxnSpPr>
            <p:nvPr/>
          </p:nvCxnSpPr>
          <p:spPr>
            <a:xfrm>
              <a:off x="1828792" y="1210264"/>
              <a:ext cx="915488" cy="2042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bject 66">
              <a:extLst>
                <a:ext uri="{FF2B5EF4-FFF2-40B4-BE49-F238E27FC236}">
                  <a16:creationId xmlns:a16="http://schemas.microsoft.com/office/drawing/2014/main" id="{61509831-236F-5A90-5436-A7AA05B7FFB7}"/>
                </a:ext>
              </a:extLst>
            </p:cNvPr>
            <p:cNvSpPr txBox="1"/>
            <p:nvPr/>
          </p:nvSpPr>
          <p:spPr>
            <a:xfrm>
              <a:off x="1890244" y="974622"/>
              <a:ext cx="745084" cy="43281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arrives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object 66">
            <a:extLst>
              <a:ext uri="{FF2B5EF4-FFF2-40B4-BE49-F238E27FC236}">
                <a16:creationId xmlns:a16="http://schemas.microsoft.com/office/drawing/2014/main" id="{BAEAC564-0CC7-DF4F-60A6-33599BADB1F3}"/>
              </a:ext>
            </a:extLst>
          </p:cNvPr>
          <p:cNvSpPr txBox="1"/>
          <p:nvPr/>
        </p:nvSpPr>
        <p:spPr>
          <a:xfrm>
            <a:off x="2452039" y="1169634"/>
            <a:ext cx="106977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>
                <a:latin typeface="Calibri" panose="020F0502020204030204" pitchFamily="34" charset="0"/>
                <a:cs typeface="Calibri" panose="020F0502020204030204" pitchFamily="34" charset="0"/>
              </a:rPr>
              <a:t>City WH</a:t>
            </a:r>
            <a:endParaRPr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 descr="Control tower Good Ware Lineal Color icon">
            <a:extLst>
              <a:ext uri="{FF2B5EF4-FFF2-40B4-BE49-F238E27FC236}">
                <a16:creationId xmlns:a16="http://schemas.microsoft.com/office/drawing/2014/main" id="{06FDFDAC-2C9E-B157-7BB0-E85DC8749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95" y="1365173"/>
            <a:ext cx="880034" cy="88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D4CD1F1-393B-B877-A141-669601E3ECB3}"/>
              </a:ext>
            </a:extLst>
          </p:cNvPr>
          <p:cNvGrpSpPr/>
          <p:nvPr/>
        </p:nvGrpSpPr>
        <p:grpSpPr>
          <a:xfrm>
            <a:off x="3365450" y="1554944"/>
            <a:ext cx="812559" cy="432811"/>
            <a:chOff x="1515341" y="-785852"/>
            <a:chExt cx="812559" cy="432811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B547DD-EDDE-701A-7ACF-2C9B29CD6C37}"/>
                </a:ext>
              </a:extLst>
            </p:cNvPr>
            <p:cNvCxnSpPr>
              <a:cxnSpLocks/>
              <a:stCxn id="9218" idx="1"/>
              <a:endCxn id="5" idx="3"/>
            </p:cNvCxnSpPr>
            <p:nvPr/>
          </p:nvCxnSpPr>
          <p:spPr>
            <a:xfrm flipH="1" flipV="1">
              <a:off x="1515341" y="-548168"/>
              <a:ext cx="790645" cy="12562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ject 66">
              <a:extLst>
                <a:ext uri="{FF2B5EF4-FFF2-40B4-BE49-F238E27FC236}">
                  <a16:creationId xmlns:a16="http://schemas.microsoft.com/office/drawing/2014/main" id="{1731DF36-5C07-082D-A508-BD8F8731440E}"/>
                </a:ext>
              </a:extLst>
            </p:cNvPr>
            <p:cNvSpPr txBox="1"/>
            <p:nvPr/>
          </p:nvSpPr>
          <p:spPr>
            <a:xfrm>
              <a:off x="1582816" y="-785852"/>
              <a:ext cx="745084" cy="43281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Live </a:t>
              </a:r>
            </a:p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updates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object 66">
            <a:extLst>
              <a:ext uri="{FF2B5EF4-FFF2-40B4-BE49-F238E27FC236}">
                <a16:creationId xmlns:a16="http://schemas.microsoft.com/office/drawing/2014/main" id="{E8DAC784-2259-68D0-0A14-03C3A908565D}"/>
              </a:ext>
            </a:extLst>
          </p:cNvPr>
          <p:cNvSpPr txBox="1"/>
          <p:nvPr/>
        </p:nvSpPr>
        <p:spPr>
          <a:xfrm>
            <a:off x="4034640" y="1164433"/>
            <a:ext cx="106977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>
                <a:latin typeface="Calibri" panose="020F0502020204030204" pitchFamily="34" charset="0"/>
                <a:cs typeface="Calibri" panose="020F0502020204030204" pitchFamily="34" charset="0"/>
              </a:rPr>
              <a:t>Control Tower</a:t>
            </a:r>
            <a:endParaRPr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189BA7-1B9A-1B66-B7B8-11B6DEB8618B}"/>
              </a:ext>
            </a:extLst>
          </p:cNvPr>
          <p:cNvSpPr/>
          <p:nvPr/>
        </p:nvSpPr>
        <p:spPr>
          <a:xfrm>
            <a:off x="5436848" y="698125"/>
            <a:ext cx="6554568" cy="295077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Technology Stack - Integration with IT Systems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AB694A-24EE-4ED5-A6BF-72D6DE0253C3}"/>
              </a:ext>
            </a:extLst>
          </p:cNvPr>
          <p:cNvSpPr/>
          <p:nvPr/>
        </p:nvSpPr>
        <p:spPr>
          <a:xfrm>
            <a:off x="742724" y="698125"/>
            <a:ext cx="4432909" cy="293269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Physical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1650F-3047-0446-0C31-127AC414C4DF}"/>
              </a:ext>
            </a:extLst>
          </p:cNvPr>
          <p:cNvSpPr/>
          <p:nvPr/>
        </p:nvSpPr>
        <p:spPr>
          <a:xfrm>
            <a:off x="5436849" y="1072239"/>
            <a:ext cx="2398426" cy="4122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downstream operational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against data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touch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96C9A2-BA23-BC80-5E04-EE314B938636}"/>
              </a:ext>
            </a:extLst>
          </p:cNvPr>
          <p:cNvSpPr/>
          <p:nvPr/>
        </p:nvSpPr>
        <p:spPr>
          <a:xfrm>
            <a:off x="7950461" y="1067138"/>
            <a:ext cx="4040956" cy="41229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-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Tower integration: </a:t>
            </a:r>
            <a:r>
              <a:rPr lang="en-US" sz="1200" spc="-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live updates on linehaul progress to control tower &amp; alerts depots of impending arrival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1A4D1DF-5BCC-551A-8D72-09C11B5893B7}"/>
              </a:ext>
            </a:extLst>
          </p:cNvPr>
          <p:cNvGrpSpPr/>
          <p:nvPr/>
        </p:nvGrpSpPr>
        <p:grpSpPr>
          <a:xfrm>
            <a:off x="5428827" y="1526572"/>
            <a:ext cx="327730" cy="1212608"/>
            <a:chOff x="49839" y="679153"/>
            <a:chExt cx="888623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33" name="Pentagon 32">
              <a:extLst>
                <a:ext uri="{FF2B5EF4-FFF2-40B4-BE49-F238E27FC236}">
                  <a16:creationId xmlns:a16="http://schemas.microsoft.com/office/drawing/2014/main" id="{FA2B9164-9261-5114-80B7-C0D9CF7CD23B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AD8990-2AC5-2B2F-BFA4-D278BBD12D33}"/>
                </a:ext>
              </a:extLst>
            </p:cNvPr>
            <p:cNvSpPr txBox="1"/>
            <p:nvPr/>
          </p:nvSpPr>
          <p:spPr>
            <a:xfrm rot="16200000">
              <a:off x="-102736" y="831728"/>
              <a:ext cx="1097945" cy="792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F9621224-03E1-76F4-30CA-B646B1FF158C}"/>
              </a:ext>
            </a:extLst>
          </p:cNvPr>
          <p:cNvSpPr/>
          <p:nvPr/>
        </p:nvSpPr>
        <p:spPr>
          <a:xfrm>
            <a:off x="5848497" y="1541806"/>
            <a:ext cx="2547358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Optimized packing</a:t>
            </a:r>
            <a:r>
              <a:rPr lang="en-US" sz="1200">
                <a:solidFill>
                  <a:schemeClr val="tx1"/>
                </a:solidFill>
              </a:rPr>
              <a:t>: Auto-generated  manifest to order freight loading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E56371-70BE-9815-D5EF-7911593AC756}"/>
              </a:ext>
            </a:extLst>
          </p:cNvPr>
          <p:cNvSpPr/>
          <p:nvPr/>
        </p:nvSpPr>
        <p:spPr>
          <a:xfrm>
            <a:off x="8487794" y="1543745"/>
            <a:ext cx="3503621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Driver app for delivery planning</a:t>
            </a:r>
            <a:r>
              <a:rPr lang="en-US" sz="1200">
                <a:solidFill>
                  <a:schemeClr val="tx1"/>
                </a:solidFill>
              </a:rPr>
              <a:t>: Detailed optimized route, live driver monitoring &amp; performance  tracking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7C9179-F8E1-D792-2E0B-35105414E80C}"/>
              </a:ext>
            </a:extLst>
          </p:cNvPr>
          <p:cNvSpPr/>
          <p:nvPr/>
        </p:nvSpPr>
        <p:spPr>
          <a:xfrm>
            <a:off x="8487794" y="2015954"/>
            <a:ext cx="3493170" cy="40939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marR="5080" indent="-11113" algn="ctr">
              <a:lnSpc>
                <a:spcPts val="1190"/>
              </a:lnSpc>
              <a:spcBef>
                <a:spcPts val="145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Linehaul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optimisation:</a:t>
            </a:r>
            <a:r>
              <a:rPr lang="en-IN" sz="1200" b="1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IN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linehaul </a:t>
            </a:r>
            <a:r>
              <a:rPr lang="en-IN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IN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trucks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truck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packing</a:t>
            </a:r>
            <a:r>
              <a:rPr lang="en-IN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02D43-C74F-4161-F247-49EF306A73D2}"/>
              </a:ext>
            </a:extLst>
          </p:cNvPr>
          <p:cNvSpPr/>
          <p:nvPr/>
        </p:nvSpPr>
        <p:spPr>
          <a:xfrm>
            <a:off x="5843788" y="2018386"/>
            <a:ext cx="2547358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200" b="1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</a:t>
            </a:r>
            <a:r>
              <a:rPr lang="en-US" sz="1200" b="1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1200" b="1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live</a:t>
            </a:r>
            <a:r>
              <a:rPr lang="en-US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pickup </a:t>
            </a:r>
            <a:r>
              <a:rPr lang="en-US" sz="1200" spc="-26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04652B-EE71-17D1-8385-ECD0FBC668F9}"/>
              </a:ext>
            </a:extLst>
          </p:cNvPr>
          <p:cNvSpPr/>
          <p:nvPr/>
        </p:nvSpPr>
        <p:spPr>
          <a:xfrm>
            <a:off x="5843788" y="2502846"/>
            <a:ext cx="6147628" cy="236334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" indent="-635" algn="ctr">
              <a:lnSpc>
                <a:spcPct val="99500"/>
              </a:lnSpc>
              <a:spcBef>
                <a:spcPts val="765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Front-end UI</a:t>
            </a:r>
            <a:r>
              <a:rPr lang="en-US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</a:t>
            </a:r>
            <a:r>
              <a:rPr lang="en-US" sz="1200" spc="-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pre-delivery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alert &amp; e-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 of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delivery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(customer selects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delivery</a:t>
            </a:r>
            <a:r>
              <a:rPr lang="en-US" sz="1200" spc="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window)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FD6862A7-645A-E904-9BAF-977C8853FA09}"/>
              </a:ext>
            </a:extLst>
          </p:cNvPr>
          <p:cNvSpPr/>
          <p:nvPr/>
        </p:nvSpPr>
        <p:spPr>
          <a:xfrm>
            <a:off x="5192153" y="1025065"/>
            <a:ext cx="168768" cy="1745516"/>
          </a:xfrm>
          <a:prstGeom prst="leftBrac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56D6AE-7276-2A6F-D18A-B1C51B073005}"/>
              </a:ext>
            </a:extLst>
          </p:cNvPr>
          <p:cNvGrpSpPr/>
          <p:nvPr/>
        </p:nvGrpSpPr>
        <p:grpSpPr>
          <a:xfrm>
            <a:off x="862107" y="2809855"/>
            <a:ext cx="1236006" cy="764295"/>
            <a:chOff x="834366" y="2889742"/>
            <a:chExt cx="1236006" cy="764295"/>
          </a:xfrm>
        </p:grpSpPr>
        <p:pic>
          <p:nvPicPr>
            <p:cNvPr id="9222" name="Picture 6" descr="Delivery man motorbike logo icon scooter bike Vector Image">
              <a:extLst>
                <a:ext uri="{FF2B5EF4-FFF2-40B4-BE49-F238E27FC236}">
                  <a16:creationId xmlns:a16="http://schemas.microsoft.com/office/drawing/2014/main" id="{6B4929BE-0A19-5162-7B8E-62EE3B8B16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8" t="14879" r="6999" b="22260"/>
            <a:stretch/>
          </p:blipFill>
          <p:spPr bwMode="auto">
            <a:xfrm>
              <a:off x="834366" y="2912045"/>
              <a:ext cx="609705" cy="499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4" name="Picture 8" descr="Truck - Free transport icons">
              <a:extLst>
                <a:ext uri="{FF2B5EF4-FFF2-40B4-BE49-F238E27FC236}">
                  <a16:creationId xmlns:a16="http://schemas.microsoft.com/office/drawing/2014/main" id="{B2F5CEA1-89A8-4FB4-48B5-2064A465A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0667" y="2889742"/>
              <a:ext cx="609705" cy="6097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object 66">
              <a:extLst>
                <a:ext uri="{FF2B5EF4-FFF2-40B4-BE49-F238E27FC236}">
                  <a16:creationId xmlns:a16="http://schemas.microsoft.com/office/drawing/2014/main" id="{C3295450-5C9E-3243-BC42-4D35E9265448}"/>
                </a:ext>
              </a:extLst>
            </p:cNvPr>
            <p:cNvSpPr txBox="1"/>
            <p:nvPr/>
          </p:nvSpPr>
          <p:spPr>
            <a:xfrm>
              <a:off x="925781" y="3457188"/>
              <a:ext cx="1069771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Present Model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9F696EF-6F13-6503-C4F4-EE6110785D7D}"/>
              </a:ext>
            </a:extLst>
          </p:cNvPr>
          <p:cNvCxnSpPr>
            <a:cxnSpLocks/>
            <a:stCxn id="5" idx="2"/>
            <a:endCxn id="1041" idx="6"/>
          </p:cNvCxnSpPr>
          <p:nvPr/>
        </p:nvCxnSpPr>
        <p:spPr>
          <a:xfrm flipH="1">
            <a:off x="1421707" y="2221403"/>
            <a:ext cx="1571201" cy="450662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09FA27D-A9EF-BC77-57A4-0EA44A260F31}"/>
              </a:ext>
            </a:extLst>
          </p:cNvPr>
          <p:cNvGrpSpPr/>
          <p:nvPr/>
        </p:nvGrpSpPr>
        <p:grpSpPr>
          <a:xfrm>
            <a:off x="2607941" y="2737762"/>
            <a:ext cx="1069771" cy="960360"/>
            <a:chOff x="2605258" y="2818537"/>
            <a:chExt cx="1069771" cy="960360"/>
          </a:xfrm>
        </p:grpSpPr>
        <p:pic>
          <p:nvPicPr>
            <p:cNvPr id="9226" name="Picture 10" descr="Third party - Free user icons">
              <a:extLst>
                <a:ext uri="{FF2B5EF4-FFF2-40B4-BE49-F238E27FC236}">
                  <a16:creationId xmlns:a16="http://schemas.microsoft.com/office/drawing/2014/main" id="{FE60C035-7318-637E-E713-1A7F4FFFA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63" y="2818537"/>
              <a:ext cx="609706" cy="609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object 66">
              <a:extLst>
                <a:ext uri="{FF2B5EF4-FFF2-40B4-BE49-F238E27FC236}">
                  <a16:creationId xmlns:a16="http://schemas.microsoft.com/office/drawing/2014/main" id="{86610B80-A893-CCD1-B3D0-F95A183BB56B}"/>
                </a:ext>
              </a:extLst>
            </p:cNvPr>
            <p:cNvSpPr txBox="1"/>
            <p:nvPr/>
          </p:nvSpPr>
          <p:spPr>
            <a:xfrm>
              <a:off x="2605258" y="3397382"/>
              <a:ext cx="1069771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3P/OEM Collaborations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AE79C7-DCBB-0ADE-4B7D-F9C355EC31CF}"/>
              </a:ext>
            </a:extLst>
          </p:cNvPr>
          <p:cNvGrpSpPr/>
          <p:nvPr/>
        </p:nvGrpSpPr>
        <p:grpSpPr>
          <a:xfrm>
            <a:off x="4044370" y="2697397"/>
            <a:ext cx="1069771" cy="1007522"/>
            <a:chOff x="4059085" y="2788252"/>
            <a:chExt cx="1069771" cy="1007522"/>
          </a:xfrm>
        </p:grpSpPr>
        <p:pic>
          <p:nvPicPr>
            <p:cNvPr id="9228" name="Picture 12" descr="Peer to peer - Free networking icons">
              <a:extLst>
                <a:ext uri="{FF2B5EF4-FFF2-40B4-BE49-F238E27FC236}">
                  <a16:creationId xmlns:a16="http://schemas.microsoft.com/office/drawing/2014/main" id="{0E738858-132E-F4E3-7BB2-FDBF1D1E8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4672" y="2788252"/>
              <a:ext cx="609706" cy="609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object 66">
              <a:extLst>
                <a:ext uri="{FF2B5EF4-FFF2-40B4-BE49-F238E27FC236}">
                  <a16:creationId xmlns:a16="http://schemas.microsoft.com/office/drawing/2014/main" id="{CFEF01E0-9A02-B4D6-6C69-B6EC61D7FC56}"/>
                </a:ext>
              </a:extLst>
            </p:cNvPr>
            <p:cNvSpPr txBox="1"/>
            <p:nvPr/>
          </p:nvSpPr>
          <p:spPr>
            <a:xfrm>
              <a:off x="4059085" y="3414259"/>
              <a:ext cx="1069771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P2P Ecosystem Network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3421B2D-23E2-A735-726B-1C1CBA5B8A33}"/>
              </a:ext>
            </a:extLst>
          </p:cNvPr>
          <p:cNvCxnSpPr>
            <a:cxnSpLocks/>
            <a:stCxn id="5" idx="2"/>
            <a:endCxn id="1042" idx="0"/>
          </p:cNvCxnSpPr>
          <p:nvPr/>
        </p:nvCxnSpPr>
        <p:spPr>
          <a:xfrm flipH="1">
            <a:off x="2848006" y="2221403"/>
            <a:ext cx="144902" cy="288310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AE0C1D0-6D2C-06D9-D3D0-0E50D600D724}"/>
              </a:ext>
            </a:extLst>
          </p:cNvPr>
          <p:cNvCxnSpPr>
            <a:cxnSpLocks/>
            <a:stCxn id="5" idx="2"/>
            <a:endCxn id="1043" idx="0"/>
          </p:cNvCxnSpPr>
          <p:nvPr/>
        </p:nvCxnSpPr>
        <p:spPr>
          <a:xfrm>
            <a:off x="2992908" y="2221403"/>
            <a:ext cx="1852680" cy="289001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583602-B0FB-5425-D452-2F03A41201E7}"/>
              </a:ext>
            </a:extLst>
          </p:cNvPr>
          <p:cNvSpPr/>
          <p:nvPr/>
        </p:nvSpPr>
        <p:spPr>
          <a:xfrm>
            <a:off x="5202142" y="2795096"/>
            <a:ext cx="158779" cy="1319925"/>
          </a:xfrm>
          <a:prstGeom prst="leftBrac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86D4CB4-D79C-57C2-099D-A885D930F5D9}"/>
              </a:ext>
            </a:extLst>
          </p:cNvPr>
          <p:cNvSpPr/>
          <p:nvPr/>
        </p:nvSpPr>
        <p:spPr>
          <a:xfrm>
            <a:off x="7006564" y="2835405"/>
            <a:ext cx="4974400" cy="5027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3515" marR="7874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Pre-determined rosters and routes can </a:t>
            </a:r>
            <a:r>
              <a:rPr lang="en-US" sz="1200" spc="-27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3515" marR="7874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Integrating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lang="en-US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US" sz="1200" spc="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23EA93E-3B08-4D6D-253C-97CC5A162592}"/>
              </a:ext>
            </a:extLst>
          </p:cNvPr>
          <p:cNvGrpSpPr/>
          <p:nvPr/>
        </p:nvGrpSpPr>
        <p:grpSpPr>
          <a:xfrm>
            <a:off x="5427621" y="2835406"/>
            <a:ext cx="327730" cy="1212608"/>
            <a:chOff x="49839" y="679153"/>
            <a:chExt cx="888623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73" name="Pentagon 72">
              <a:extLst>
                <a:ext uri="{FF2B5EF4-FFF2-40B4-BE49-F238E27FC236}">
                  <a16:creationId xmlns:a16="http://schemas.microsoft.com/office/drawing/2014/main" id="{3DA885E9-576B-C61A-B75D-F1802F42EB45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484C5B0-0F98-7742-202F-07289B0E158C}"/>
                </a:ext>
              </a:extLst>
            </p:cNvPr>
            <p:cNvSpPr txBox="1"/>
            <p:nvPr/>
          </p:nvSpPr>
          <p:spPr>
            <a:xfrm rot="16200000">
              <a:off x="-102736" y="831728"/>
              <a:ext cx="1097945" cy="7927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1498E0CC-4D75-2BC8-F1BF-1DBDE33F1853}"/>
              </a:ext>
            </a:extLst>
          </p:cNvPr>
          <p:cNvSpPr/>
          <p:nvPr/>
        </p:nvSpPr>
        <p:spPr>
          <a:xfrm>
            <a:off x="5850206" y="2856009"/>
            <a:ext cx="1061503" cy="464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C89AB2-BE40-DA64-C58E-9C542AE4C7F0}"/>
              </a:ext>
            </a:extLst>
          </p:cNvPr>
          <p:cNvSpPr/>
          <p:nvPr/>
        </p:nvSpPr>
        <p:spPr>
          <a:xfrm>
            <a:off x="5830222" y="3386594"/>
            <a:ext cx="3143632" cy="66142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re-optimisation: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 </a:t>
            </a:r>
            <a:r>
              <a:rPr lang="en-IN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of new pickups to optimal driver &amp;  real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re-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lang="en-IN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1ABC9E9-9158-8EC5-8991-1DD681EAF371}"/>
              </a:ext>
            </a:extLst>
          </p:cNvPr>
          <p:cNvSpPr/>
          <p:nvPr/>
        </p:nvSpPr>
        <p:spPr>
          <a:xfrm>
            <a:off x="9039907" y="3397060"/>
            <a:ext cx="2941057" cy="66142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IN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routing: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1200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 demand,</a:t>
            </a:r>
            <a:r>
              <a:rPr lang="en-IN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sortation 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1538607-9078-73FC-326D-690984834308}"/>
              </a:ext>
            </a:extLst>
          </p:cNvPr>
          <p:cNvGrpSpPr/>
          <p:nvPr/>
        </p:nvGrpSpPr>
        <p:grpSpPr>
          <a:xfrm>
            <a:off x="824845" y="3920817"/>
            <a:ext cx="3017691" cy="864540"/>
            <a:chOff x="978607" y="4114088"/>
            <a:chExt cx="2951507" cy="820068"/>
          </a:xfrm>
        </p:grpSpPr>
        <p:pic>
          <p:nvPicPr>
            <p:cNvPr id="9230" name="Picture 14" descr="Distribution center - Free shipping and delivery icons">
              <a:extLst>
                <a:ext uri="{FF2B5EF4-FFF2-40B4-BE49-F238E27FC236}">
                  <a16:creationId xmlns:a16="http://schemas.microsoft.com/office/drawing/2014/main" id="{3C21E281-B293-D0E3-57C6-D2EF60E49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607" y="4114088"/>
              <a:ext cx="791653" cy="791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object 66">
              <a:extLst>
                <a:ext uri="{FF2B5EF4-FFF2-40B4-BE49-F238E27FC236}">
                  <a16:creationId xmlns:a16="http://schemas.microsoft.com/office/drawing/2014/main" id="{2E3B14B7-3055-1AF6-06FD-9D5E11837819}"/>
                </a:ext>
              </a:extLst>
            </p:cNvPr>
            <p:cNvSpPr txBox="1"/>
            <p:nvPr/>
          </p:nvSpPr>
          <p:spPr>
            <a:xfrm>
              <a:off x="1850940" y="4133792"/>
              <a:ext cx="1771033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 b="1">
                  <a:latin typeface="Calibri" panose="020F0502020204030204" pitchFamily="34" charset="0"/>
                  <a:cs typeface="Calibri" panose="020F0502020204030204" pitchFamily="34" charset="0"/>
                </a:rPr>
                <a:t>Fulfilment Centre</a:t>
              </a:r>
            </a:p>
          </p:txBody>
        </p:sp>
        <p:sp>
          <p:nvSpPr>
            <p:cNvPr id="82" name="object 66">
              <a:extLst>
                <a:ext uri="{FF2B5EF4-FFF2-40B4-BE49-F238E27FC236}">
                  <a16:creationId xmlns:a16="http://schemas.microsoft.com/office/drawing/2014/main" id="{F4F6CDAC-3221-126F-168E-593182C51548}"/>
                </a:ext>
              </a:extLst>
            </p:cNvPr>
            <p:cNvSpPr txBox="1"/>
            <p:nvPr/>
          </p:nvSpPr>
          <p:spPr>
            <a:xfrm>
              <a:off x="1850941" y="4355151"/>
              <a:ext cx="2079173" cy="5790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Tier 1: Metro Station, Residential &amp; Office Spaces</a:t>
              </a:r>
            </a:p>
            <a:p>
              <a:pPr marL="59690" marR="5080" indent="-47625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Tier 2: Kirana Stores</a:t>
              </a:r>
            </a:p>
          </p:txBody>
        </p:sp>
      </p:grpSp>
      <p:sp>
        <p:nvSpPr>
          <p:cNvPr id="106" name="Left Brace 105">
            <a:extLst>
              <a:ext uri="{FF2B5EF4-FFF2-40B4-BE49-F238E27FC236}">
                <a16:creationId xmlns:a16="http://schemas.microsoft.com/office/drawing/2014/main" id="{D506E9ED-3EBA-3B29-5F06-7D3DE3DC39D5}"/>
              </a:ext>
            </a:extLst>
          </p:cNvPr>
          <p:cNvSpPr/>
          <p:nvPr/>
        </p:nvSpPr>
        <p:spPr>
          <a:xfrm rot="16200000">
            <a:off x="2873731" y="1722559"/>
            <a:ext cx="263144" cy="4108208"/>
          </a:xfrm>
          <a:prstGeom prst="leftBrace">
            <a:avLst>
              <a:gd name="adj1" fmla="val 8333"/>
              <a:gd name="adj2" fmla="val 79485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5AFD348-16C9-B54F-E9EA-BC2C41B7A9C8}"/>
              </a:ext>
            </a:extLst>
          </p:cNvPr>
          <p:cNvGrpSpPr/>
          <p:nvPr/>
        </p:nvGrpSpPr>
        <p:grpSpPr>
          <a:xfrm>
            <a:off x="2921503" y="4543428"/>
            <a:ext cx="1821946" cy="713724"/>
            <a:chOff x="3218907" y="5079291"/>
            <a:chExt cx="1781987" cy="677010"/>
          </a:xfrm>
        </p:grpSpPr>
        <p:pic>
          <p:nvPicPr>
            <p:cNvPr id="9232" name="Picture 16" descr="Customer service - Free technology icons">
              <a:extLst>
                <a:ext uri="{FF2B5EF4-FFF2-40B4-BE49-F238E27FC236}">
                  <a16:creationId xmlns:a16="http://schemas.microsoft.com/office/drawing/2014/main" id="{2091F1F9-7698-D01E-0186-CBB223D468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3884" y="5079291"/>
              <a:ext cx="677010" cy="677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object 66">
              <a:extLst>
                <a:ext uri="{FF2B5EF4-FFF2-40B4-BE49-F238E27FC236}">
                  <a16:creationId xmlns:a16="http://schemas.microsoft.com/office/drawing/2014/main" id="{A7BB771A-708B-BC9C-50A3-231FB592DF7F}"/>
                </a:ext>
              </a:extLst>
            </p:cNvPr>
            <p:cNvSpPr txBox="1"/>
            <p:nvPr/>
          </p:nvSpPr>
          <p:spPr>
            <a:xfrm>
              <a:off x="3218907" y="5516240"/>
              <a:ext cx="1123986" cy="18672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 b="1">
                  <a:latin typeface="Calibri" panose="020F0502020204030204" pitchFamily="34" charset="0"/>
                  <a:cs typeface="Calibri" panose="020F0502020204030204" pitchFamily="34" charset="0"/>
                </a:rPr>
                <a:t>End Customer</a:t>
              </a:r>
            </a:p>
          </p:txBody>
        </p:sp>
      </p:grp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66BFE325-3075-D3CC-D8D0-180F097A561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68214" y="3890486"/>
            <a:ext cx="720487" cy="192930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urved Connector 126">
            <a:extLst>
              <a:ext uri="{FF2B5EF4-FFF2-40B4-BE49-F238E27FC236}">
                <a16:creationId xmlns:a16="http://schemas.microsoft.com/office/drawing/2014/main" id="{67CB2F36-1144-908C-BDB7-09820014A064}"/>
              </a:ext>
            </a:extLst>
          </p:cNvPr>
          <p:cNvCxnSpPr>
            <a:cxnSpLocks/>
          </p:cNvCxnSpPr>
          <p:nvPr/>
        </p:nvCxnSpPr>
        <p:spPr>
          <a:xfrm>
            <a:off x="1220671" y="4756941"/>
            <a:ext cx="2810664" cy="174190"/>
          </a:xfrm>
          <a:prstGeom prst="curvedConnector3">
            <a:avLst>
              <a:gd name="adj1" fmla="val -155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127F37C9-44D1-43AE-C045-0A04FCF9BD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64989" y="4162434"/>
            <a:ext cx="943881" cy="450919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E4D73E7-7EF5-4273-E646-FFF35AABE78F}"/>
              </a:ext>
            </a:extLst>
          </p:cNvPr>
          <p:cNvSpPr/>
          <p:nvPr/>
        </p:nvSpPr>
        <p:spPr>
          <a:xfrm>
            <a:off x="5363319" y="4999449"/>
            <a:ext cx="3610536" cy="28590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lnSpc>
                <a:spcPct val="100000"/>
              </a:lnSpc>
              <a:spcBef>
                <a:spcPts val="95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codes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cleansed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lang="en-US" sz="1200" spc="-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048A52-743C-8E54-A020-4E421C7A1183}"/>
              </a:ext>
            </a:extLst>
          </p:cNvPr>
          <p:cNvSpPr/>
          <p:nvPr/>
        </p:nvSpPr>
        <p:spPr>
          <a:xfrm>
            <a:off x="9044340" y="4994435"/>
            <a:ext cx="2936625" cy="28590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lnSpc>
                <a:spcPct val="100000"/>
              </a:lnSpc>
              <a:spcBef>
                <a:spcPts val="95"/>
              </a:spcBef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 or downstream customer portals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4" name="Left Brace 1033">
            <a:extLst>
              <a:ext uri="{FF2B5EF4-FFF2-40B4-BE49-F238E27FC236}">
                <a16:creationId xmlns:a16="http://schemas.microsoft.com/office/drawing/2014/main" id="{43D00BA6-42D5-5338-9399-3590A1D3416C}"/>
              </a:ext>
            </a:extLst>
          </p:cNvPr>
          <p:cNvSpPr/>
          <p:nvPr/>
        </p:nvSpPr>
        <p:spPr>
          <a:xfrm>
            <a:off x="5236614" y="4929615"/>
            <a:ext cx="140400" cy="378156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Left Brace 1034">
            <a:extLst>
              <a:ext uri="{FF2B5EF4-FFF2-40B4-BE49-F238E27FC236}">
                <a16:creationId xmlns:a16="http://schemas.microsoft.com/office/drawing/2014/main" id="{5B29770A-BE9B-574B-6CC0-44DFCB1EE4F7}"/>
              </a:ext>
            </a:extLst>
          </p:cNvPr>
          <p:cNvSpPr/>
          <p:nvPr/>
        </p:nvSpPr>
        <p:spPr>
          <a:xfrm>
            <a:off x="5236614" y="4196721"/>
            <a:ext cx="110581" cy="677010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A2A044A5-3EF6-B10F-BA89-1A7B49C167EC}"/>
              </a:ext>
            </a:extLst>
          </p:cNvPr>
          <p:cNvGrpSpPr/>
          <p:nvPr/>
        </p:nvGrpSpPr>
        <p:grpSpPr>
          <a:xfrm>
            <a:off x="5431473" y="4114955"/>
            <a:ext cx="307981" cy="869056"/>
            <a:chOff x="1454" y="679152"/>
            <a:chExt cx="937008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037" name="Pentagon 1036">
              <a:extLst>
                <a:ext uri="{FF2B5EF4-FFF2-40B4-BE49-F238E27FC236}">
                  <a16:creationId xmlns:a16="http://schemas.microsoft.com/office/drawing/2014/main" id="{76900232-BFFB-AD14-79BA-CCE1D2DA180E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2758A60C-C59A-A32E-F515-EA4F316D9AF9}"/>
                </a:ext>
              </a:extLst>
            </p:cNvPr>
            <p:cNvSpPr txBox="1"/>
            <p:nvPr/>
          </p:nvSpPr>
          <p:spPr>
            <a:xfrm rot="16200000">
              <a:off x="-102735" y="783341"/>
              <a:ext cx="1097945" cy="8895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0BF9D34-5869-5FE9-6057-B34062197796}"/>
              </a:ext>
            </a:extLst>
          </p:cNvPr>
          <p:cNvSpPr/>
          <p:nvPr/>
        </p:nvSpPr>
        <p:spPr>
          <a:xfrm>
            <a:off x="5843789" y="4203499"/>
            <a:ext cx="3143632" cy="6266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Tracking Drivers: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Compliance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</a:t>
            </a:r>
            <a:r>
              <a:rPr lang="en-US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</a:t>
            </a:r>
            <a:r>
              <a:rPr lang="en-US" sz="1200" spc="-4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drivers</a:t>
            </a:r>
            <a:r>
              <a:rPr lang="en-US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adoption</a:t>
            </a:r>
            <a:endParaRPr lang="en-IN" sz="1200" spc="-5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C1171200-D481-475D-3841-57459BD930FE}"/>
              </a:ext>
            </a:extLst>
          </p:cNvPr>
          <p:cNvSpPr/>
          <p:nvPr/>
        </p:nvSpPr>
        <p:spPr>
          <a:xfrm>
            <a:off x="9050358" y="4203498"/>
            <a:ext cx="2941057" cy="6266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100000"/>
              </a:lnSpc>
              <a:spcBef>
                <a:spcPts val="600"/>
              </a:spcBef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 number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en-US" sz="1200" spc="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applicable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B8367A4A-C4D2-95BC-8FCF-16A434907E9F}"/>
              </a:ext>
            </a:extLst>
          </p:cNvPr>
          <p:cNvSpPr/>
          <p:nvPr/>
        </p:nvSpPr>
        <p:spPr>
          <a:xfrm>
            <a:off x="1101806" y="2512114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F3068040-13D3-2A03-0A3B-09247ADE2BC3}"/>
              </a:ext>
            </a:extLst>
          </p:cNvPr>
          <p:cNvSpPr/>
          <p:nvPr/>
        </p:nvSpPr>
        <p:spPr>
          <a:xfrm>
            <a:off x="2688055" y="2509713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93CD8FBB-B281-F7F0-4D6C-E81BC3242860}"/>
              </a:ext>
            </a:extLst>
          </p:cNvPr>
          <p:cNvSpPr/>
          <p:nvPr/>
        </p:nvSpPr>
        <p:spPr>
          <a:xfrm>
            <a:off x="4685637" y="2510404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E86DF-5C9A-4D25-8856-D86602ADA111}"/>
              </a:ext>
            </a:extLst>
          </p:cNvPr>
          <p:cNvSpPr/>
          <p:nvPr/>
        </p:nvSpPr>
        <p:spPr>
          <a:xfrm>
            <a:off x="1778394" y="5476108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Carbon Emission Reduction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2A55-2506-A51D-DE61-9C713AFFB67E}"/>
              </a:ext>
            </a:extLst>
          </p:cNvPr>
          <p:cNvSpPr/>
          <p:nvPr/>
        </p:nvSpPr>
        <p:spPr>
          <a:xfrm>
            <a:off x="2975896" y="5479948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35%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974AA-0E99-1669-7388-1838692692B1}"/>
              </a:ext>
            </a:extLst>
          </p:cNvPr>
          <p:cNvSpPr/>
          <p:nvPr/>
        </p:nvSpPr>
        <p:spPr>
          <a:xfrm>
            <a:off x="740783" y="5465406"/>
            <a:ext cx="964095" cy="5685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 Benchmark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59E5B3-D75F-638B-696B-7FD0B2DF178E}"/>
              </a:ext>
            </a:extLst>
          </p:cNvPr>
          <p:cNvSpPr/>
          <p:nvPr/>
        </p:nvSpPr>
        <p:spPr>
          <a:xfrm>
            <a:off x="3858217" y="5480671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Fuel Efficiency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2D8862-801F-1E12-475C-129A5CE07E9C}"/>
              </a:ext>
            </a:extLst>
          </p:cNvPr>
          <p:cNvSpPr/>
          <p:nvPr/>
        </p:nvSpPr>
        <p:spPr>
          <a:xfrm>
            <a:off x="5055719" y="5484511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23%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AA49B1-64FE-B593-F745-6733D230513B}"/>
              </a:ext>
            </a:extLst>
          </p:cNvPr>
          <p:cNvSpPr/>
          <p:nvPr/>
        </p:nvSpPr>
        <p:spPr>
          <a:xfrm>
            <a:off x="5932741" y="5469246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Waste Reduction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D8FB0D-9947-AF54-66E5-1EC48DE5B7AC}"/>
              </a:ext>
            </a:extLst>
          </p:cNvPr>
          <p:cNvSpPr/>
          <p:nvPr/>
        </p:nvSpPr>
        <p:spPr>
          <a:xfrm>
            <a:off x="11297229" y="5469969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1-3%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BE2400-67D0-729D-BDDD-FCAC2889B122}"/>
              </a:ext>
            </a:extLst>
          </p:cNvPr>
          <p:cNvSpPr/>
          <p:nvPr/>
        </p:nvSpPr>
        <p:spPr>
          <a:xfrm>
            <a:off x="8015770" y="5465406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Impact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176C573-B0E0-A94F-3124-BD80485982B6}"/>
              </a:ext>
            </a:extLst>
          </p:cNvPr>
          <p:cNvSpPr/>
          <p:nvPr/>
        </p:nvSpPr>
        <p:spPr>
          <a:xfrm>
            <a:off x="9213272" y="5469246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5-7%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B20D5B-2E8B-B861-F1E7-173AC4C0096D}"/>
              </a:ext>
            </a:extLst>
          </p:cNvPr>
          <p:cNvSpPr/>
          <p:nvPr/>
        </p:nvSpPr>
        <p:spPr>
          <a:xfrm>
            <a:off x="10099727" y="5457915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Well-Being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39D82D2-AB63-8D42-5BB2-36EAD63169D9}"/>
              </a:ext>
            </a:extLst>
          </p:cNvPr>
          <p:cNvSpPr/>
          <p:nvPr/>
        </p:nvSpPr>
        <p:spPr>
          <a:xfrm>
            <a:off x="7137005" y="5469246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55%</a:t>
            </a:r>
          </a:p>
        </p:txBody>
      </p:sp>
    </p:spTree>
    <p:extLst>
      <p:ext uri="{BB962C8B-B14F-4D97-AF65-F5344CB8AC3E}">
        <p14:creationId xmlns:p14="http://schemas.microsoft.com/office/powerpoint/2010/main" val="388358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153" y="76552"/>
            <a:ext cx="11772178" cy="3034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latin typeface="Calibri"/>
                <a:cs typeface="Calibri"/>
              </a:rPr>
              <a:t>Industry will move towards green fleet optimization across LMD models to ensure compliance with ESG std.  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80D71E6-2122-0D40-7972-92B9DC14FA22}"/>
              </a:ext>
            </a:extLst>
          </p:cNvPr>
          <p:cNvSpPr txBox="1">
            <a:spLocks/>
          </p:cNvSpPr>
          <p:nvPr/>
        </p:nvSpPr>
        <p:spPr>
          <a:xfrm>
            <a:off x="1338553" y="5439968"/>
            <a:ext cx="2043662" cy="536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667" b="1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Major E-Commerce hubs in India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6645B-27F6-DCF9-853F-554CF09B441A}"/>
              </a:ext>
            </a:extLst>
          </p:cNvPr>
          <p:cNvCxnSpPr>
            <a:cxnSpLocks/>
          </p:cNvCxnSpPr>
          <p:nvPr/>
        </p:nvCxnSpPr>
        <p:spPr>
          <a:xfrm>
            <a:off x="3406203" y="1323117"/>
            <a:ext cx="0" cy="468916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3CA647-BAF8-721B-F16B-E79DCF069C69}"/>
              </a:ext>
            </a:extLst>
          </p:cNvPr>
          <p:cNvSpPr/>
          <p:nvPr/>
        </p:nvSpPr>
        <p:spPr>
          <a:xfrm>
            <a:off x="3519430" y="1323117"/>
            <a:ext cx="8552363" cy="234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Last Mile Delivery system for City X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4178F-67B4-610D-8AD7-01533C49923E}"/>
              </a:ext>
            </a:extLst>
          </p:cNvPr>
          <p:cNvSpPr/>
          <p:nvPr/>
        </p:nvSpPr>
        <p:spPr>
          <a:xfrm>
            <a:off x="3543179" y="1728123"/>
            <a:ext cx="2488217" cy="2461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Fuel-Based, Own Fleet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79E68-DFA6-5155-6E64-147FA7949BB1}"/>
              </a:ext>
            </a:extLst>
          </p:cNvPr>
          <p:cNvSpPr/>
          <p:nvPr/>
        </p:nvSpPr>
        <p:spPr>
          <a:xfrm>
            <a:off x="6547850" y="1734475"/>
            <a:ext cx="2488217" cy="2481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Outsourced Fleet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920283-3FB4-1F95-99CB-C38437A70B09}"/>
              </a:ext>
            </a:extLst>
          </p:cNvPr>
          <p:cNvSpPr/>
          <p:nvPr/>
        </p:nvSpPr>
        <p:spPr>
          <a:xfrm>
            <a:off x="9281699" y="1734768"/>
            <a:ext cx="2790094" cy="2274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P2P Network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C98019C5-597D-8642-5472-C907DFC7D5E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6206301" y="138811"/>
            <a:ext cx="170299" cy="300832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F87EEB8-80B4-1835-366F-E9C37E29C0D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9147707" y="205729"/>
            <a:ext cx="176944" cy="288113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0AE9A0-3C50-492E-8731-48422EECC23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791959" y="1557824"/>
            <a:ext cx="3653" cy="1766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1B87139-47CC-B561-B379-5DCD156D1C4F}"/>
              </a:ext>
            </a:extLst>
          </p:cNvPr>
          <p:cNvSpPr/>
          <p:nvPr/>
        </p:nvSpPr>
        <p:spPr>
          <a:xfrm>
            <a:off x="3530490" y="2166086"/>
            <a:ext cx="120546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2-wheeler riders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2F40AA-01A5-B0A3-9E9D-7B32BA988847}"/>
              </a:ext>
            </a:extLst>
          </p:cNvPr>
          <p:cNvSpPr/>
          <p:nvPr/>
        </p:nvSpPr>
        <p:spPr>
          <a:xfrm>
            <a:off x="4813240" y="2166088"/>
            <a:ext cx="1205468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 Trucks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B9073DC6-3DA5-6537-26F9-C57E0FA77D37}"/>
              </a:ext>
            </a:extLst>
          </p:cNvPr>
          <p:cNvCxnSpPr>
            <a:cxnSpLocks/>
            <a:stCxn id="8" idx="2"/>
            <a:endCxn id="34" idx="0"/>
          </p:cNvCxnSpPr>
          <p:nvPr/>
        </p:nvCxnSpPr>
        <p:spPr>
          <a:xfrm rot="5400000">
            <a:off x="4364353" y="1743150"/>
            <a:ext cx="191805" cy="65406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EF55BE06-5816-48B9-7754-AA285E13CF7C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rot="16200000" flipH="1">
            <a:off x="5005728" y="1755841"/>
            <a:ext cx="191807" cy="62868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4697670-C05D-5D48-BF99-DAC9853F0D04}"/>
              </a:ext>
            </a:extLst>
          </p:cNvPr>
          <p:cNvSpPr/>
          <p:nvPr/>
        </p:nvSpPr>
        <p:spPr>
          <a:xfrm>
            <a:off x="6486860" y="2166086"/>
            <a:ext cx="120546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2-wheeler riders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B33A00F-0F4B-5C42-19C6-79C77AC762E1}"/>
              </a:ext>
            </a:extLst>
          </p:cNvPr>
          <p:cNvSpPr/>
          <p:nvPr/>
        </p:nvSpPr>
        <p:spPr>
          <a:xfrm>
            <a:off x="7769610" y="2166088"/>
            <a:ext cx="1205468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 Trucks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00CB0C8-A243-D17E-9D62-35F47AB1862F}"/>
              </a:ext>
            </a:extLst>
          </p:cNvPr>
          <p:cNvCxnSpPr>
            <a:cxnSpLocks/>
            <a:stCxn id="9" idx="2"/>
            <a:endCxn id="55" idx="0"/>
          </p:cNvCxnSpPr>
          <p:nvPr/>
        </p:nvCxnSpPr>
        <p:spPr>
          <a:xfrm rot="5400000">
            <a:off x="7349051" y="1723177"/>
            <a:ext cx="183451" cy="70236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8F5E39F1-C64B-F903-CC39-AC780985422E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16200000" flipH="1">
            <a:off x="7990425" y="1784168"/>
            <a:ext cx="183453" cy="58038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E66F571-FE44-C35E-D9F3-C07E0A2C98B4}"/>
              </a:ext>
            </a:extLst>
          </p:cNvPr>
          <p:cNvSpPr/>
          <p:nvPr/>
        </p:nvSpPr>
        <p:spPr>
          <a:xfrm>
            <a:off x="9281699" y="2166083"/>
            <a:ext cx="135641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 P2P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6662016F-2D75-D655-990D-9EDAB89D57C8}"/>
              </a:ext>
            </a:extLst>
          </p:cNvPr>
          <p:cNvSpPr/>
          <p:nvPr/>
        </p:nvSpPr>
        <p:spPr>
          <a:xfrm>
            <a:off x="10715399" y="2166086"/>
            <a:ext cx="1356394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 P2P</a:t>
            </a:r>
          </a:p>
        </p:txBody>
      </p:sp>
      <p:cxnSp>
        <p:nvCxnSpPr>
          <p:cNvPr id="1025" name="Elbow Connector 1024">
            <a:extLst>
              <a:ext uri="{FF2B5EF4-FFF2-40B4-BE49-F238E27FC236}">
                <a16:creationId xmlns:a16="http://schemas.microsoft.com/office/drawing/2014/main" id="{5588B543-51E6-42CF-A453-F1466E750F4F}"/>
              </a:ext>
            </a:extLst>
          </p:cNvPr>
          <p:cNvCxnSpPr>
            <a:cxnSpLocks/>
            <a:stCxn id="10" idx="2"/>
            <a:endCxn id="63" idx="0"/>
          </p:cNvCxnSpPr>
          <p:nvPr/>
        </p:nvCxnSpPr>
        <p:spPr>
          <a:xfrm rot="5400000">
            <a:off x="10216375" y="1705712"/>
            <a:ext cx="203902" cy="71684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Elbow Connector 1028">
            <a:extLst>
              <a:ext uri="{FF2B5EF4-FFF2-40B4-BE49-F238E27FC236}">
                <a16:creationId xmlns:a16="http://schemas.microsoft.com/office/drawing/2014/main" id="{0CAE92E7-0320-C7F0-8C15-57BC48C55FFB}"/>
              </a:ext>
            </a:extLst>
          </p:cNvPr>
          <p:cNvCxnSpPr>
            <a:cxnSpLocks/>
            <a:stCxn id="10" idx="2"/>
            <a:endCxn id="1024" idx="0"/>
          </p:cNvCxnSpPr>
          <p:nvPr/>
        </p:nvCxnSpPr>
        <p:spPr>
          <a:xfrm rot="16200000" flipH="1">
            <a:off x="10933219" y="1705708"/>
            <a:ext cx="203905" cy="71685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map of india with red and yellow dots&#10;&#10;Description automatically generated">
            <a:extLst>
              <a:ext uri="{FF2B5EF4-FFF2-40B4-BE49-F238E27FC236}">
                <a16:creationId xmlns:a16="http://schemas.microsoft.com/office/drawing/2014/main" id="{8FD44C9C-DD72-A35C-1F0F-35361F98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32" y="3715260"/>
            <a:ext cx="2267203" cy="2868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DABB97-D259-31EA-0BD3-ED4AF7A312A7}"/>
              </a:ext>
            </a:extLst>
          </p:cNvPr>
          <p:cNvSpPr/>
          <p:nvPr/>
        </p:nvSpPr>
        <p:spPr>
          <a:xfrm>
            <a:off x="3530489" y="2928793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Multiple same-day deliveries to single location by one company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36EB0-D5A6-D0FD-E205-8775D239BA18}"/>
              </a:ext>
            </a:extLst>
          </p:cNvPr>
          <p:cNvSpPr/>
          <p:nvPr/>
        </p:nvSpPr>
        <p:spPr>
          <a:xfrm>
            <a:off x="9267599" y="2595658"/>
            <a:ext cx="1356413" cy="83334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 picks from CDC or Drop Site &amp; drops at semi-dark store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0D267B3A-8216-E6DB-0EED-EBC84FE20284}"/>
              </a:ext>
            </a:extLst>
          </p:cNvPr>
          <p:cNvSpPr/>
          <p:nvPr/>
        </p:nvSpPr>
        <p:spPr>
          <a:xfrm>
            <a:off x="3524667" y="2581751"/>
            <a:ext cx="2479939" cy="25320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417EC4-08F8-04FF-7E86-EA6364EA333C}"/>
              </a:ext>
            </a:extLst>
          </p:cNvPr>
          <p:cNvSpPr/>
          <p:nvPr/>
        </p:nvSpPr>
        <p:spPr>
          <a:xfrm>
            <a:off x="6492647" y="2934993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Order Consolidation</a:t>
            </a:r>
            <a:r>
              <a:rPr lang="en-US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reduce trips, fuel consumed &amp; emissions</a:t>
            </a:r>
          </a:p>
        </p:txBody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AF415CCA-5106-1E56-8448-9543741DD9CD}"/>
              </a:ext>
            </a:extLst>
          </p:cNvPr>
          <p:cNvSpPr/>
          <p:nvPr/>
        </p:nvSpPr>
        <p:spPr>
          <a:xfrm>
            <a:off x="6481072" y="2575931"/>
            <a:ext cx="2499792" cy="253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Solutions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DBC1EECE-5A52-2E16-E3BA-004B9B5349D7}"/>
              </a:ext>
            </a:extLst>
          </p:cNvPr>
          <p:cNvSpPr/>
          <p:nvPr/>
        </p:nvSpPr>
        <p:spPr>
          <a:xfrm>
            <a:off x="6063141" y="3065656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55551-F8E4-EA1E-E240-AA65ED4BE596}"/>
              </a:ext>
            </a:extLst>
          </p:cNvPr>
          <p:cNvSpPr/>
          <p:nvPr/>
        </p:nvSpPr>
        <p:spPr>
          <a:xfrm>
            <a:off x="3519430" y="3470332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 than Truck Load leading to inefficient utilization of capabilities</a:t>
            </a:r>
            <a:endParaRPr lang="en-IN" sz="1200" b="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044115-4790-7D6B-23DD-5DC270781C8C}"/>
              </a:ext>
            </a:extLst>
          </p:cNvPr>
          <p:cNvSpPr/>
          <p:nvPr/>
        </p:nvSpPr>
        <p:spPr>
          <a:xfrm>
            <a:off x="6481588" y="3476532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Co-Loading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combine load of different co. by opening network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7B385872-C396-F4E6-921D-68D08893D3EB}"/>
              </a:ext>
            </a:extLst>
          </p:cNvPr>
          <p:cNvSpPr/>
          <p:nvPr/>
        </p:nvSpPr>
        <p:spPr>
          <a:xfrm>
            <a:off x="6052082" y="3607195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203F7E-8299-6E78-EDD1-677B7711D97E}"/>
              </a:ext>
            </a:extLst>
          </p:cNvPr>
          <p:cNvSpPr/>
          <p:nvPr/>
        </p:nvSpPr>
        <p:spPr>
          <a:xfrm>
            <a:off x="3519430" y="4017409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stops at various points due to fragmented 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209EC1-B3BE-D1EB-94AA-376CE36A35B6}"/>
              </a:ext>
            </a:extLst>
          </p:cNvPr>
          <p:cNvSpPr/>
          <p:nvPr/>
        </p:nvSpPr>
        <p:spPr>
          <a:xfrm>
            <a:off x="6481588" y="4023609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P2P Network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reduce stops &amp; offload fragmented distribution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3F25900E-9799-7876-1BEF-69A4ACB72C89}"/>
              </a:ext>
            </a:extLst>
          </p:cNvPr>
          <p:cNvSpPr/>
          <p:nvPr/>
        </p:nvSpPr>
        <p:spPr>
          <a:xfrm>
            <a:off x="6052082" y="4154272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256E67-EA6D-6EAA-6A7D-DA4F4F878742}"/>
              </a:ext>
            </a:extLst>
          </p:cNvPr>
          <p:cNvSpPr/>
          <p:nvPr/>
        </p:nvSpPr>
        <p:spPr>
          <a:xfrm>
            <a:off x="10715399" y="2595659"/>
            <a:ext cx="1356413" cy="80217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Trusted peer picks from CDC/Drop site &amp; drops at home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61E8706-7237-CF65-E49F-D44C7F532534}"/>
              </a:ext>
            </a:extLst>
          </p:cNvPr>
          <p:cNvCxnSpPr>
            <a:endCxn id="15" idx="0"/>
          </p:cNvCxnSpPr>
          <p:nvPr/>
        </p:nvCxnSpPr>
        <p:spPr>
          <a:xfrm flipH="1">
            <a:off x="9945806" y="2481668"/>
            <a:ext cx="61514" cy="11399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409512-0CCA-F08C-ACE6-52AAED0726C9}"/>
              </a:ext>
            </a:extLst>
          </p:cNvPr>
          <p:cNvCxnSpPr>
            <a:cxnSpLocks/>
            <a:stCxn id="1024" idx="2"/>
            <a:endCxn id="41" idx="0"/>
          </p:cNvCxnSpPr>
          <p:nvPr/>
        </p:nvCxnSpPr>
        <p:spPr>
          <a:xfrm>
            <a:off x="11393596" y="2481673"/>
            <a:ext cx="10" cy="11398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209565B-415D-BE30-6AAB-6CC46CB53E5C}"/>
              </a:ext>
            </a:extLst>
          </p:cNvPr>
          <p:cNvSpPr/>
          <p:nvPr/>
        </p:nvSpPr>
        <p:spPr>
          <a:xfrm>
            <a:off x="9267598" y="3479007"/>
            <a:ext cx="2804214" cy="46036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Challenge: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Lack of control &amp; trust impacts cost via lost/damaged parcel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7FFD8C-874A-2887-E04C-2C1A2E839F49}"/>
              </a:ext>
            </a:extLst>
          </p:cNvPr>
          <p:cNvSpPr/>
          <p:nvPr/>
        </p:nvSpPr>
        <p:spPr>
          <a:xfrm>
            <a:off x="9267598" y="4022544"/>
            <a:ext cx="2804214" cy="4693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Solutions: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 loading, commission &amp; badges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496D2AA1-9140-55A1-B3E4-093A9A1C6FEF}"/>
              </a:ext>
            </a:extLst>
          </p:cNvPr>
          <p:cNvSpPr/>
          <p:nvPr/>
        </p:nvSpPr>
        <p:spPr>
          <a:xfrm>
            <a:off x="8940188" y="1978909"/>
            <a:ext cx="446767" cy="2567710"/>
          </a:xfrm>
          <a:prstGeom prst="leftBrace">
            <a:avLst>
              <a:gd name="adj1" fmla="val 8333"/>
              <a:gd name="adj2" fmla="val 8741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Pentagon 60">
            <a:extLst>
              <a:ext uri="{FF2B5EF4-FFF2-40B4-BE49-F238E27FC236}">
                <a16:creationId xmlns:a16="http://schemas.microsoft.com/office/drawing/2014/main" id="{8AADF837-E7E8-4779-F8F9-E7A0DC32F720}"/>
              </a:ext>
            </a:extLst>
          </p:cNvPr>
          <p:cNvSpPr/>
          <p:nvPr/>
        </p:nvSpPr>
        <p:spPr>
          <a:xfrm>
            <a:off x="3524667" y="4621030"/>
            <a:ext cx="2951098" cy="217184"/>
          </a:xfrm>
          <a:prstGeom prst="homePlate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accent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latin typeface="Calibri" panose="020F0502020204030204" pitchFamily="34" charset="0"/>
                <a:cs typeface="Calibri" panose="020F0502020204030204" pitchFamily="34" charset="0"/>
              </a:rPr>
              <a:t>Current Position</a:t>
            </a:r>
          </a:p>
        </p:txBody>
      </p:sp>
      <p:sp>
        <p:nvSpPr>
          <p:cNvPr id="62" name="Chevron 61">
            <a:extLst>
              <a:ext uri="{FF2B5EF4-FFF2-40B4-BE49-F238E27FC236}">
                <a16:creationId xmlns:a16="http://schemas.microsoft.com/office/drawing/2014/main" id="{196BB291-7FCC-7A48-E6C0-3C35865B696E}"/>
              </a:ext>
            </a:extLst>
          </p:cNvPr>
          <p:cNvSpPr/>
          <p:nvPr/>
        </p:nvSpPr>
        <p:spPr>
          <a:xfrm>
            <a:off x="6470012" y="4617118"/>
            <a:ext cx="5601791" cy="217184"/>
          </a:xfrm>
          <a:prstGeom prst="chevron">
            <a:avLst/>
          </a:prstGeom>
          <a:gradFill>
            <a:gsLst>
              <a:gs pos="0">
                <a:schemeClr val="accent6"/>
              </a:gs>
              <a:gs pos="62000">
                <a:schemeClr val="accent6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Position: Asset Light &amp; Sustainable</a:t>
            </a: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010FED6-2724-8762-3BFF-80BEB4DDAC7A}"/>
              </a:ext>
            </a:extLst>
          </p:cNvPr>
          <p:cNvSpPr/>
          <p:nvPr/>
        </p:nvSpPr>
        <p:spPr>
          <a:xfrm>
            <a:off x="3668833" y="4978790"/>
            <a:ext cx="6166815" cy="251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 Fleet</a:t>
            </a:r>
          </a:p>
        </p:txBody>
      </p:sp>
      <p:sp>
        <p:nvSpPr>
          <p:cNvPr id="1033" name="Left Brace 1032">
            <a:extLst>
              <a:ext uri="{FF2B5EF4-FFF2-40B4-BE49-F238E27FC236}">
                <a16:creationId xmlns:a16="http://schemas.microsoft.com/office/drawing/2014/main" id="{A5829913-6CBF-B5FB-B7CE-C4FAB1C2467E}"/>
              </a:ext>
            </a:extLst>
          </p:cNvPr>
          <p:cNvSpPr/>
          <p:nvPr/>
        </p:nvSpPr>
        <p:spPr>
          <a:xfrm rot="5400000">
            <a:off x="7664870" y="655225"/>
            <a:ext cx="253201" cy="8515899"/>
          </a:xfrm>
          <a:prstGeom prst="leftBrace">
            <a:avLst>
              <a:gd name="adj1" fmla="val 8333"/>
              <a:gd name="adj2" fmla="val 34777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76B6AB6-7A3B-6997-94BE-9233AE3C2D98}"/>
              </a:ext>
            </a:extLst>
          </p:cNvPr>
          <p:cNvSpPr/>
          <p:nvPr/>
        </p:nvSpPr>
        <p:spPr>
          <a:xfrm>
            <a:off x="9942653" y="4981496"/>
            <a:ext cx="2067616" cy="249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Network of P2P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8EC081A4-BB80-6CD1-8969-EB603C5DB0BF}"/>
              </a:ext>
            </a:extLst>
          </p:cNvPr>
          <p:cNvSpPr/>
          <p:nvPr/>
        </p:nvSpPr>
        <p:spPr>
          <a:xfrm>
            <a:off x="3680013" y="5296207"/>
            <a:ext cx="800446" cy="407562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Industry </a:t>
            </a:r>
          </a:p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Leaders</a:t>
            </a:r>
          </a:p>
        </p:txBody>
      </p:sp>
      <p:pic>
        <p:nvPicPr>
          <p:cNvPr id="1043" name="Picture 14" descr="Blue Dart Express logo in transparent PNG format">
            <a:extLst>
              <a:ext uri="{FF2B5EF4-FFF2-40B4-BE49-F238E27FC236}">
                <a16:creationId xmlns:a16="http://schemas.microsoft.com/office/drawing/2014/main" id="{C8919399-016B-BC30-5B55-D0E1E1482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01" y="5337400"/>
            <a:ext cx="346716" cy="32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16" descr="Delhivery logo in transparent PNG and vectorized SVG formats">
            <a:extLst>
              <a:ext uri="{FF2B5EF4-FFF2-40B4-BE49-F238E27FC236}">
                <a16:creationId xmlns:a16="http://schemas.microsoft.com/office/drawing/2014/main" id="{B406612C-D84E-D8F9-060D-BB7AE9FA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131" y="5337400"/>
            <a:ext cx="227778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0" descr="DTDC Logo PNG-SVG Logo, Vector, Template Free Downloads | ? logo, Noida,  Page borders design">
            <a:extLst>
              <a:ext uri="{FF2B5EF4-FFF2-40B4-BE49-F238E27FC236}">
                <a16:creationId xmlns:a16="http://schemas.microsoft.com/office/drawing/2014/main" id="{8376E4B1-C853-40AB-5F1D-610DD77A3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39"/>
          <a:stretch/>
        </p:blipFill>
        <p:spPr bwMode="auto">
          <a:xfrm>
            <a:off x="4586169" y="5268729"/>
            <a:ext cx="757588" cy="24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D611A10-4553-2645-A51A-D0C861009313}"/>
              </a:ext>
            </a:extLst>
          </p:cNvPr>
          <p:cNvSpPr/>
          <p:nvPr/>
        </p:nvSpPr>
        <p:spPr>
          <a:xfrm>
            <a:off x="6574420" y="5280701"/>
            <a:ext cx="3261226" cy="42306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Battery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swapping &amp; charging of fleet at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powered by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solar panels</a:t>
            </a:r>
            <a:endParaRPr lang="en-IN" sz="1200" b="1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D130D4-A5C3-6A43-848F-62A53DFF23C3}"/>
              </a:ext>
            </a:extLst>
          </p:cNvPr>
          <p:cNvSpPr/>
          <p:nvPr/>
        </p:nvSpPr>
        <p:spPr>
          <a:xfrm>
            <a:off x="1783238" y="624000"/>
            <a:ext cx="3181725" cy="4687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 Location Identification Input: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 &amp; Order density, Cost-Benefit analysis</a:t>
            </a:r>
            <a:endParaRPr lang="en-IN" sz="120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48" name="Picture 22">
            <a:extLst>
              <a:ext uri="{FF2B5EF4-FFF2-40B4-BE49-F238E27FC236}">
                <a16:creationId xmlns:a16="http://schemas.microsoft.com/office/drawing/2014/main" id="{40562492-C16A-70AF-9CD0-C0F3BC98A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40185" r="9194" b="40911"/>
          <a:stretch/>
        </p:blipFill>
        <p:spPr bwMode="auto">
          <a:xfrm>
            <a:off x="4808905" y="5497318"/>
            <a:ext cx="720246" cy="16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Rectangle 1050">
            <a:extLst>
              <a:ext uri="{FF2B5EF4-FFF2-40B4-BE49-F238E27FC236}">
                <a16:creationId xmlns:a16="http://schemas.microsoft.com/office/drawing/2014/main" id="{2CA5FC2C-3C2B-313F-244D-7233FFA474E6}"/>
              </a:ext>
            </a:extLst>
          </p:cNvPr>
          <p:cNvSpPr/>
          <p:nvPr/>
        </p:nvSpPr>
        <p:spPr>
          <a:xfrm>
            <a:off x="4564739" y="5297502"/>
            <a:ext cx="1883981" cy="407562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9A757C74-9E3A-CAD0-DC0A-01F55DE01D8F}"/>
              </a:ext>
            </a:extLst>
          </p:cNvPr>
          <p:cNvSpPr/>
          <p:nvPr/>
        </p:nvSpPr>
        <p:spPr>
          <a:xfrm>
            <a:off x="9937605" y="5265813"/>
            <a:ext cx="2067615" cy="42306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creates own P2P network with trusted folks</a:t>
            </a:r>
            <a:endParaRPr lang="en-IN" sz="120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3" name="Pentagon 1052">
            <a:extLst>
              <a:ext uri="{FF2B5EF4-FFF2-40B4-BE49-F238E27FC236}">
                <a16:creationId xmlns:a16="http://schemas.microsoft.com/office/drawing/2014/main" id="{B91B7AB7-61AD-22A0-281A-AA6D2B758847}"/>
              </a:ext>
            </a:extLst>
          </p:cNvPr>
          <p:cNvSpPr/>
          <p:nvPr/>
        </p:nvSpPr>
        <p:spPr>
          <a:xfrm>
            <a:off x="3471154" y="5808683"/>
            <a:ext cx="2624842" cy="258954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75% own + 25% outsourced by ‘24</a:t>
            </a:r>
          </a:p>
        </p:txBody>
      </p:sp>
      <p:sp>
        <p:nvSpPr>
          <p:cNvPr id="1054" name="Chevron 1053">
            <a:extLst>
              <a:ext uri="{FF2B5EF4-FFF2-40B4-BE49-F238E27FC236}">
                <a16:creationId xmlns:a16="http://schemas.microsoft.com/office/drawing/2014/main" id="{9A251A4E-C42D-A66D-7FA3-AA31E8D2BDB5}"/>
              </a:ext>
            </a:extLst>
          </p:cNvPr>
          <p:cNvSpPr/>
          <p:nvPr/>
        </p:nvSpPr>
        <p:spPr>
          <a:xfrm>
            <a:off x="6001621" y="5809967"/>
            <a:ext cx="2797721" cy="26485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50% own + 50% (OS +P2P) by ‘27</a:t>
            </a:r>
          </a:p>
        </p:txBody>
      </p:sp>
      <p:sp>
        <p:nvSpPr>
          <p:cNvPr id="1055" name="Chevron 1054">
            <a:extLst>
              <a:ext uri="{FF2B5EF4-FFF2-40B4-BE49-F238E27FC236}">
                <a16:creationId xmlns:a16="http://schemas.microsoft.com/office/drawing/2014/main" id="{58B288A3-FFE7-51DE-FB0E-BF9D3D6CF549}"/>
              </a:ext>
            </a:extLst>
          </p:cNvPr>
          <p:cNvSpPr/>
          <p:nvPr/>
        </p:nvSpPr>
        <p:spPr>
          <a:xfrm>
            <a:off x="8697177" y="5808682"/>
            <a:ext cx="2797722" cy="26485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 own + 70% (OS +P2P) by ‘30</a:t>
            </a:r>
          </a:p>
        </p:txBody>
      </p:sp>
      <p:pic>
        <p:nvPicPr>
          <p:cNvPr id="1056" name="Picture 24" descr="Home - Good Earth Cotton®">
            <a:extLst>
              <a:ext uri="{FF2B5EF4-FFF2-40B4-BE49-F238E27FC236}">
                <a16:creationId xmlns:a16="http://schemas.microsoft.com/office/drawing/2014/main" id="{825B3CC0-731E-A052-8C41-D7C8C045B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8" t="6038" r="6886" b="6886"/>
          <a:stretch/>
        </p:blipFill>
        <p:spPr bwMode="auto">
          <a:xfrm>
            <a:off x="11528565" y="5706161"/>
            <a:ext cx="469313" cy="46931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Oval 1063">
            <a:extLst>
              <a:ext uri="{FF2B5EF4-FFF2-40B4-BE49-F238E27FC236}">
                <a16:creationId xmlns:a16="http://schemas.microsoft.com/office/drawing/2014/main" id="{27DB6904-6BBB-941A-479D-D51FC981CA0C}"/>
              </a:ext>
            </a:extLst>
          </p:cNvPr>
          <p:cNvSpPr/>
          <p:nvPr/>
        </p:nvSpPr>
        <p:spPr>
          <a:xfrm>
            <a:off x="3605282" y="1688525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44A2016C-079A-5D0E-49B8-29778A1FF5F6}"/>
              </a:ext>
            </a:extLst>
          </p:cNvPr>
          <p:cNvSpPr/>
          <p:nvPr/>
        </p:nvSpPr>
        <p:spPr>
          <a:xfrm>
            <a:off x="6594812" y="1686212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44ED1EFA-25C1-32A7-FB07-931805FB8C25}"/>
              </a:ext>
            </a:extLst>
          </p:cNvPr>
          <p:cNvSpPr/>
          <p:nvPr/>
        </p:nvSpPr>
        <p:spPr>
          <a:xfrm>
            <a:off x="9563306" y="1686212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9AD1A0C0-5BE1-0992-976A-0FD4CD20DDFC}"/>
              </a:ext>
            </a:extLst>
          </p:cNvPr>
          <p:cNvSpPr/>
          <p:nvPr/>
        </p:nvSpPr>
        <p:spPr>
          <a:xfrm>
            <a:off x="5084375" y="634001"/>
            <a:ext cx="2641321" cy="45464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 marR="5080" indent="-47625">
              <a:spcBef>
                <a:spcPts val="95"/>
              </a:spcBef>
              <a:spcAft>
                <a:spcPts val="300"/>
              </a:spcAft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 Input: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Fleet, Distribution Nodes, Historical Data, Potential Routes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07C4F8C-C2DC-7239-CD2B-8107C3260978}"/>
              </a:ext>
            </a:extLst>
          </p:cNvPr>
          <p:cNvSpPr/>
          <p:nvPr/>
        </p:nvSpPr>
        <p:spPr>
          <a:xfrm>
            <a:off x="7816715" y="632433"/>
            <a:ext cx="4232705" cy="46874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 Input: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Weather &amp; Traffic Patterns, Customer Requests, Geographic Obstacles, Customer Requests, Accidental Damage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C943357-D657-01FA-8B70-CDFB8F4CC61E}"/>
              </a:ext>
            </a:extLst>
          </p:cNvPr>
          <p:cNvGrpSpPr/>
          <p:nvPr/>
        </p:nvGrpSpPr>
        <p:grpSpPr>
          <a:xfrm>
            <a:off x="2150725" y="4302242"/>
            <a:ext cx="786883" cy="400110"/>
            <a:chOff x="964261" y="3034678"/>
            <a:chExt cx="786883" cy="4001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050067-C8A2-D38F-AEF5-74F2B20ABE70}"/>
                </a:ext>
              </a:extLst>
            </p:cNvPr>
            <p:cNvSpPr txBox="1"/>
            <p:nvPr/>
          </p:nvSpPr>
          <p:spPr>
            <a:xfrm>
              <a:off x="964261" y="3034678"/>
              <a:ext cx="78688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/>
                <a:t>Tier 1 cities</a:t>
              </a:r>
            </a:p>
            <a:p>
              <a:r>
                <a:rPr lang="en-US" sz="1000"/>
                <a:t>Tier 2 cities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7FCAEF5-FAD5-7F89-BB7B-05F36A2470C7}"/>
                </a:ext>
              </a:extLst>
            </p:cNvPr>
            <p:cNvSpPr/>
            <p:nvPr/>
          </p:nvSpPr>
          <p:spPr>
            <a:xfrm>
              <a:off x="982939" y="3111341"/>
              <a:ext cx="64801" cy="4571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E77B0F7-6E4A-6755-7C3E-5ECC6EA8A591}"/>
                </a:ext>
              </a:extLst>
            </p:cNvPr>
            <p:cNvSpPr/>
            <p:nvPr/>
          </p:nvSpPr>
          <p:spPr>
            <a:xfrm>
              <a:off x="982018" y="3274002"/>
              <a:ext cx="64801" cy="4571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17265F68-8473-4287-D42D-03619137B8E3}"/>
              </a:ext>
            </a:extLst>
          </p:cNvPr>
          <p:cNvSpPr/>
          <p:nvPr/>
        </p:nvSpPr>
        <p:spPr>
          <a:xfrm>
            <a:off x="235494" y="624001"/>
            <a:ext cx="1467783" cy="464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Eco-conscious Route Optimization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C541F4-F3A2-7F62-C569-D254E61A5AFA}"/>
              </a:ext>
            </a:extLst>
          </p:cNvPr>
          <p:cNvCxnSpPr>
            <a:cxnSpLocks/>
          </p:cNvCxnSpPr>
          <p:nvPr/>
        </p:nvCxnSpPr>
        <p:spPr>
          <a:xfrm>
            <a:off x="3430604" y="1218013"/>
            <a:ext cx="857461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4E5E6D9-272A-2029-6E80-E8EF58C33EF4}"/>
              </a:ext>
            </a:extLst>
          </p:cNvPr>
          <p:cNvSpPr/>
          <p:nvPr/>
        </p:nvSpPr>
        <p:spPr>
          <a:xfrm>
            <a:off x="261542" y="1166642"/>
            <a:ext cx="3043392" cy="268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Optimization Capabilities</a:t>
            </a:r>
          </a:p>
        </p:txBody>
      </p:sp>
      <p:sp>
        <p:nvSpPr>
          <p:cNvPr id="105" name="Left Brace 104">
            <a:extLst>
              <a:ext uri="{FF2B5EF4-FFF2-40B4-BE49-F238E27FC236}">
                <a16:creationId xmlns:a16="http://schemas.microsoft.com/office/drawing/2014/main" id="{A185BB6A-E3AA-B883-5E2F-CE079064864D}"/>
              </a:ext>
            </a:extLst>
          </p:cNvPr>
          <p:cNvSpPr/>
          <p:nvPr/>
        </p:nvSpPr>
        <p:spPr>
          <a:xfrm>
            <a:off x="93807" y="568413"/>
            <a:ext cx="167736" cy="921128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E99C3DE-CDD3-3E97-27AC-B60057F191C6}"/>
              </a:ext>
            </a:extLst>
          </p:cNvPr>
          <p:cNvSpPr/>
          <p:nvPr/>
        </p:nvSpPr>
        <p:spPr>
          <a:xfrm>
            <a:off x="233887" y="1513239"/>
            <a:ext cx="3033734" cy="35418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Route Planning </a:t>
            </a:r>
            <a:r>
              <a:rPr lang="en-IN" sz="1200" b="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sequence driver routes based on real-world operational constraints 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8C6F2D0-BBCD-1472-36FE-77C579D39050}"/>
              </a:ext>
            </a:extLst>
          </p:cNvPr>
          <p:cNvSpPr/>
          <p:nvPr/>
        </p:nvSpPr>
        <p:spPr>
          <a:xfrm>
            <a:off x="228963" y="1964959"/>
            <a:ext cx="3033734" cy="3617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Freight Allocation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</a:t>
            </a:r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IN" sz="1200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</a:t>
            </a:r>
            <a:r>
              <a:rPr lang="en-IN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  <a:r>
              <a:rPr lang="en-IN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fleet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capacity </a:t>
            </a:r>
            <a:r>
              <a:rPr lang="en-IN" sz="1200" spc="-37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constraints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304F78-1100-E8F6-AB0A-E94B10EE51FE}"/>
              </a:ext>
            </a:extLst>
          </p:cNvPr>
          <p:cNvSpPr/>
          <p:nvPr/>
        </p:nvSpPr>
        <p:spPr>
          <a:xfrm>
            <a:off x="224039" y="2424282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Fleet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real-time fleet tracking &amp; driver performance tracking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17F0D14-E16F-F054-277F-79F11DB97EEC}"/>
              </a:ext>
            </a:extLst>
          </p:cNvPr>
          <p:cNvSpPr/>
          <p:nvPr/>
        </p:nvSpPr>
        <p:spPr>
          <a:xfrm>
            <a:off x="224039" y="2872689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Field Force Optimization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optimized sales force – customer allocation 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A184ED4-2960-3C50-1372-6243B0CFF80B}"/>
              </a:ext>
            </a:extLst>
          </p:cNvPr>
          <p:cNvSpPr/>
          <p:nvPr/>
        </p:nvSpPr>
        <p:spPr>
          <a:xfrm>
            <a:off x="218152" y="3321028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3D Packing Optimization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optimised 3D packing algorithm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63501-5F15-0B9C-C746-416F8A3C78D1}"/>
              </a:ext>
            </a:extLst>
          </p:cNvPr>
          <p:cNvSpPr txBox="1"/>
          <p:nvPr/>
        </p:nvSpPr>
        <p:spPr>
          <a:xfrm>
            <a:off x="2004623" y="4096318"/>
            <a:ext cx="1077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Legends</a:t>
            </a:r>
          </a:p>
        </p:txBody>
      </p:sp>
      <p:sp>
        <p:nvSpPr>
          <p:cNvPr id="24" name="Chevron 11">
            <a:extLst>
              <a:ext uri="{FF2B5EF4-FFF2-40B4-BE49-F238E27FC236}">
                <a16:creationId xmlns:a16="http://schemas.microsoft.com/office/drawing/2014/main" id="{29205ACD-FF73-36AD-96A0-88D0744222AF}"/>
              </a:ext>
            </a:extLst>
          </p:cNvPr>
          <p:cNvSpPr/>
          <p:nvPr/>
        </p:nvSpPr>
        <p:spPr>
          <a:xfrm>
            <a:off x="2134955" y="6241611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26" name="Chevron 12">
            <a:extLst>
              <a:ext uri="{FF2B5EF4-FFF2-40B4-BE49-F238E27FC236}">
                <a16:creationId xmlns:a16="http://schemas.microsoft.com/office/drawing/2014/main" id="{D42799C8-F1A8-118E-8037-712E56C95AB4}"/>
              </a:ext>
            </a:extLst>
          </p:cNvPr>
          <p:cNvSpPr/>
          <p:nvPr/>
        </p:nvSpPr>
        <p:spPr>
          <a:xfrm>
            <a:off x="3465614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27" name="Chevron 13">
            <a:extLst>
              <a:ext uri="{FF2B5EF4-FFF2-40B4-BE49-F238E27FC236}">
                <a16:creationId xmlns:a16="http://schemas.microsoft.com/office/drawing/2014/main" id="{895C96A6-013D-7308-2303-2F020A1EC7F2}"/>
              </a:ext>
            </a:extLst>
          </p:cNvPr>
          <p:cNvSpPr/>
          <p:nvPr/>
        </p:nvSpPr>
        <p:spPr>
          <a:xfrm>
            <a:off x="5020292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29" name="Chevron 14">
            <a:extLst>
              <a:ext uri="{FF2B5EF4-FFF2-40B4-BE49-F238E27FC236}">
                <a16:creationId xmlns:a16="http://schemas.microsoft.com/office/drawing/2014/main" id="{A767183C-988A-83D1-B13B-965F9A9F9747}"/>
              </a:ext>
            </a:extLst>
          </p:cNvPr>
          <p:cNvSpPr/>
          <p:nvPr/>
        </p:nvSpPr>
        <p:spPr>
          <a:xfrm>
            <a:off x="6327570" y="6241611"/>
            <a:ext cx="172390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5" name="Chevron 15">
            <a:extLst>
              <a:ext uri="{FF2B5EF4-FFF2-40B4-BE49-F238E27FC236}">
                <a16:creationId xmlns:a16="http://schemas.microsoft.com/office/drawing/2014/main" id="{22E81078-3F32-2121-D843-53A521772EFC}"/>
              </a:ext>
            </a:extLst>
          </p:cNvPr>
          <p:cNvSpPr/>
          <p:nvPr/>
        </p:nvSpPr>
        <p:spPr>
          <a:xfrm>
            <a:off x="7881259" y="6241611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42" name="Chevron 16">
            <a:extLst>
              <a:ext uri="{FF2B5EF4-FFF2-40B4-BE49-F238E27FC236}">
                <a16:creationId xmlns:a16="http://schemas.microsoft.com/office/drawing/2014/main" id="{A7A4091A-9BB0-FF27-75C7-377BD9A64773}"/>
              </a:ext>
            </a:extLst>
          </p:cNvPr>
          <p:cNvSpPr/>
          <p:nvPr/>
        </p:nvSpPr>
        <p:spPr>
          <a:xfrm>
            <a:off x="831272" y="6234822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46" name="Chevron 12">
            <a:extLst>
              <a:ext uri="{FF2B5EF4-FFF2-40B4-BE49-F238E27FC236}">
                <a16:creationId xmlns:a16="http://schemas.microsoft.com/office/drawing/2014/main" id="{6E91EE74-C193-B48F-9B62-C4A58791D414}"/>
              </a:ext>
            </a:extLst>
          </p:cNvPr>
          <p:cNvSpPr/>
          <p:nvPr/>
        </p:nvSpPr>
        <p:spPr>
          <a:xfrm>
            <a:off x="3441246" y="6241611"/>
            <a:ext cx="1710047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hevron 13">
            <a:extLst>
              <a:ext uri="{FF2B5EF4-FFF2-40B4-BE49-F238E27FC236}">
                <a16:creationId xmlns:a16="http://schemas.microsoft.com/office/drawing/2014/main" id="{167009E1-0B0C-558A-90EB-C16A1F4701C9}"/>
              </a:ext>
            </a:extLst>
          </p:cNvPr>
          <p:cNvSpPr/>
          <p:nvPr/>
        </p:nvSpPr>
        <p:spPr>
          <a:xfrm>
            <a:off x="4995924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</p:spTree>
    <p:extLst>
      <p:ext uri="{BB962C8B-B14F-4D97-AF65-F5344CB8AC3E}">
        <p14:creationId xmlns:p14="http://schemas.microsoft.com/office/powerpoint/2010/main" val="194764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615" y="211885"/>
            <a:ext cx="11421544" cy="6164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alibri"/>
                <a:cs typeface="Calibri"/>
              </a:rPr>
              <a:t>Customers will move towards sustainable deliveries provided logistics company develop incentives about ESG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A18A83-16B3-39A0-285E-FDB7C052719C}"/>
              </a:ext>
            </a:extLst>
          </p:cNvPr>
          <p:cNvCxnSpPr>
            <a:cxnSpLocks/>
          </p:cNvCxnSpPr>
          <p:nvPr/>
        </p:nvCxnSpPr>
        <p:spPr>
          <a:xfrm>
            <a:off x="5258058" y="2274867"/>
            <a:ext cx="0" cy="378000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5318E04-3C14-356D-BFE9-7AC852CFCF64}"/>
              </a:ext>
            </a:extLst>
          </p:cNvPr>
          <p:cNvSpPr/>
          <p:nvPr/>
        </p:nvSpPr>
        <p:spPr>
          <a:xfrm>
            <a:off x="324719" y="2274990"/>
            <a:ext cx="4764543" cy="26927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Distribution Model after reaching Fulfilment Centers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D308E-FA85-BB89-7974-CCDECC0CDD5D}"/>
              </a:ext>
            </a:extLst>
          </p:cNvPr>
          <p:cNvSpPr/>
          <p:nvPr/>
        </p:nvSpPr>
        <p:spPr>
          <a:xfrm>
            <a:off x="5411623" y="2274867"/>
            <a:ext cx="6332076" cy="2605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Customer Satisfaction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21F16C-C14E-5364-F4F0-3F4C50321FBB}"/>
              </a:ext>
            </a:extLst>
          </p:cNvPr>
          <p:cNvSpPr/>
          <p:nvPr/>
        </p:nvSpPr>
        <p:spPr>
          <a:xfrm>
            <a:off x="322615" y="3113312"/>
            <a:ext cx="2141230" cy="315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Verification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A8C762-3D73-2899-9E40-06EB511F2726}"/>
              </a:ext>
            </a:extLst>
          </p:cNvPr>
          <p:cNvSpPr/>
          <p:nvPr/>
        </p:nvSpPr>
        <p:spPr>
          <a:xfrm>
            <a:off x="2617866" y="3113312"/>
            <a:ext cx="2505802" cy="3150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Front-&amp; back-end address verification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75F1A-2BBE-3876-46C1-0F5F895ACA55}"/>
              </a:ext>
            </a:extLst>
          </p:cNvPr>
          <p:cNvSpPr/>
          <p:nvPr/>
        </p:nvSpPr>
        <p:spPr>
          <a:xfrm>
            <a:off x="322616" y="3489767"/>
            <a:ext cx="2155314" cy="662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Poor driver assignment &amp; tracking driver behaviour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BEAB69-C036-2F84-8368-23EFAE2CCA5D}"/>
              </a:ext>
            </a:extLst>
          </p:cNvPr>
          <p:cNvSpPr/>
          <p:nvPr/>
        </p:nvSpPr>
        <p:spPr>
          <a:xfrm>
            <a:off x="2610518" y="3489767"/>
            <a:ext cx="2527235" cy="66224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Hyper-scaling driver assignment, including actual drive time &amp; vehicle type &amp; capacity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2DBB3-8A9C-AF13-2C5F-4DDFFD844D87}"/>
              </a:ext>
            </a:extLst>
          </p:cNvPr>
          <p:cNvSpPr/>
          <p:nvPr/>
        </p:nvSpPr>
        <p:spPr>
          <a:xfrm>
            <a:off x="322615" y="4210480"/>
            <a:ext cx="2155313" cy="513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distance travelled by a delivery person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EE304-52C7-1DEC-67AA-55ECAF257203}"/>
              </a:ext>
            </a:extLst>
          </p:cNvPr>
          <p:cNvSpPr/>
          <p:nvPr/>
        </p:nvSpPr>
        <p:spPr>
          <a:xfrm>
            <a:off x="2617866" y="4210480"/>
            <a:ext cx="2519887" cy="51340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 optimization for single orders through AI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4D1F5-7767-8094-A86C-2ECE2F9D95B5}"/>
              </a:ext>
            </a:extLst>
          </p:cNvPr>
          <p:cNvSpPr/>
          <p:nvPr/>
        </p:nvSpPr>
        <p:spPr>
          <a:xfrm>
            <a:off x="325404" y="4800443"/>
            <a:ext cx="2138439" cy="513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Limited Customer Transparency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A83DE-E10D-39B3-877B-086321D31B8C}"/>
              </a:ext>
            </a:extLst>
          </p:cNvPr>
          <p:cNvSpPr/>
          <p:nvPr/>
        </p:nvSpPr>
        <p:spPr>
          <a:xfrm>
            <a:off x="2617866" y="4800443"/>
            <a:ext cx="2505802" cy="51340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 of new peer-to-peer delivery of product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03ED4C-1148-FA8E-62CF-4575ED3179D3}"/>
              </a:ext>
            </a:extLst>
          </p:cNvPr>
          <p:cNvSpPr/>
          <p:nvPr/>
        </p:nvSpPr>
        <p:spPr>
          <a:xfrm>
            <a:off x="325404" y="5383565"/>
            <a:ext cx="2155313" cy="662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Lack of delivery partner repeatability, hence tacit knowledge is lost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979B96-C090-CC2E-2FCC-3F1D9B24210B}"/>
              </a:ext>
            </a:extLst>
          </p:cNvPr>
          <p:cNvSpPr/>
          <p:nvPr/>
        </p:nvSpPr>
        <p:spPr>
          <a:xfrm>
            <a:off x="2613307" y="5383565"/>
            <a:ext cx="2527235" cy="66224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Implementing our peer-to-peer delivery system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2ED25B-82BE-8545-6C96-0AD8F7E1D951}"/>
              </a:ext>
            </a:extLst>
          </p:cNvPr>
          <p:cNvGrpSpPr/>
          <p:nvPr/>
        </p:nvGrpSpPr>
        <p:grpSpPr>
          <a:xfrm>
            <a:off x="369679" y="2627291"/>
            <a:ext cx="2079173" cy="325684"/>
            <a:chOff x="385455" y="1402733"/>
            <a:chExt cx="2079173" cy="325684"/>
          </a:xfrm>
        </p:grpSpPr>
        <p:sp>
          <p:nvSpPr>
            <p:cNvPr id="24" name="object 66">
              <a:extLst>
                <a:ext uri="{FF2B5EF4-FFF2-40B4-BE49-F238E27FC236}">
                  <a16:creationId xmlns:a16="http://schemas.microsoft.com/office/drawing/2014/main" id="{CCC7A35B-B65A-C0FE-B726-4CBB3FCD3227}"/>
                </a:ext>
              </a:extLst>
            </p:cNvPr>
            <p:cNvSpPr txBox="1"/>
            <p:nvPr/>
          </p:nvSpPr>
          <p:spPr>
            <a:xfrm>
              <a:off x="385455" y="1402733"/>
              <a:ext cx="2079173" cy="22762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400" b="1">
                  <a:latin typeface="Calibri" panose="020F0502020204030204" pitchFamily="34" charset="0"/>
                  <a:cs typeface="Calibri" panose="020F0502020204030204" pitchFamily="34" charset="0"/>
                </a:rPr>
                <a:t>Key Challenges of LMD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1DE6E6-1B48-F07C-056D-3CED7BD69144}"/>
                </a:ext>
              </a:extLst>
            </p:cNvPr>
            <p:cNvCxnSpPr>
              <a:cxnSpLocks/>
            </p:cNvCxnSpPr>
            <p:nvPr/>
          </p:nvCxnSpPr>
          <p:spPr>
            <a:xfrm>
              <a:off x="385455" y="1728417"/>
              <a:ext cx="20791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617BEB-16F1-A3F7-BA9D-AF923A92BD31}"/>
              </a:ext>
            </a:extLst>
          </p:cNvPr>
          <p:cNvGrpSpPr/>
          <p:nvPr/>
        </p:nvGrpSpPr>
        <p:grpSpPr>
          <a:xfrm>
            <a:off x="2582458" y="2631283"/>
            <a:ext cx="2527235" cy="321692"/>
            <a:chOff x="2598234" y="1406725"/>
            <a:chExt cx="2527235" cy="321692"/>
          </a:xfrm>
        </p:grpSpPr>
        <p:sp>
          <p:nvSpPr>
            <p:cNvPr id="25" name="object 66">
              <a:extLst>
                <a:ext uri="{FF2B5EF4-FFF2-40B4-BE49-F238E27FC236}">
                  <a16:creationId xmlns:a16="http://schemas.microsoft.com/office/drawing/2014/main" id="{D556EA97-3ECA-FE88-C4D6-B815C28F4274}"/>
                </a:ext>
              </a:extLst>
            </p:cNvPr>
            <p:cNvSpPr txBox="1"/>
            <p:nvPr/>
          </p:nvSpPr>
          <p:spPr>
            <a:xfrm>
              <a:off x="2822264" y="1406725"/>
              <a:ext cx="2079173" cy="22762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400" b="1">
                  <a:latin typeface="Calibri" panose="020F0502020204030204" pitchFamily="34" charset="0"/>
                  <a:cs typeface="Calibri" panose="020F0502020204030204" pitchFamily="34" charset="0"/>
                </a:rPr>
                <a:t>Key IT Solutions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A6C622-B992-A21B-F45A-DE69BA71DE26}"/>
                </a:ext>
              </a:extLst>
            </p:cNvPr>
            <p:cNvCxnSpPr>
              <a:cxnSpLocks/>
            </p:cNvCxnSpPr>
            <p:nvPr/>
          </p:nvCxnSpPr>
          <p:spPr>
            <a:xfrm>
              <a:off x="2598234" y="1728417"/>
              <a:ext cx="252723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D71AE-B740-1270-834C-1E82810BD131}"/>
              </a:ext>
            </a:extLst>
          </p:cNvPr>
          <p:cNvSpPr/>
          <p:nvPr/>
        </p:nvSpPr>
        <p:spPr>
          <a:xfrm>
            <a:off x="5412082" y="2622592"/>
            <a:ext cx="1067177" cy="16535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journey before receiving the product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B12041-D4F3-99D5-7114-3C0EDB70CC7C}"/>
              </a:ext>
            </a:extLst>
          </p:cNvPr>
          <p:cNvSpPr/>
          <p:nvPr/>
        </p:nvSpPr>
        <p:spPr>
          <a:xfrm>
            <a:off x="6551417" y="2614965"/>
            <a:ext cx="5184924" cy="4495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Customer needs to give the following info one-day prior to scheduled delivery. Customer is shown a notification/prompt for the same.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57907B-E61D-4C22-731D-9E72C3E97E64}"/>
              </a:ext>
            </a:extLst>
          </p:cNvPr>
          <p:cNvSpPr/>
          <p:nvPr/>
        </p:nvSpPr>
        <p:spPr>
          <a:xfrm>
            <a:off x="6559232" y="3135614"/>
            <a:ext cx="1235124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Preferred time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77ADF7-128E-DB15-7438-C4D47036DFD0}"/>
              </a:ext>
            </a:extLst>
          </p:cNvPr>
          <p:cNvSpPr/>
          <p:nvPr/>
        </p:nvSpPr>
        <p:spPr>
          <a:xfrm>
            <a:off x="7891243" y="3147580"/>
            <a:ext cx="3852911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Preferred drop location: Home or Fulfilment Centre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655F6B-FB67-72F3-A48F-4B0F673A42A0}"/>
              </a:ext>
            </a:extLst>
          </p:cNvPr>
          <p:cNvSpPr/>
          <p:nvPr/>
        </p:nvSpPr>
        <p:spPr>
          <a:xfrm>
            <a:off x="6559230" y="3505788"/>
            <a:ext cx="5184923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Negative/positive ESG points for choosing delivery to home/fulfilment centre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83C5EB-660D-2205-CF6B-DFC175BE49DD}"/>
              </a:ext>
            </a:extLst>
          </p:cNvPr>
          <p:cNvSpPr/>
          <p:nvPr/>
        </p:nvSpPr>
        <p:spPr>
          <a:xfrm>
            <a:off x="6559230" y="3875463"/>
            <a:ext cx="2230232" cy="3937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Ability to change location till it’s dispatched from WH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4551A2-2A63-1E04-1E77-E96F365DC9DB}"/>
              </a:ext>
            </a:extLst>
          </p:cNvPr>
          <p:cNvSpPr/>
          <p:nvPr/>
        </p:nvSpPr>
        <p:spPr>
          <a:xfrm>
            <a:off x="8923282" y="3875463"/>
            <a:ext cx="2820864" cy="3937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Real time tracking of both side to ensure lower package miss/return rate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03B33D-971D-9E5A-C64D-2F09A99C246D}"/>
              </a:ext>
            </a:extLst>
          </p:cNvPr>
          <p:cNvSpPr/>
          <p:nvPr/>
        </p:nvSpPr>
        <p:spPr>
          <a:xfrm>
            <a:off x="5412083" y="4335725"/>
            <a:ext cx="1067177" cy="45729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Expectations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1DC5EA-EA3A-80C9-6431-5235B2EB0C35}"/>
              </a:ext>
            </a:extLst>
          </p:cNvPr>
          <p:cNvSpPr/>
          <p:nvPr/>
        </p:nvSpPr>
        <p:spPr>
          <a:xfrm>
            <a:off x="6558783" y="4332003"/>
            <a:ext cx="1607074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Visibility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39D3D2-4CCD-AE1D-B5F3-0D6802A51EE4}"/>
              </a:ext>
            </a:extLst>
          </p:cNvPr>
          <p:cNvSpPr/>
          <p:nvPr/>
        </p:nvSpPr>
        <p:spPr>
          <a:xfrm>
            <a:off x="8348149" y="4332003"/>
            <a:ext cx="1607083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Reliability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C72D36-F02C-D2AE-08E0-228D388DC79D}"/>
              </a:ext>
            </a:extLst>
          </p:cNvPr>
          <p:cNvSpPr/>
          <p:nvPr/>
        </p:nvSpPr>
        <p:spPr>
          <a:xfrm>
            <a:off x="10137058" y="4332003"/>
            <a:ext cx="1607088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Timeliness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692B65-2E0E-EA33-9DA5-507CEEF67B4D}"/>
              </a:ext>
            </a:extLst>
          </p:cNvPr>
          <p:cNvSpPr/>
          <p:nvPr/>
        </p:nvSpPr>
        <p:spPr>
          <a:xfrm>
            <a:off x="5412082" y="4826111"/>
            <a:ext cx="1067177" cy="121959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Satisfaction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EBB5BB-05CD-7656-5A74-9B2FE35D8257}"/>
              </a:ext>
            </a:extLst>
          </p:cNvPr>
          <p:cNvSpPr/>
          <p:nvPr/>
        </p:nvSpPr>
        <p:spPr>
          <a:xfrm>
            <a:off x="6559230" y="4863562"/>
            <a:ext cx="5184916" cy="257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Using anticipatory shipping via social listening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C18B98-DB11-D9DD-9089-24B26E2BF520}"/>
              </a:ext>
            </a:extLst>
          </p:cNvPr>
          <p:cNvSpPr/>
          <p:nvPr/>
        </p:nvSpPr>
        <p:spPr>
          <a:xfrm>
            <a:off x="6558783" y="5172792"/>
            <a:ext cx="5184916" cy="87291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Delivery companies use customer and geolocation data to ensure a package is delivered the first time. By using geolocation to see that a customer isn’t home, the delivery company can automatically leave the package in an alternative location per the recipient’s known preference.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30" name="Chevron 11">
            <a:extLst>
              <a:ext uri="{FF2B5EF4-FFF2-40B4-BE49-F238E27FC236}">
                <a16:creationId xmlns:a16="http://schemas.microsoft.com/office/drawing/2014/main" id="{5900244D-3FF5-11A4-8742-9130E32A7BC8}"/>
              </a:ext>
            </a:extLst>
          </p:cNvPr>
          <p:cNvSpPr/>
          <p:nvPr/>
        </p:nvSpPr>
        <p:spPr>
          <a:xfrm>
            <a:off x="2072924" y="6243777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31" name="Chevron 12">
            <a:extLst>
              <a:ext uri="{FF2B5EF4-FFF2-40B4-BE49-F238E27FC236}">
                <a16:creationId xmlns:a16="http://schemas.microsoft.com/office/drawing/2014/main" id="{83C686A8-4F4C-E69F-6F9A-7C075A88AADA}"/>
              </a:ext>
            </a:extLst>
          </p:cNvPr>
          <p:cNvSpPr/>
          <p:nvPr/>
        </p:nvSpPr>
        <p:spPr>
          <a:xfrm>
            <a:off x="3403583" y="6243777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32" name="Chevron 13">
            <a:extLst>
              <a:ext uri="{FF2B5EF4-FFF2-40B4-BE49-F238E27FC236}">
                <a16:creationId xmlns:a16="http://schemas.microsoft.com/office/drawing/2014/main" id="{02BAD1C1-E9EA-BA68-E3FD-0D70453CB745}"/>
              </a:ext>
            </a:extLst>
          </p:cNvPr>
          <p:cNvSpPr/>
          <p:nvPr/>
        </p:nvSpPr>
        <p:spPr>
          <a:xfrm>
            <a:off x="4958261" y="6243777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33" name="Chevron 14">
            <a:extLst>
              <a:ext uri="{FF2B5EF4-FFF2-40B4-BE49-F238E27FC236}">
                <a16:creationId xmlns:a16="http://schemas.microsoft.com/office/drawing/2014/main" id="{08BE7E8D-EEDB-DC44-8170-901A18E334D0}"/>
              </a:ext>
            </a:extLst>
          </p:cNvPr>
          <p:cNvSpPr/>
          <p:nvPr/>
        </p:nvSpPr>
        <p:spPr>
          <a:xfrm>
            <a:off x="6265539" y="6243777"/>
            <a:ext cx="172390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4" name="Chevron 15">
            <a:extLst>
              <a:ext uri="{FF2B5EF4-FFF2-40B4-BE49-F238E27FC236}">
                <a16:creationId xmlns:a16="http://schemas.microsoft.com/office/drawing/2014/main" id="{7DE70C49-2AD9-A27F-2BDF-0842238BEC40}"/>
              </a:ext>
            </a:extLst>
          </p:cNvPr>
          <p:cNvSpPr/>
          <p:nvPr/>
        </p:nvSpPr>
        <p:spPr>
          <a:xfrm>
            <a:off x="7819228" y="6243777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36" name="Chevron 16">
            <a:extLst>
              <a:ext uri="{FF2B5EF4-FFF2-40B4-BE49-F238E27FC236}">
                <a16:creationId xmlns:a16="http://schemas.microsoft.com/office/drawing/2014/main" id="{E3C74C54-482D-02A5-D544-BEFE55DA9926}"/>
              </a:ext>
            </a:extLst>
          </p:cNvPr>
          <p:cNvSpPr/>
          <p:nvPr/>
        </p:nvSpPr>
        <p:spPr>
          <a:xfrm>
            <a:off x="769241" y="6234516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50" name="Chevron 12">
            <a:extLst>
              <a:ext uri="{FF2B5EF4-FFF2-40B4-BE49-F238E27FC236}">
                <a16:creationId xmlns:a16="http://schemas.microsoft.com/office/drawing/2014/main" id="{93409E87-9026-5712-1F45-F01DF5DF741F}"/>
              </a:ext>
            </a:extLst>
          </p:cNvPr>
          <p:cNvSpPr/>
          <p:nvPr/>
        </p:nvSpPr>
        <p:spPr>
          <a:xfrm>
            <a:off x="3379215" y="6243777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52" name="Chevron 13">
            <a:extLst>
              <a:ext uri="{FF2B5EF4-FFF2-40B4-BE49-F238E27FC236}">
                <a16:creationId xmlns:a16="http://schemas.microsoft.com/office/drawing/2014/main" id="{3B664A68-FECD-77DF-885F-360247EBF2DE}"/>
              </a:ext>
            </a:extLst>
          </p:cNvPr>
          <p:cNvSpPr/>
          <p:nvPr/>
        </p:nvSpPr>
        <p:spPr>
          <a:xfrm>
            <a:off x="4933893" y="6243777"/>
            <a:ext cx="1472540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</p:txBody>
      </p:sp>
      <p:graphicFrame>
        <p:nvGraphicFramePr>
          <p:cNvPr id="66" name="Table 112">
            <a:extLst>
              <a:ext uri="{FF2B5EF4-FFF2-40B4-BE49-F238E27FC236}">
                <a16:creationId xmlns:a16="http://schemas.microsoft.com/office/drawing/2014/main" id="{0719EC3A-A4C7-8E5B-3C95-AE04D8CF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80652"/>
              </p:ext>
            </p:extLst>
          </p:nvPr>
        </p:nvGraphicFramePr>
        <p:xfrm>
          <a:off x="322615" y="792725"/>
          <a:ext cx="11396851" cy="13144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96120">
                  <a:extLst>
                    <a:ext uri="{9D8B030D-6E8A-4147-A177-3AD203B41FA5}">
                      <a16:colId xmlns:a16="http://schemas.microsoft.com/office/drawing/2014/main" val="1665903062"/>
                    </a:ext>
                  </a:extLst>
                </a:gridCol>
                <a:gridCol w="2441613">
                  <a:extLst>
                    <a:ext uri="{9D8B030D-6E8A-4147-A177-3AD203B41FA5}">
                      <a16:colId xmlns:a16="http://schemas.microsoft.com/office/drawing/2014/main" val="906186273"/>
                    </a:ext>
                  </a:extLst>
                </a:gridCol>
                <a:gridCol w="1642539">
                  <a:extLst>
                    <a:ext uri="{9D8B030D-6E8A-4147-A177-3AD203B41FA5}">
                      <a16:colId xmlns:a16="http://schemas.microsoft.com/office/drawing/2014/main" val="923700556"/>
                    </a:ext>
                  </a:extLst>
                </a:gridCol>
                <a:gridCol w="1720227">
                  <a:extLst>
                    <a:ext uri="{9D8B030D-6E8A-4147-A177-3AD203B41FA5}">
                      <a16:colId xmlns:a16="http://schemas.microsoft.com/office/drawing/2014/main" val="2629857401"/>
                    </a:ext>
                  </a:extLst>
                </a:gridCol>
                <a:gridCol w="2319532">
                  <a:extLst>
                    <a:ext uri="{9D8B030D-6E8A-4147-A177-3AD203B41FA5}">
                      <a16:colId xmlns:a16="http://schemas.microsoft.com/office/drawing/2014/main" val="2744818558"/>
                    </a:ext>
                  </a:extLst>
                </a:gridCol>
                <a:gridCol w="2076820">
                  <a:extLst>
                    <a:ext uri="{9D8B030D-6E8A-4147-A177-3AD203B41FA5}">
                      <a16:colId xmlns:a16="http://schemas.microsoft.com/office/drawing/2014/main" val="3533452127"/>
                    </a:ext>
                  </a:extLst>
                </a:gridCol>
              </a:tblGrid>
              <a:tr h="445036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ts val="122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Industry/</a:t>
                      </a:r>
                      <a:endParaRPr lang="en-IN" sz="1200" b="1">
                        <a:solidFill>
                          <a:schemeClr val="bg1"/>
                        </a:solidFill>
                      </a:endParaRPr>
                    </a:p>
                    <a:p>
                      <a:pPr marL="91440" marR="2159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5570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Speed</a:t>
                      </a:r>
                      <a:r>
                        <a:rPr lang="en-IN" sz="1200" b="1" spc="-45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  <a:p>
                      <a:pPr marL="115570" algn="ctr">
                        <a:lnSpc>
                          <a:spcPct val="10000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reliability)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Flexibility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Shipment</a:t>
                      </a:r>
                    </a:p>
                    <a:p>
                      <a:pPr marL="9398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Integrity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065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Customer</a:t>
                      </a:r>
                    </a:p>
                    <a:p>
                      <a:pPr marL="92075" marR="12065" algn="ctr">
                        <a:lnSpc>
                          <a:spcPct val="10000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algn="ctr">
                        <a:lnSpc>
                          <a:spcPts val="122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Tech</a:t>
                      </a:r>
                      <a:r>
                        <a:rPr lang="en-IN" sz="1200" b="1" spc="-3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enabled</a:t>
                      </a:r>
                    </a:p>
                    <a:p>
                      <a:pPr marL="10160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offerings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081800"/>
                  </a:ext>
                </a:extLst>
              </a:tr>
              <a:tr h="279992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Must</a:t>
                      </a:r>
                      <a:r>
                        <a:rPr lang="en-IN" sz="1200" b="0" spc="-5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have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191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839" marR="85725" indent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Premium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offering,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lang="en-US" sz="1200" b="0" spc="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better</a:t>
                      </a:r>
                      <a:r>
                        <a:rPr lang="en-US" sz="1200" b="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transit</a:t>
                      </a:r>
                      <a:r>
                        <a:rPr lang="en-US" sz="1200" b="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3204" marR="86995" indent="-14351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Fle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ible</a:t>
                      </a:r>
                      <a:r>
                        <a:rPr lang="en-IN" sz="1200" b="0" spc="-1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pic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-up 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scheduling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0330" marR="87630" indent="-508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Low</a:t>
                      </a:r>
                      <a:r>
                        <a:rPr lang="en-IN" sz="1200" b="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damages</a:t>
                      </a:r>
                      <a:r>
                        <a:rPr lang="en-IN" sz="1200" b="0" spc="-4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en-IN" sz="1200" b="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pilfer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ge/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la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ms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4460" marR="13652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24/7 support,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10">
                          <a:solidFill>
                            <a:schemeClr val="tx1"/>
                          </a:solidFill>
                        </a:rPr>
                        <a:t>KAMs</a:t>
                      </a:r>
                      <a:r>
                        <a:rPr lang="en-US" sz="1200" b="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200" b="0" spc="-3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large </a:t>
                      </a:r>
                      <a:r>
                        <a:rPr lang="en-US" sz="1200" b="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customers</a:t>
                      </a:r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273685" indent="-4762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 spc="2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il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IN" sz="1200" b="0" spc="5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ne 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tracking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211991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IN" sz="1200" b="1" spc="-5">
                          <a:solidFill>
                            <a:schemeClr val="tx1"/>
                          </a:solidFill>
                        </a:rPr>
                        <a:t>Differentiation</a:t>
                      </a:r>
                      <a:endParaRPr lang="en-IN"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191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1290" marR="1270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95%</a:t>
                      </a:r>
                      <a:r>
                        <a:rPr sz="120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on-time</a:t>
                      </a:r>
                      <a:r>
                        <a:rPr sz="1200" spc="-5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SLA </a:t>
                      </a:r>
                      <a:r>
                        <a:rPr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1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money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back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guarantee;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same </a:t>
                      </a:r>
                      <a:r>
                        <a:rPr sz="120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day</a:t>
                      </a:r>
                      <a:r>
                        <a:rPr sz="120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delivery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6395" marR="233679" indent="-12065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Flexibility</a:t>
                      </a:r>
                      <a:r>
                        <a:rPr lang="en-US" sz="1200" spc="-5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cater</a:t>
                      </a:r>
                      <a:r>
                        <a:rPr lang="en-US"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en-US" sz="1200" spc="-4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Demand</a:t>
                      </a:r>
                      <a:endParaRPr lang="en-US"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13030" indent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Less than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industry claims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1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re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ncy</a:t>
                      </a:r>
                      <a:r>
                        <a:rPr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%age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7155" marR="10858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Differentiated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usto</a:t>
                      </a:r>
                      <a:r>
                        <a:rPr sz="1200" spc="15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sz="1200" spc="-2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vi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 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offering – social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media</a:t>
                      </a:r>
                      <a:r>
                        <a:rPr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enabled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>
                          <a:solidFill>
                            <a:schemeClr val="tx1"/>
                          </a:solidFill>
                        </a:rPr>
                        <a:t>API/ERP</a:t>
                      </a:r>
                      <a:r>
                        <a:rPr lang="en-US" sz="1200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Integration,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sz="120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request</a:t>
                      </a:r>
                      <a:r>
                        <a:rPr sz="1200" spc="-5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QC/Scanning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861735"/>
                  </a:ext>
                </a:extLst>
              </a:tr>
            </a:tbl>
          </a:graphicData>
        </a:graphic>
      </p:graphicFrame>
      <p:pic>
        <p:nvPicPr>
          <p:cNvPr id="1026" name="Picture 2" descr="adress icon">
            <a:extLst>
              <a:ext uri="{FF2B5EF4-FFF2-40B4-BE49-F238E27FC236}">
                <a16:creationId xmlns:a16="http://schemas.microsoft.com/office/drawing/2014/main" id="{608EE965-DB47-8F2B-05D4-BA8DA306B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9" y="3081730"/>
            <a:ext cx="355718" cy="35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signment icon">
            <a:extLst>
              <a:ext uri="{FF2B5EF4-FFF2-40B4-BE49-F238E27FC236}">
                <a16:creationId xmlns:a16="http://schemas.microsoft.com/office/drawing/2014/main" id="{5081C2DF-EF06-DFF5-5B0E-76F512A04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0" y="3601296"/>
            <a:ext cx="314769" cy="43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ravel icon">
            <a:extLst>
              <a:ext uri="{FF2B5EF4-FFF2-40B4-BE49-F238E27FC236}">
                <a16:creationId xmlns:a16="http://schemas.microsoft.com/office/drawing/2014/main" id="{B3856419-4559-57A6-F2AE-1BB8E752E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5" y="4236019"/>
            <a:ext cx="324019" cy="32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ansparency icon">
            <a:extLst>
              <a:ext uri="{FF2B5EF4-FFF2-40B4-BE49-F238E27FC236}">
                <a16:creationId xmlns:a16="http://schemas.microsoft.com/office/drawing/2014/main" id="{8FFBABD9-FA23-B5BC-4C53-4141EE78C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9" y="4867051"/>
            <a:ext cx="399548" cy="39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d icon">
            <a:extLst>
              <a:ext uri="{FF2B5EF4-FFF2-40B4-BE49-F238E27FC236}">
                <a16:creationId xmlns:a16="http://schemas.microsoft.com/office/drawing/2014/main" id="{6946337D-7774-8243-8AF5-15FBC1B66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8" y="5481752"/>
            <a:ext cx="309837" cy="30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8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FBCD6DF-82D8-5E40-8FFC-F8F159434104}"/>
              </a:ext>
            </a:extLst>
          </p:cNvPr>
          <p:cNvSpPr/>
          <p:nvPr/>
        </p:nvSpPr>
        <p:spPr>
          <a:xfrm>
            <a:off x="9093281" y="5482557"/>
            <a:ext cx="2927099" cy="435885"/>
          </a:xfrm>
          <a:prstGeom prst="roundRect">
            <a:avLst/>
          </a:prstGeom>
          <a:solidFill>
            <a:srgbClr val="6201CE">
              <a:alpha val="51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Metrics: Impact tracking across decarbonization levers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E2B5EF2E-29C0-C042-98DE-5C500FA33C17}"/>
              </a:ext>
            </a:extLst>
          </p:cNvPr>
          <p:cNvSpPr/>
          <p:nvPr/>
        </p:nvSpPr>
        <p:spPr>
          <a:xfrm>
            <a:off x="9103692" y="3927795"/>
            <a:ext cx="2927099" cy="411170"/>
          </a:xfrm>
          <a:prstGeom prst="roundRect">
            <a:avLst/>
          </a:prstGeom>
          <a:solidFill>
            <a:srgbClr val="B452AC">
              <a:alpha val="51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Dialogue: Transparent comm. amongst all stakeholders for dynamic </a:t>
            </a:r>
            <a:r>
              <a:rPr lang="en-IN" sz="12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</a:t>
            </a:r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7F82A39-85F9-5F46-B8EF-59434F2CCFA7}"/>
              </a:ext>
            </a:extLst>
          </p:cNvPr>
          <p:cNvSpPr/>
          <p:nvPr/>
        </p:nvSpPr>
        <p:spPr>
          <a:xfrm>
            <a:off x="9110175" y="3455187"/>
            <a:ext cx="2927099" cy="411170"/>
          </a:xfrm>
          <a:prstGeom prst="roundRect">
            <a:avLst/>
          </a:prstGeom>
          <a:solidFill>
            <a:srgbClr val="7A7A6B">
              <a:alpha val="55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Tangible Empathy: Flexibility along the SC allows scope for variability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48A7411-C23B-A84F-BC77-1A0FBBFB959A}"/>
              </a:ext>
            </a:extLst>
          </p:cNvPr>
          <p:cNvSpPr/>
          <p:nvPr/>
        </p:nvSpPr>
        <p:spPr>
          <a:xfrm>
            <a:off x="3849561" y="4850116"/>
            <a:ext cx="1710569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8546D97-2707-4547-8DE6-0F400B1CEFC4}"/>
              </a:ext>
            </a:extLst>
          </p:cNvPr>
          <p:cNvSpPr/>
          <p:nvPr/>
        </p:nvSpPr>
        <p:spPr>
          <a:xfrm>
            <a:off x="5587542" y="4848236"/>
            <a:ext cx="1483249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DC1B885-44F7-4440-BD1B-36B67EFCA64F}"/>
              </a:ext>
            </a:extLst>
          </p:cNvPr>
          <p:cNvSpPr/>
          <p:nvPr/>
        </p:nvSpPr>
        <p:spPr>
          <a:xfrm>
            <a:off x="7136437" y="4848236"/>
            <a:ext cx="1561120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Triangle 99">
            <a:extLst>
              <a:ext uri="{FF2B5EF4-FFF2-40B4-BE49-F238E27FC236}">
                <a16:creationId xmlns:a16="http://schemas.microsoft.com/office/drawing/2014/main" id="{6EC6B140-213B-4142-9768-25E0BC54A7ED}"/>
              </a:ext>
            </a:extLst>
          </p:cNvPr>
          <p:cNvSpPr/>
          <p:nvPr/>
        </p:nvSpPr>
        <p:spPr>
          <a:xfrm>
            <a:off x="6682366" y="4540233"/>
            <a:ext cx="2015191" cy="308002"/>
          </a:xfrm>
          <a:custGeom>
            <a:avLst/>
            <a:gdLst>
              <a:gd name="connsiteX0" fmla="*/ 0 w 1134031"/>
              <a:gd name="connsiteY0" fmla="*/ 184435 h 184435"/>
              <a:gd name="connsiteX1" fmla="*/ 567016 w 1134031"/>
              <a:gd name="connsiteY1" fmla="*/ 0 h 184435"/>
              <a:gd name="connsiteX2" fmla="*/ 1134031 w 1134031"/>
              <a:gd name="connsiteY2" fmla="*/ 184435 h 184435"/>
              <a:gd name="connsiteX3" fmla="*/ 0 w 1134031"/>
              <a:gd name="connsiteY3" fmla="*/ 184435 h 184435"/>
              <a:gd name="connsiteX0" fmla="*/ 312785 w 1446816"/>
              <a:gd name="connsiteY0" fmla="*/ 308002 h 308002"/>
              <a:gd name="connsiteX1" fmla="*/ 0 w 1446816"/>
              <a:gd name="connsiteY1" fmla="*/ 0 h 308002"/>
              <a:gd name="connsiteX2" fmla="*/ 1446816 w 1446816"/>
              <a:gd name="connsiteY2" fmla="*/ 308002 h 308002"/>
              <a:gd name="connsiteX3" fmla="*/ 312785 w 1446816"/>
              <a:gd name="connsiteY3" fmla="*/ 308002 h 30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816" h="308002">
                <a:moveTo>
                  <a:pt x="312785" y="308002"/>
                </a:moveTo>
                <a:lnTo>
                  <a:pt x="0" y="0"/>
                </a:lnTo>
                <a:lnTo>
                  <a:pt x="1446816" y="308002"/>
                </a:lnTo>
                <a:lnTo>
                  <a:pt x="312785" y="308002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Triangle 101">
            <a:extLst>
              <a:ext uri="{FF2B5EF4-FFF2-40B4-BE49-F238E27FC236}">
                <a16:creationId xmlns:a16="http://schemas.microsoft.com/office/drawing/2014/main" id="{9ADF29C9-C755-6A44-9F28-88D29F909925}"/>
              </a:ext>
            </a:extLst>
          </p:cNvPr>
          <p:cNvSpPr/>
          <p:nvPr/>
        </p:nvSpPr>
        <p:spPr>
          <a:xfrm>
            <a:off x="3857983" y="4514983"/>
            <a:ext cx="1977900" cy="333252"/>
          </a:xfrm>
          <a:custGeom>
            <a:avLst/>
            <a:gdLst>
              <a:gd name="connsiteX0" fmla="*/ 0 w 1134031"/>
              <a:gd name="connsiteY0" fmla="*/ 254168 h 254168"/>
              <a:gd name="connsiteX1" fmla="*/ 567016 w 1134031"/>
              <a:gd name="connsiteY1" fmla="*/ 0 h 254168"/>
              <a:gd name="connsiteX2" fmla="*/ 1134031 w 1134031"/>
              <a:gd name="connsiteY2" fmla="*/ 254168 h 254168"/>
              <a:gd name="connsiteX3" fmla="*/ 0 w 1134031"/>
              <a:gd name="connsiteY3" fmla="*/ 254168 h 254168"/>
              <a:gd name="connsiteX0" fmla="*/ 0 w 1318306"/>
              <a:gd name="connsiteY0" fmla="*/ 333252 h 333252"/>
              <a:gd name="connsiteX1" fmla="*/ 1318306 w 1318306"/>
              <a:gd name="connsiteY1" fmla="*/ 0 h 333252"/>
              <a:gd name="connsiteX2" fmla="*/ 1134031 w 1318306"/>
              <a:gd name="connsiteY2" fmla="*/ 333252 h 333252"/>
              <a:gd name="connsiteX3" fmla="*/ 0 w 1318306"/>
              <a:gd name="connsiteY3" fmla="*/ 333252 h 333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8306" h="333252">
                <a:moveTo>
                  <a:pt x="0" y="333252"/>
                </a:moveTo>
                <a:lnTo>
                  <a:pt x="1318306" y="0"/>
                </a:lnTo>
                <a:lnTo>
                  <a:pt x="1134031" y="333252"/>
                </a:lnTo>
                <a:lnTo>
                  <a:pt x="0" y="333252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riangle 102">
            <a:extLst>
              <a:ext uri="{FF2B5EF4-FFF2-40B4-BE49-F238E27FC236}">
                <a16:creationId xmlns:a16="http://schemas.microsoft.com/office/drawing/2014/main" id="{D7E24DE0-EF67-6F47-B64B-0C35114DB197}"/>
              </a:ext>
            </a:extLst>
          </p:cNvPr>
          <p:cNvSpPr/>
          <p:nvPr/>
        </p:nvSpPr>
        <p:spPr>
          <a:xfrm>
            <a:off x="5587542" y="4516812"/>
            <a:ext cx="1483249" cy="329545"/>
          </a:xfrm>
          <a:custGeom>
            <a:avLst/>
            <a:gdLst>
              <a:gd name="connsiteX0" fmla="*/ 0 w 1137870"/>
              <a:gd name="connsiteY0" fmla="*/ 466705 h 466705"/>
              <a:gd name="connsiteX1" fmla="*/ 531533 w 1137870"/>
              <a:gd name="connsiteY1" fmla="*/ 0 h 466705"/>
              <a:gd name="connsiteX2" fmla="*/ 1137870 w 1137870"/>
              <a:gd name="connsiteY2" fmla="*/ 466705 h 466705"/>
              <a:gd name="connsiteX3" fmla="*/ 0 w 1137870"/>
              <a:gd name="connsiteY3" fmla="*/ 466705 h 466705"/>
              <a:gd name="connsiteX0" fmla="*/ 0 w 1137870"/>
              <a:gd name="connsiteY0" fmla="*/ 308763 h 308763"/>
              <a:gd name="connsiteX1" fmla="*/ 523221 w 1137870"/>
              <a:gd name="connsiteY1" fmla="*/ 0 h 308763"/>
              <a:gd name="connsiteX2" fmla="*/ 1137870 w 1137870"/>
              <a:gd name="connsiteY2" fmla="*/ 308763 h 308763"/>
              <a:gd name="connsiteX3" fmla="*/ 0 w 1137870"/>
              <a:gd name="connsiteY3" fmla="*/ 308763 h 308763"/>
              <a:gd name="connsiteX0" fmla="*/ 0 w 1137870"/>
              <a:gd name="connsiteY0" fmla="*/ 329545 h 329545"/>
              <a:gd name="connsiteX1" fmla="*/ 510752 w 1137870"/>
              <a:gd name="connsiteY1" fmla="*/ 0 h 329545"/>
              <a:gd name="connsiteX2" fmla="*/ 1137870 w 1137870"/>
              <a:gd name="connsiteY2" fmla="*/ 329545 h 329545"/>
              <a:gd name="connsiteX3" fmla="*/ 0 w 1137870"/>
              <a:gd name="connsiteY3" fmla="*/ 329545 h 32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7870" h="329545">
                <a:moveTo>
                  <a:pt x="0" y="329545"/>
                </a:moveTo>
                <a:lnTo>
                  <a:pt x="510752" y="0"/>
                </a:lnTo>
                <a:lnTo>
                  <a:pt x="1137870" y="329545"/>
                </a:lnTo>
                <a:lnTo>
                  <a:pt x="0" y="329545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A5241-D6D8-2044-A378-BB3D49B1B8B2}"/>
              </a:ext>
            </a:extLst>
          </p:cNvPr>
          <p:cNvSpPr/>
          <p:nvPr/>
        </p:nvSpPr>
        <p:spPr>
          <a:xfrm>
            <a:off x="3757080" y="618066"/>
            <a:ext cx="5082166" cy="375919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7CEF5-1A12-734E-ADC8-375BE716C8B8}"/>
              </a:ext>
            </a:extLst>
          </p:cNvPr>
          <p:cNvSpPr txBox="1"/>
          <p:nvPr/>
        </p:nvSpPr>
        <p:spPr>
          <a:xfrm>
            <a:off x="4335021" y="560633"/>
            <a:ext cx="3906982" cy="22170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P2P network to enforce social conscientiousness</a:t>
            </a:r>
            <a:endParaRPr lang="en-US" sz="1167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5A2B0-4945-5C4F-A590-A8FEFDF69338}"/>
              </a:ext>
            </a:extLst>
          </p:cNvPr>
          <p:cNvSpPr txBox="1"/>
          <p:nvPr/>
        </p:nvSpPr>
        <p:spPr>
          <a:xfrm>
            <a:off x="4779836" y="4447313"/>
            <a:ext cx="2858334" cy="20705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Tenets of the buddy-driven ecosystem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96FBC-150E-2641-8D46-CA4BC3C15B64}"/>
              </a:ext>
            </a:extLst>
          </p:cNvPr>
          <p:cNvSpPr/>
          <p:nvPr/>
        </p:nvSpPr>
        <p:spPr>
          <a:xfrm>
            <a:off x="8938724" y="1948901"/>
            <a:ext cx="3172603" cy="405761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36C34-165B-2F46-B884-7FA224EF490B}"/>
              </a:ext>
            </a:extLst>
          </p:cNvPr>
          <p:cNvSpPr txBox="1"/>
          <p:nvPr/>
        </p:nvSpPr>
        <p:spPr>
          <a:xfrm>
            <a:off x="9167494" y="1902086"/>
            <a:ext cx="2627746" cy="25901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is in the ecosystem’s DNA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F6513D-2E45-3F48-A60F-3145C2FCC6ED}"/>
              </a:ext>
            </a:extLst>
          </p:cNvPr>
          <p:cNvSpPr/>
          <p:nvPr/>
        </p:nvSpPr>
        <p:spPr>
          <a:xfrm>
            <a:off x="25377" y="618065"/>
            <a:ext cx="3632223" cy="1235902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7953E-88EA-3246-99D7-8C81DFC5A797}"/>
              </a:ext>
            </a:extLst>
          </p:cNvPr>
          <p:cNvSpPr txBox="1"/>
          <p:nvPr/>
        </p:nvSpPr>
        <p:spPr>
          <a:xfrm>
            <a:off x="663916" y="558695"/>
            <a:ext cx="2249003" cy="2500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could be a buddy?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27A82A-4FF0-904D-8CC7-EB1D71FE2252}"/>
              </a:ext>
            </a:extLst>
          </p:cNvPr>
          <p:cNvSpPr/>
          <p:nvPr/>
        </p:nvSpPr>
        <p:spPr>
          <a:xfrm>
            <a:off x="25377" y="2037209"/>
            <a:ext cx="3632223" cy="113429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5DB80-CA6F-714B-967B-C46689AF2FF9}"/>
              </a:ext>
            </a:extLst>
          </p:cNvPr>
          <p:cNvSpPr txBox="1"/>
          <p:nvPr/>
        </p:nvSpPr>
        <p:spPr>
          <a:xfrm>
            <a:off x="682532" y="1956584"/>
            <a:ext cx="2249003" cy="16711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Buddy Cycle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57FA0F-B712-3B46-A936-04CE3FBEEF40}"/>
              </a:ext>
            </a:extLst>
          </p:cNvPr>
          <p:cNvSpPr/>
          <p:nvPr/>
        </p:nvSpPr>
        <p:spPr>
          <a:xfrm>
            <a:off x="25377" y="3288408"/>
            <a:ext cx="3632223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9D518-7151-8941-9636-9D8495E96AE4}"/>
              </a:ext>
            </a:extLst>
          </p:cNvPr>
          <p:cNvSpPr txBox="1"/>
          <p:nvPr/>
        </p:nvSpPr>
        <p:spPr>
          <a:xfrm>
            <a:off x="682532" y="3207785"/>
            <a:ext cx="2249003" cy="22121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 Value Proposition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0F3D3C-D010-4044-A734-6F93E2DE5E8F}"/>
              </a:ext>
            </a:extLst>
          </p:cNvPr>
          <p:cNvSpPr/>
          <p:nvPr/>
        </p:nvSpPr>
        <p:spPr>
          <a:xfrm>
            <a:off x="25377" y="4727740"/>
            <a:ext cx="3632223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99ECB1-A40D-F54D-A082-A5FF794D0B1B}"/>
              </a:ext>
            </a:extLst>
          </p:cNvPr>
          <p:cNvSpPr txBox="1"/>
          <p:nvPr/>
        </p:nvSpPr>
        <p:spPr>
          <a:xfrm>
            <a:off x="424873" y="4592252"/>
            <a:ext cx="2879925" cy="2666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 buddy incentives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AC4F66-FD79-6543-A94C-C40A2531C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73" y="1344568"/>
            <a:ext cx="538297" cy="1623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C1F4F0-79A1-F944-8608-0265C9E7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425" y="1383065"/>
            <a:ext cx="665527" cy="3743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29B067-4ED3-B94B-AFBA-9BCBA7D8923E}"/>
              </a:ext>
            </a:extLst>
          </p:cNvPr>
          <p:cNvSpPr txBox="1"/>
          <p:nvPr/>
        </p:nvSpPr>
        <p:spPr>
          <a:xfrm>
            <a:off x="3956173" y="908908"/>
            <a:ext cx="999855" cy="14508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E-Commerce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players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8CDDFE9-9483-7743-9CCE-EE360BCB2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878" y="1016759"/>
            <a:ext cx="555305" cy="555305"/>
          </a:xfrm>
          <a:prstGeom prst="rect">
            <a:avLst/>
          </a:prstGeom>
        </p:spPr>
      </p:pic>
      <p:pic>
        <p:nvPicPr>
          <p:cNvPr id="28" name="Picture 27" descr="A screen shot of a phone&#10;&#10;Description automatically generated">
            <a:extLst>
              <a:ext uri="{FF2B5EF4-FFF2-40B4-BE49-F238E27FC236}">
                <a16:creationId xmlns:a16="http://schemas.microsoft.com/office/drawing/2014/main" id="{40D55879-2D7C-D94B-AF04-B05730096B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47" b="96053" l="6916" r="89914">
                        <a14:foregroundMark x1="11960" y1="3684" x2="45965" y2="12807"/>
                        <a14:foregroundMark x1="45965" y1="12807" x2="37464" y2="84035"/>
                        <a14:foregroundMark x1="37464" y1="84035" x2="29539" y2="89912"/>
                        <a14:foregroundMark x1="29539" y1="89912" x2="28386" y2="96140"/>
                        <a14:foregroundMark x1="57061" y1="4035" x2="13256" y2="5175"/>
                        <a14:foregroundMark x1="6916" y1="7105" x2="6916" y2="17281"/>
                        <a14:foregroundMark x1="7061" y1="64123" x2="6916" y2="756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310" y="836776"/>
            <a:ext cx="2107764" cy="3462321"/>
          </a:xfrm>
          <a:prstGeom prst="rect">
            <a:avLst/>
          </a:prstGeom>
          <a:ln w="12700">
            <a:prstDash val="dashDot"/>
            <a:tailEnd type="triangle"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FA84AC-5337-9046-97D1-0851E4358ED3}"/>
              </a:ext>
            </a:extLst>
          </p:cNvPr>
          <p:cNvSpPr txBox="1"/>
          <p:nvPr/>
        </p:nvSpPr>
        <p:spPr>
          <a:xfrm>
            <a:off x="7222380" y="781586"/>
            <a:ext cx="1510619" cy="41169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r"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 commerce player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offer incentives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against </a:t>
            </a:r>
            <a:r>
              <a:rPr lang="en-US" sz="120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endParaRPr lang="en-US" sz="120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6476E30-E7B8-A449-BE58-D2778BA14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6177" y="1393132"/>
            <a:ext cx="388703" cy="3887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3573B0-6B73-7F4C-BFBF-24D74C189B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1975" y="6631708"/>
            <a:ext cx="362181" cy="2262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6CF53-A322-2343-950F-33F665CE6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7620" y="1417541"/>
            <a:ext cx="543986" cy="339883"/>
          </a:xfrm>
          <a:prstGeom prst="rect">
            <a:avLst/>
          </a:prstGeom>
        </p:spPr>
      </p:pic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8620EB3-5E8E-FB4D-B84D-0506DE6E04DF}"/>
              </a:ext>
            </a:extLst>
          </p:cNvPr>
          <p:cNvCxnSpPr>
            <a:cxnSpLocks/>
          </p:cNvCxnSpPr>
          <p:nvPr/>
        </p:nvCxnSpPr>
        <p:spPr>
          <a:xfrm>
            <a:off x="5907455" y="1109581"/>
            <a:ext cx="1510619" cy="165909"/>
          </a:xfrm>
          <a:prstGeom prst="bentConnector3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37BA419F-F31C-6E46-B3C6-F96D4AFA522A}"/>
              </a:ext>
            </a:extLst>
          </p:cNvPr>
          <p:cNvCxnSpPr>
            <a:cxnSpLocks/>
            <a:stCxn id="22" idx="3"/>
            <a:endCxn id="65" idx="4"/>
          </p:cNvCxnSpPr>
          <p:nvPr/>
        </p:nvCxnSpPr>
        <p:spPr>
          <a:xfrm>
            <a:off x="4898952" y="1570245"/>
            <a:ext cx="582292" cy="1200664"/>
          </a:xfrm>
          <a:prstGeom prst="bentConnector4">
            <a:avLst>
              <a:gd name="adj1" fmla="val 48037"/>
              <a:gd name="adj2" fmla="val 119039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E8205A47-B70B-AE45-BD0F-4FEB68AB73C4}"/>
              </a:ext>
            </a:extLst>
          </p:cNvPr>
          <p:cNvSpPr/>
          <p:nvPr/>
        </p:nvSpPr>
        <p:spPr>
          <a:xfrm>
            <a:off x="5458384" y="2725190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409121-9CEE-A54C-8F6C-A88ED103F76B}"/>
              </a:ext>
            </a:extLst>
          </p:cNvPr>
          <p:cNvSpPr txBox="1"/>
          <p:nvPr/>
        </p:nvSpPr>
        <p:spPr>
          <a:xfrm>
            <a:off x="3844591" y="1969279"/>
            <a:ext cx="1512501" cy="55530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track/modify each order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multiple platforms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(app/website redirection)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27F92B38-FAA5-B042-87BA-D85594F8ED90}"/>
              </a:ext>
            </a:extLst>
          </p:cNvPr>
          <p:cNvCxnSpPr>
            <a:cxnSpLocks/>
          </p:cNvCxnSpPr>
          <p:nvPr/>
        </p:nvCxnSpPr>
        <p:spPr>
          <a:xfrm>
            <a:off x="6364193" y="1192533"/>
            <a:ext cx="1256251" cy="805571"/>
          </a:xfrm>
          <a:prstGeom prst="bentConnector3">
            <a:avLst>
              <a:gd name="adj1" fmla="val 34560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 descr="Group success">
            <a:extLst>
              <a:ext uri="{FF2B5EF4-FFF2-40B4-BE49-F238E27FC236}">
                <a16:creationId xmlns:a16="http://schemas.microsoft.com/office/drawing/2014/main" id="{73C02F39-D84E-CD4F-846A-D4824F49CE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4104" y="1723047"/>
            <a:ext cx="622542" cy="62254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73EEE082-8F6C-6141-B088-F40E72C1D898}"/>
              </a:ext>
            </a:extLst>
          </p:cNvPr>
          <p:cNvSpPr txBox="1"/>
          <p:nvPr/>
        </p:nvSpPr>
        <p:spPr>
          <a:xfrm>
            <a:off x="7070791" y="2228405"/>
            <a:ext cx="1719758" cy="58742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Add/modify/delete </a:t>
            </a: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buddies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your network . Compete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your buddies on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&amp; rewards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B81CAAB-AB68-714D-B776-E054DE560C6C}"/>
              </a:ext>
            </a:extLst>
          </p:cNvPr>
          <p:cNvCxnSpPr>
            <a:cxnSpLocks/>
          </p:cNvCxnSpPr>
          <p:nvPr/>
        </p:nvCxnSpPr>
        <p:spPr>
          <a:xfrm flipV="1">
            <a:off x="6998345" y="3045413"/>
            <a:ext cx="639825" cy="587426"/>
          </a:xfrm>
          <a:prstGeom prst="bentConnector2">
            <a:avLst/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85C5690-1A0B-FF40-BF65-60A458AD4573}"/>
              </a:ext>
            </a:extLst>
          </p:cNvPr>
          <p:cNvSpPr txBox="1"/>
          <p:nvPr/>
        </p:nvSpPr>
        <p:spPr>
          <a:xfrm>
            <a:off x="7294085" y="3337015"/>
            <a:ext cx="1376364" cy="77222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have your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pick up your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and share the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reward!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D36A761-A7FB-464C-828D-837AAEC52ACD}"/>
              </a:ext>
            </a:extLst>
          </p:cNvPr>
          <p:cNvCxnSpPr>
            <a:cxnSpLocks/>
          </p:cNvCxnSpPr>
          <p:nvPr/>
        </p:nvCxnSpPr>
        <p:spPr>
          <a:xfrm rot="10800000">
            <a:off x="4696184" y="3567271"/>
            <a:ext cx="891358" cy="360525"/>
          </a:xfrm>
          <a:prstGeom prst="bentConnector3">
            <a:avLst>
              <a:gd name="adj1" fmla="val 50000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40DA3C9-B4E9-AD49-9ADE-C7E80DC4A0A8}"/>
              </a:ext>
            </a:extLst>
          </p:cNvPr>
          <p:cNvSpPr txBox="1"/>
          <p:nvPr/>
        </p:nvSpPr>
        <p:spPr>
          <a:xfrm>
            <a:off x="3810340" y="3035914"/>
            <a:ext cx="668825" cy="41169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Trigger: Become a </a:t>
            </a: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gain social, economic,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stewardship and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gain social media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70DD037-440F-7248-BEAC-DB49EB4DD5D3}"/>
              </a:ext>
            </a:extLst>
          </p:cNvPr>
          <p:cNvSpPr/>
          <p:nvPr/>
        </p:nvSpPr>
        <p:spPr>
          <a:xfrm>
            <a:off x="115823" y="1061659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15-60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yrs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7FBBEDA2-74D6-FA48-B7A7-044D17561D6D}"/>
              </a:ext>
            </a:extLst>
          </p:cNvPr>
          <p:cNvSpPr/>
          <p:nvPr/>
        </p:nvSpPr>
        <p:spPr>
          <a:xfrm>
            <a:off x="126857" y="1297443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Office-goers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2E5F53DA-4A29-3141-955F-BD354512C1DE}"/>
              </a:ext>
            </a:extLst>
          </p:cNvPr>
          <p:cNvSpPr/>
          <p:nvPr/>
        </p:nvSpPr>
        <p:spPr>
          <a:xfrm>
            <a:off x="125958" y="1542188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Freq. travelers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C7D840E-081B-8143-95F4-98486B5F06E6}"/>
              </a:ext>
            </a:extLst>
          </p:cNvPr>
          <p:cNvGrpSpPr/>
          <p:nvPr/>
        </p:nvGrpSpPr>
        <p:grpSpPr>
          <a:xfrm>
            <a:off x="1553667" y="1073042"/>
            <a:ext cx="126337" cy="134219"/>
            <a:chOff x="7812684" y="2660359"/>
            <a:chExt cx="306171" cy="306910"/>
          </a:xfrm>
        </p:grpSpPr>
        <p:sp>
          <p:nvSpPr>
            <p:cNvPr id="103" name="Freeform 94">
              <a:extLst>
                <a:ext uri="{FF2B5EF4-FFF2-40B4-BE49-F238E27FC236}">
                  <a16:creationId xmlns:a16="http://schemas.microsoft.com/office/drawing/2014/main" id="{A99C98DF-78FB-774B-A0F1-C1D2018A68DC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95">
              <a:extLst>
                <a:ext uri="{FF2B5EF4-FFF2-40B4-BE49-F238E27FC236}">
                  <a16:creationId xmlns:a16="http://schemas.microsoft.com/office/drawing/2014/main" id="{ED4A4781-0B70-7744-B80A-47F8B0D034B9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00484F5-170D-B14C-A806-1544177BFF33}"/>
              </a:ext>
            </a:extLst>
          </p:cNvPr>
          <p:cNvGrpSpPr/>
          <p:nvPr/>
        </p:nvGrpSpPr>
        <p:grpSpPr>
          <a:xfrm>
            <a:off x="1558221" y="1316617"/>
            <a:ext cx="126337" cy="134219"/>
            <a:chOff x="7812684" y="2660359"/>
            <a:chExt cx="306171" cy="306910"/>
          </a:xfrm>
        </p:grpSpPr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A74DD834-641E-6045-9AE2-FF7F92833CA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87E305AB-C2DA-E244-B25F-22674A656562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6F77DCA-BCC3-8D48-B2E5-9C1DDBC66FC2}"/>
              </a:ext>
            </a:extLst>
          </p:cNvPr>
          <p:cNvGrpSpPr/>
          <p:nvPr/>
        </p:nvGrpSpPr>
        <p:grpSpPr>
          <a:xfrm>
            <a:off x="1553666" y="1543055"/>
            <a:ext cx="126337" cy="134219"/>
            <a:chOff x="7812684" y="2660359"/>
            <a:chExt cx="306171" cy="306910"/>
          </a:xfrm>
        </p:grpSpPr>
        <p:sp>
          <p:nvSpPr>
            <p:cNvPr id="115" name="Freeform 94">
              <a:extLst>
                <a:ext uri="{FF2B5EF4-FFF2-40B4-BE49-F238E27FC236}">
                  <a16:creationId xmlns:a16="http://schemas.microsoft.com/office/drawing/2014/main" id="{7E941B66-AA80-C14A-823E-6614E3216ACA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Freeform 95">
              <a:extLst>
                <a:ext uri="{FF2B5EF4-FFF2-40B4-BE49-F238E27FC236}">
                  <a16:creationId xmlns:a16="http://schemas.microsoft.com/office/drawing/2014/main" id="{1990B5D9-5AE7-F849-8C36-DF06B3BF42B0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695F9BA-1401-154A-9ADE-7EC0942EC071}"/>
              </a:ext>
            </a:extLst>
          </p:cNvPr>
          <p:cNvSpPr/>
          <p:nvPr/>
        </p:nvSpPr>
        <p:spPr>
          <a:xfrm>
            <a:off x="1801681" y="1064125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200 Mn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ABCC931-F336-9741-8148-08CB1B35CC4B}"/>
              </a:ext>
            </a:extLst>
          </p:cNvPr>
          <p:cNvSpPr/>
          <p:nvPr/>
        </p:nvSpPr>
        <p:spPr>
          <a:xfrm>
            <a:off x="1812715" y="1299909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60 Mn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797F5051-709A-0A47-ABE4-9280F0019A0A}"/>
              </a:ext>
            </a:extLst>
          </p:cNvPr>
          <p:cNvSpPr/>
          <p:nvPr/>
        </p:nvSpPr>
        <p:spPr>
          <a:xfrm>
            <a:off x="1811816" y="1544654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1 Mn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6F90A2F-E37C-0C49-B028-C593C96ADB62}"/>
              </a:ext>
            </a:extLst>
          </p:cNvPr>
          <p:cNvSpPr/>
          <p:nvPr/>
        </p:nvSpPr>
        <p:spPr>
          <a:xfrm>
            <a:off x="119887" y="825758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T1-T2 resident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3698783-9B68-4A49-AF53-49D7119150FB}"/>
              </a:ext>
            </a:extLst>
          </p:cNvPr>
          <p:cNvGrpSpPr/>
          <p:nvPr/>
        </p:nvGrpSpPr>
        <p:grpSpPr>
          <a:xfrm>
            <a:off x="1557731" y="837141"/>
            <a:ext cx="126337" cy="134219"/>
            <a:chOff x="7812684" y="2660359"/>
            <a:chExt cx="306171" cy="306910"/>
          </a:xfrm>
        </p:grpSpPr>
        <p:sp>
          <p:nvSpPr>
            <p:cNvPr id="122" name="Freeform 94">
              <a:extLst>
                <a:ext uri="{FF2B5EF4-FFF2-40B4-BE49-F238E27FC236}">
                  <a16:creationId xmlns:a16="http://schemas.microsoft.com/office/drawing/2014/main" id="{D5AC3FF3-30F4-7E44-8435-FA1B81B0144D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Freeform 95">
              <a:extLst>
                <a:ext uri="{FF2B5EF4-FFF2-40B4-BE49-F238E27FC236}">
                  <a16:creationId xmlns:a16="http://schemas.microsoft.com/office/drawing/2014/main" id="{417A4A21-C3E1-894F-AFBD-46D0164D122E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9C29CE80-8E78-714E-9768-A0E111C49504}"/>
              </a:ext>
            </a:extLst>
          </p:cNvPr>
          <p:cNvSpPr/>
          <p:nvPr/>
        </p:nvSpPr>
        <p:spPr>
          <a:xfrm>
            <a:off x="1805745" y="828224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350 Mn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6C602743-4082-7840-BB4F-E8E7EAB4EAC1}"/>
              </a:ext>
            </a:extLst>
          </p:cNvPr>
          <p:cNvSpPr/>
          <p:nvPr/>
        </p:nvSpPr>
        <p:spPr>
          <a:xfrm>
            <a:off x="2620311" y="825518"/>
            <a:ext cx="942333" cy="8587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Mn buddies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2030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BA832A5-C7E7-0D4D-AEC6-CFC9EF998C9C}"/>
              </a:ext>
            </a:extLst>
          </p:cNvPr>
          <p:cNvGrpSpPr/>
          <p:nvPr/>
        </p:nvGrpSpPr>
        <p:grpSpPr>
          <a:xfrm>
            <a:off x="2550271" y="1200879"/>
            <a:ext cx="126337" cy="134219"/>
            <a:chOff x="7812684" y="2660359"/>
            <a:chExt cx="306171" cy="306910"/>
          </a:xfrm>
        </p:grpSpPr>
        <p:sp>
          <p:nvSpPr>
            <p:cNvPr id="127" name="Freeform 94">
              <a:extLst>
                <a:ext uri="{FF2B5EF4-FFF2-40B4-BE49-F238E27FC236}">
                  <a16:creationId xmlns:a16="http://schemas.microsoft.com/office/drawing/2014/main" id="{4F54942F-00EC-FF40-8846-75C6A04A06CB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Freeform 95">
              <a:extLst>
                <a:ext uri="{FF2B5EF4-FFF2-40B4-BE49-F238E27FC236}">
                  <a16:creationId xmlns:a16="http://schemas.microsoft.com/office/drawing/2014/main" id="{AD5A89DB-6C5B-3044-8B44-B2F3AEC4B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9" name="Pentagon 128">
            <a:extLst>
              <a:ext uri="{FF2B5EF4-FFF2-40B4-BE49-F238E27FC236}">
                <a16:creationId xmlns:a16="http://schemas.microsoft.com/office/drawing/2014/main" id="{4D92F8C9-3DDD-1C4B-81C5-C54F443FF0B7}"/>
              </a:ext>
            </a:extLst>
          </p:cNvPr>
          <p:cNvSpPr/>
          <p:nvPr/>
        </p:nvSpPr>
        <p:spPr>
          <a:xfrm>
            <a:off x="75527" y="2161342"/>
            <a:ext cx="1185715" cy="188496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Acquire</a:t>
            </a:r>
          </a:p>
        </p:txBody>
      </p:sp>
      <p:sp>
        <p:nvSpPr>
          <p:cNvPr id="130" name="Chevron 129">
            <a:extLst>
              <a:ext uri="{FF2B5EF4-FFF2-40B4-BE49-F238E27FC236}">
                <a16:creationId xmlns:a16="http://schemas.microsoft.com/office/drawing/2014/main" id="{65559EF5-9919-6E41-A053-84CE9AF3A298}"/>
              </a:ext>
            </a:extLst>
          </p:cNvPr>
          <p:cNvSpPr/>
          <p:nvPr/>
        </p:nvSpPr>
        <p:spPr>
          <a:xfrm>
            <a:off x="1225548" y="2171109"/>
            <a:ext cx="1185715" cy="188496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Engage</a:t>
            </a:r>
          </a:p>
        </p:txBody>
      </p:sp>
      <p:sp>
        <p:nvSpPr>
          <p:cNvPr id="131" name="Chevron 130">
            <a:extLst>
              <a:ext uri="{FF2B5EF4-FFF2-40B4-BE49-F238E27FC236}">
                <a16:creationId xmlns:a16="http://schemas.microsoft.com/office/drawing/2014/main" id="{C2E0AF24-169E-8D40-BB76-A3B088D352F6}"/>
              </a:ext>
            </a:extLst>
          </p:cNvPr>
          <p:cNvSpPr/>
          <p:nvPr/>
        </p:nvSpPr>
        <p:spPr>
          <a:xfrm>
            <a:off x="2389341" y="2171109"/>
            <a:ext cx="1179738" cy="188496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Retain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9C5B9A96-2834-0444-8A68-C71FD6FF6777}"/>
              </a:ext>
            </a:extLst>
          </p:cNvPr>
          <p:cNvSpPr/>
          <p:nvPr/>
        </p:nvSpPr>
        <p:spPr>
          <a:xfrm>
            <a:off x="75527" y="2423150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In-App trigger, SM marketing, </a:t>
            </a:r>
          </a:p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personalization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C5767A3F-CC06-6E44-8870-0DD1DE9FCD99}"/>
              </a:ext>
            </a:extLst>
          </p:cNvPr>
          <p:cNvSpPr/>
          <p:nvPr/>
        </p:nvSpPr>
        <p:spPr>
          <a:xfrm>
            <a:off x="1272169" y="2423149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E-comm, direct &amp; social media messaging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86C553BF-4A15-8B47-8FB2-B60A3AFDA0A9}"/>
              </a:ext>
            </a:extLst>
          </p:cNvPr>
          <p:cNvSpPr/>
          <p:nvPr/>
        </p:nvSpPr>
        <p:spPr>
          <a:xfrm>
            <a:off x="2467919" y="2423149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Rewards via </a:t>
            </a:r>
            <a:r>
              <a:rPr lang="en-US" sz="110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tie into other SM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1464D2A-7AD9-6B47-9375-274E7D3B7C30}"/>
              </a:ext>
            </a:extLst>
          </p:cNvPr>
          <p:cNvGrpSpPr/>
          <p:nvPr/>
        </p:nvGrpSpPr>
        <p:grpSpPr>
          <a:xfrm>
            <a:off x="107191" y="3498896"/>
            <a:ext cx="1122390" cy="857801"/>
            <a:chOff x="2287967" y="1540213"/>
            <a:chExt cx="3756041" cy="2734032"/>
          </a:xfrm>
        </p:grpSpPr>
        <p:sp>
          <p:nvSpPr>
            <p:cNvPr id="139" name="Freeform 6">
              <a:extLst>
                <a:ext uri="{FF2B5EF4-FFF2-40B4-BE49-F238E27FC236}">
                  <a16:creationId xmlns:a16="http://schemas.microsoft.com/office/drawing/2014/main" id="{9AFC86ED-12AF-CE42-BB41-1426D29C5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765" y="1540213"/>
              <a:ext cx="1164444" cy="847195"/>
            </a:xfrm>
            <a:custGeom>
              <a:avLst/>
              <a:gdLst>
                <a:gd name="T0" fmla="*/ 492 w 984"/>
                <a:gd name="T1" fmla="*/ 0 h 854"/>
                <a:gd name="T2" fmla="*/ 0 w 984"/>
                <a:gd name="T3" fmla="*/ 854 h 854"/>
                <a:gd name="T4" fmla="*/ 984 w 984"/>
                <a:gd name="T5" fmla="*/ 854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4" h="854">
                  <a:moveTo>
                    <a:pt x="492" y="0"/>
                  </a:moveTo>
                  <a:lnTo>
                    <a:pt x="0" y="854"/>
                  </a:lnTo>
                  <a:lnTo>
                    <a:pt x="984" y="85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6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Freeform 7">
              <a:extLst>
                <a:ext uri="{FF2B5EF4-FFF2-40B4-BE49-F238E27FC236}">
                  <a16:creationId xmlns:a16="http://schemas.microsoft.com/office/drawing/2014/main" id="{1492BF4D-B6E0-DD47-938D-CEC240A0B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459" y="2481644"/>
              <a:ext cx="2460242" cy="854139"/>
            </a:xfrm>
            <a:custGeom>
              <a:avLst/>
              <a:gdLst>
                <a:gd name="T0" fmla="*/ 0 w 2079"/>
                <a:gd name="T1" fmla="*/ 861 h 861"/>
                <a:gd name="T2" fmla="*/ 2079 w 2079"/>
                <a:gd name="T3" fmla="*/ 861 h 861"/>
                <a:gd name="T4" fmla="*/ 1587 w 2079"/>
                <a:gd name="T5" fmla="*/ 0 h 861"/>
                <a:gd name="T6" fmla="*/ 492 w 2079"/>
                <a:gd name="T7" fmla="*/ 0 h 861"/>
                <a:gd name="T8" fmla="*/ 0 w 2079"/>
                <a:gd name="T9" fmla="*/ 861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9" h="861">
                  <a:moveTo>
                    <a:pt x="0" y="861"/>
                  </a:moveTo>
                  <a:lnTo>
                    <a:pt x="2079" y="861"/>
                  </a:lnTo>
                  <a:lnTo>
                    <a:pt x="1587" y="0"/>
                  </a:lnTo>
                  <a:lnTo>
                    <a:pt x="492" y="0"/>
                  </a:lnTo>
                  <a:lnTo>
                    <a:pt x="0" y="86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9DD226AE-AAC9-874B-957B-58CF6C4C8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967" y="3429034"/>
              <a:ext cx="3756041" cy="845211"/>
            </a:xfrm>
            <a:custGeom>
              <a:avLst/>
              <a:gdLst>
                <a:gd name="T0" fmla="*/ 246 w 3174"/>
                <a:gd name="T1" fmla="*/ 426 h 852"/>
                <a:gd name="T2" fmla="*/ 0 w 3174"/>
                <a:gd name="T3" fmla="*/ 852 h 852"/>
                <a:gd name="T4" fmla="*/ 3174 w 3174"/>
                <a:gd name="T5" fmla="*/ 852 h 852"/>
                <a:gd name="T6" fmla="*/ 2928 w 3174"/>
                <a:gd name="T7" fmla="*/ 426 h 852"/>
                <a:gd name="T8" fmla="*/ 2682 w 3174"/>
                <a:gd name="T9" fmla="*/ 0 h 852"/>
                <a:gd name="T10" fmla="*/ 492 w 3174"/>
                <a:gd name="T11" fmla="*/ 0 h 852"/>
                <a:gd name="T12" fmla="*/ 246 w 3174"/>
                <a:gd name="T13" fmla="*/ 426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74" h="852">
                  <a:moveTo>
                    <a:pt x="246" y="426"/>
                  </a:moveTo>
                  <a:lnTo>
                    <a:pt x="0" y="852"/>
                  </a:lnTo>
                  <a:lnTo>
                    <a:pt x="3174" y="852"/>
                  </a:lnTo>
                  <a:lnTo>
                    <a:pt x="2928" y="426"/>
                  </a:lnTo>
                  <a:lnTo>
                    <a:pt x="2682" y="0"/>
                  </a:lnTo>
                  <a:lnTo>
                    <a:pt x="492" y="0"/>
                  </a:lnTo>
                  <a:lnTo>
                    <a:pt x="246" y="42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44" name="Graphic 143" descr="Coins">
            <a:extLst>
              <a:ext uri="{FF2B5EF4-FFF2-40B4-BE49-F238E27FC236}">
                <a16:creationId xmlns:a16="http://schemas.microsoft.com/office/drawing/2014/main" id="{8D49B0BD-9EA8-9849-B9AD-F1FE522EF9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571" y="4082518"/>
            <a:ext cx="279921" cy="279921"/>
          </a:xfrm>
          <a:prstGeom prst="rect">
            <a:avLst/>
          </a:prstGeom>
        </p:spPr>
      </p:pic>
      <p:pic>
        <p:nvPicPr>
          <p:cNvPr id="146" name="Graphic 145" descr="Children">
            <a:extLst>
              <a:ext uri="{FF2B5EF4-FFF2-40B4-BE49-F238E27FC236}">
                <a16:creationId xmlns:a16="http://schemas.microsoft.com/office/drawing/2014/main" id="{11BE6DF5-82B4-EE48-B3E1-64163EA5F7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4059" y="3805690"/>
            <a:ext cx="259715" cy="259715"/>
          </a:xfrm>
          <a:prstGeom prst="rect">
            <a:avLst/>
          </a:prstGeom>
        </p:spPr>
      </p:pic>
      <p:pic>
        <p:nvPicPr>
          <p:cNvPr id="148" name="Graphic 147" descr="Sustainability">
            <a:extLst>
              <a:ext uri="{FF2B5EF4-FFF2-40B4-BE49-F238E27FC236}">
                <a16:creationId xmlns:a16="http://schemas.microsoft.com/office/drawing/2014/main" id="{0C6BD2F4-24D3-8142-B0A6-1F1E19B592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624" y="3569087"/>
            <a:ext cx="184869" cy="184869"/>
          </a:xfrm>
          <a:prstGeom prst="rect">
            <a:avLst/>
          </a:prstGeom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A567D2D-38DF-314F-A3D5-93F03CB4B05E}"/>
              </a:ext>
            </a:extLst>
          </p:cNvPr>
          <p:cNvCxnSpPr>
            <a:cxnSpLocks/>
          </p:cNvCxnSpPr>
          <p:nvPr/>
        </p:nvCxnSpPr>
        <p:spPr>
          <a:xfrm flipH="1">
            <a:off x="793774" y="3644955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27EA17A1-F985-5D4C-8CC0-BDBEDEBA1F1B}"/>
              </a:ext>
            </a:extLst>
          </p:cNvPr>
          <p:cNvCxnSpPr>
            <a:cxnSpLocks/>
          </p:cNvCxnSpPr>
          <p:nvPr/>
        </p:nvCxnSpPr>
        <p:spPr>
          <a:xfrm flipH="1">
            <a:off x="950604" y="3927795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6240CD0-A1C6-2B46-B37B-5D911A36B46E}"/>
              </a:ext>
            </a:extLst>
          </p:cNvPr>
          <p:cNvCxnSpPr>
            <a:cxnSpLocks/>
          </p:cNvCxnSpPr>
          <p:nvPr/>
        </p:nvCxnSpPr>
        <p:spPr>
          <a:xfrm flipH="1">
            <a:off x="1116850" y="4210964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93E097C-060F-C346-8A11-D5AF8A1BBFB5}"/>
              </a:ext>
            </a:extLst>
          </p:cNvPr>
          <p:cNvSpPr txBox="1"/>
          <p:nvPr/>
        </p:nvSpPr>
        <p:spPr>
          <a:xfrm>
            <a:off x="1178878" y="3505066"/>
            <a:ext cx="2094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Environmental: ESG Champion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A50F0C8-D5A1-4549-BB34-1616322F84EE}"/>
              </a:ext>
            </a:extLst>
          </p:cNvPr>
          <p:cNvSpPr txBox="1"/>
          <p:nvPr/>
        </p:nvSpPr>
        <p:spPr>
          <a:xfrm>
            <a:off x="1257347" y="3786477"/>
            <a:ext cx="2173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Social: Validation from peer-set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74F7FEB-B66F-5B41-9789-667288D1DCEE}"/>
              </a:ext>
            </a:extLst>
          </p:cNvPr>
          <p:cNvSpPr txBox="1"/>
          <p:nvPr/>
        </p:nvSpPr>
        <p:spPr>
          <a:xfrm>
            <a:off x="1400001" y="4069563"/>
            <a:ext cx="2094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Economic: Additional revenue stream</a:t>
            </a:r>
          </a:p>
        </p:txBody>
      </p:sp>
      <p:sp>
        <p:nvSpPr>
          <p:cNvPr id="167" name="label">
            <a:extLst>
              <a:ext uri="{FF2B5EF4-FFF2-40B4-BE49-F238E27FC236}">
                <a16:creationId xmlns:a16="http://schemas.microsoft.com/office/drawing/2014/main" id="{02B625D1-658A-3B49-AB9C-0E49148E1B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46307" y="3680568"/>
            <a:ext cx="1025636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B2ECE89-BDBE-8F42-8526-893B3BC2EFF6}"/>
              </a:ext>
            </a:extLst>
          </p:cNvPr>
          <p:cNvGrpSpPr/>
          <p:nvPr/>
        </p:nvGrpSpPr>
        <p:grpSpPr>
          <a:xfrm rot="5400000">
            <a:off x="6206418" y="4307088"/>
            <a:ext cx="126337" cy="134219"/>
            <a:chOff x="7812684" y="2660359"/>
            <a:chExt cx="306171" cy="306910"/>
          </a:xfrm>
        </p:grpSpPr>
        <p:sp>
          <p:nvSpPr>
            <p:cNvPr id="196" name="Freeform 94">
              <a:extLst>
                <a:ext uri="{FF2B5EF4-FFF2-40B4-BE49-F238E27FC236}">
                  <a16:creationId xmlns:a16="http://schemas.microsoft.com/office/drawing/2014/main" id="{74BCCD8B-6957-9F4A-BABE-FD0FEC427A9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7" name="Freeform 95">
              <a:extLst>
                <a:ext uri="{FF2B5EF4-FFF2-40B4-BE49-F238E27FC236}">
                  <a16:creationId xmlns:a16="http://schemas.microsoft.com/office/drawing/2014/main" id="{08494416-22C5-354E-A7B0-3159A3976761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119E6C7F-488E-B14E-86DB-DE41721FF93C}"/>
              </a:ext>
            </a:extLst>
          </p:cNvPr>
          <p:cNvSpPr txBox="1"/>
          <p:nvPr/>
        </p:nvSpPr>
        <p:spPr>
          <a:xfrm>
            <a:off x="4387911" y="4754314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Accessibility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6688BF5-2D71-A94B-B671-83F64F97EDC9}"/>
              </a:ext>
            </a:extLst>
          </p:cNvPr>
          <p:cNvSpPr txBox="1"/>
          <p:nvPr/>
        </p:nvSpPr>
        <p:spPr>
          <a:xfrm>
            <a:off x="5821699" y="4758863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Transparency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1BA6569-D206-D145-8525-D81D013855E5}"/>
              </a:ext>
            </a:extLst>
          </p:cNvPr>
          <p:cNvSpPr txBox="1"/>
          <p:nvPr/>
        </p:nvSpPr>
        <p:spPr>
          <a:xfrm>
            <a:off x="7340619" y="4770078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267232C-1638-AD4D-A941-52308D369ED5}"/>
              </a:ext>
            </a:extLst>
          </p:cNvPr>
          <p:cNvSpPr txBox="1"/>
          <p:nvPr/>
        </p:nvSpPr>
        <p:spPr>
          <a:xfrm>
            <a:off x="3835235" y="5072043"/>
            <a:ext cx="1724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Aggregation of multiple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players through an intuitive UI format 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09B7A2C-630E-C14D-9FDA-19C184CB0463}"/>
              </a:ext>
            </a:extLst>
          </p:cNvPr>
          <p:cNvSpPr txBox="1"/>
          <p:nvPr/>
        </p:nvSpPr>
        <p:spPr>
          <a:xfrm>
            <a:off x="5575813" y="4988790"/>
            <a:ext cx="15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Providing maximum visibility &amp; ownership of delivery channels to the consumer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6E54B56-C244-234B-A312-CE5D841A7BDB}"/>
              </a:ext>
            </a:extLst>
          </p:cNvPr>
          <p:cNvSpPr txBox="1"/>
          <p:nvPr/>
        </p:nvSpPr>
        <p:spPr>
          <a:xfrm>
            <a:off x="7141990" y="5041755"/>
            <a:ext cx="158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Introducing trust as the core driver for ecosystem scalability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7F2F44-B339-6C44-A322-CE92F573501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900" b="89968" l="10000" r="90000">
                        <a14:foregroundMark x1="26581" y1="33414" x2="31613" y2="26861"/>
                        <a14:foregroundMark x1="31613" y1="26861" x2="41484" y2="22735"/>
                        <a14:foregroundMark x1="41484" y1="22735" x2="52774" y2="24029"/>
                        <a14:foregroundMark x1="52774" y1="24029" x2="62645" y2="31068"/>
                        <a14:foregroundMark x1="62645" y1="31068" x2="67548" y2="41100"/>
                        <a14:foregroundMark x1="67548" y1="41100" x2="68645" y2="53155"/>
                        <a14:foregroundMark x1="68645" y1="53155" x2="65097" y2="63916"/>
                        <a14:foregroundMark x1="65097" y1="63916" x2="60774" y2="70793"/>
                        <a14:foregroundMark x1="60774" y1="70793" x2="51871" y2="78317"/>
                        <a14:foregroundMark x1="51871" y1="78317" x2="38129" y2="81796"/>
                        <a14:foregroundMark x1="38129" y1="81796" x2="32194" y2="80178"/>
                        <a14:foregroundMark x1="32194" y1="80178" x2="30839" y2="66748"/>
                        <a14:foregroundMark x1="30839" y1="66748" x2="35161" y2="34061"/>
                        <a14:foregroundMark x1="35161" y1="34061" x2="27161" y2="32201"/>
                        <a14:foregroundMark x1="27161" y1="32201" x2="28323" y2="39401"/>
                        <a14:foregroundMark x1="28323" y1="39401" x2="53548" y2="50809"/>
                        <a14:foregroundMark x1="53548" y1="50809" x2="59742" y2="48544"/>
                        <a14:foregroundMark x1="59742" y1="48544" x2="64129" y2="42233"/>
                        <a14:foregroundMark x1="64129" y1="42233" x2="71548" y2="47896"/>
                        <a14:foregroundMark x1="71548" y1="47896" x2="69548" y2="58981"/>
                        <a14:foregroundMark x1="40774" y1="14159" x2="54710" y2="67718"/>
                        <a14:foregroundMark x1="54710" y1="67718" x2="67161" y2="85275"/>
                        <a14:foregroundMark x1="62000" y1="19903" x2="39290" y2="79288"/>
                        <a14:foregroundMark x1="39290" y1="79288" x2="39484" y2="79207"/>
                        <a14:foregroundMark x1="28839" y1="53479" x2="81806" y2="57201"/>
                        <a14:foregroundMark x1="21871" y1="44175" x2="27226" y2="63835"/>
                        <a14:foregroundMark x1="79290" y1="45146" x2="73419" y2="81230"/>
                        <a14:foregroundMark x1="53419" y1="8900" x2="57548" y2="9466"/>
                        <a14:foregroundMark x1="56452" y1="40939" x2="56452" y2="63592"/>
                        <a14:foregroundMark x1="33548" y1="76537" x2="37032" y2="74110"/>
                        <a14:foregroundMark x1="30774" y1="42961" x2="24323" y2="42718"/>
                        <a14:foregroundMark x1="23161" y1="38916" x2="23161" y2="38916"/>
                        <a14:foregroundMark x1="23355" y1="38754" x2="29226" y2="41748"/>
                        <a14:foregroundMark x1="29226" y1="41748" x2="33806" y2="41990"/>
                        <a14:foregroundMark x1="66645" y1="43932" x2="69871" y2="419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9963" y="1979854"/>
            <a:ext cx="2029952" cy="1618723"/>
          </a:xfrm>
          <a:prstGeom prst="rect">
            <a:avLst/>
          </a:prstGeom>
        </p:spPr>
      </p:pic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7D5A8E8D-5EDB-5C43-AED0-79EB0FA74FF5}"/>
              </a:ext>
            </a:extLst>
          </p:cNvPr>
          <p:cNvSpPr/>
          <p:nvPr/>
        </p:nvSpPr>
        <p:spPr>
          <a:xfrm>
            <a:off x="9110176" y="4408692"/>
            <a:ext cx="2927099" cy="442434"/>
          </a:xfrm>
          <a:prstGeom prst="roundRect">
            <a:avLst/>
          </a:prstGeom>
          <a:solidFill>
            <a:srgbClr val="084AE7">
              <a:alpha val="63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Animated Purpose: Aggregation of </a:t>
            </a:r>
            <a:r>
              <a:rPr lang="en-IN" sz="12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players in a novel P2P ecosystem</a:t>
            </a:r>
            <a:endParaRPr lang="en-US" sz="11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1017FCA-A92C-F243-B7EB-3A2ADE9A42BA}"/>
              </a:ext>
            </a:extLst>
          </p:cNvPr>
          <p:cNvSpPr/>
          <p:nvPr/>
        </p:nvSpPr>
        <p:spPr>
          <a:xfrm>
            <a:off x="9089055" y="4950527"/>
            <a:ext cx="2927099" cy="441007"/>
          </a:xfrm>
          <a:prstGeom prst="roundRect">
            <a:avLst/>
          </a:prstGeom>
          <a:solidFill>
            <a:srgbClr val="05B471">
              <a:alpha val="54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Planetary Considerations: Significant carbon emission, traffic  reduction with P2P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1088B-5D1E-BC4D-ABAF-1A0E1FF5695A}"/>
              </a:ext>
            </a:extLst>
          </p:cNvPr>
          <p:cNvSpPr/>
          <p:nvPr/>
        </p:nvSpPr>
        <p:spPr>
          <a:xfrm>
            <a:off x="10481367" y="2166348"/>
            <a:ext cx="17840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DNA  assessment shows that the P2P ecosystem furthers a sustainable supply chain effort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Text Placeholder 1">
            <a:extLst>
              <a:ext uri="{FF2B5EF4-FFF2-40B4-BE49-F238E27FC236}">
                <a16:creationId xmlns:a16="http://schemas.microsoft.com/office/drawing/2014/main" id="{1294205C-9370-544A-899D-6E26C84B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378" y="102548"/>
            <a:ext cx="11170591" cy="442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Redefining last-mile delivery with a P2P social ecosystem approach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8C01EDD-FD48-204E-B4FD-B8FF17C5FD75}"/>
              </a:ext>
            </a:extLst>
          </p:cNvPr>
          <p:cNvSpPr/>
          <p:nvPr/>
        </p:nvSpPr>
        <p:spPr>
          <a:xfrm>
            <a:off x="8921318" y="618065"/>
            <a:ext cx="3210267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470054E-B5F0-EC47-9E24-5449FBE72B72}"/>
              </a:ext>
            </a:extLst>
          </p:cNvPr>
          <p:cNvSpPr txBox="1"/>
          <p:nvPr/>
        </p:nvSpPr>
        <p:spPr>
          <a:xfrm>
            <a:off x="9157349" y="529830"/>
            <a:ext cx="2879925" cy="2666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we onboard &amp; track our buddies?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FF0EFA-EFB5-8B49-B957-610B37E6FD91}"/>
              </a:ext>
            </a:extLst>
          </p:cNvPr>
          <p:cNvGrpSpPr/>
          <p:nvPr/>
        </p:nvGrpSpPr>
        <p:grpSpPr>
          <a:xfrm>
            <a:off x="9019980" y="748786"/>
            <a:ext cx="1388952" cy="1101882"/>
            <a:chOff x="629999" y="2466974"/>
            <a:chExt cx="4416552" cy="3474544"/>
          </a:xfrm>
        </p:grpSpPr>
        <p:sp>
          <p:nvSpPr>
            <p:cNvPr id="145" name="Freeform 13">
              <a:extLst>
                <a:ext uri="{FF2B5EF4-FFF2-40B4-BE49-F238E27FC236}">
                  <a16:creationId xmlns:a16="http://schemas.microsoft.com/office/drawing/2014/main" id="{6F0A6D5B-A398-2840-85CF-2C2AE15DE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330" y="4857499"/>
              <a:ext cx="1969224" cy="1084019"/>
            </a:xfrm>
            <a:custGeom>
              <a:avLst/>
              <a:gdLst>
                <a:gd name="T0" fmla="*/ 883 w 1738"/>
                <a:gd name="T1" fmla="*/ 956 h 956"/>
                <a:gd name="T2" fmla="*/ 0 w 1738"/>
                <a:gd name="T3" fmla="*/ 669 h 956"/>
                <a:gd name="T4" fmla="*/ 46 w 1738"/>
                <a:gd name="T5" fmla="*/ 166 h 956"/>
                <a:gd name="T6" fmla="*/ 483 w 1738"/>
                <a:gd name="T7" fmla="*/ 0 h 956"/>
                <a:gd name="T8" fmla="*/ 660 w 1738"/>
                <a:gd name="T9" fmla="*/ 91 h 956"/>
                <a:gd name="T10" fmla="*/ 883 w 1738"/>
                <a:gd name="T11" fmla="*/ 126 h 956"/>
                <a:gd name="T12" fmla="*/ 1106 w 1738"/>
                <a:gd name="T13" fmla="*/ 91 h 956"/>
                <a:gd name="T14" fmla="*/ 1248 w 1738"/>
                <a:gd name="T15" fmla="*/ 24 h 956"/>
                <a:gd name="T16" fmla="*/ 1263 w 1738"/>
                <a:gd name="T17" fmla="*/ 468 h 956"/>
                <a:gd name="T18" fmla="*/ 1738 w 1738"/>
                <a:gd name="T19" fmla="*/ 690 h 956"/>
                <a:gd name="T20" fmla="*/ 883 w 1738"/>
                <a:gd name="T21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956">
                  <a:moveTo>
                    <a:pt x="883" y="956"/>
                  </a:moveTo>
                  <a:cubicBezTo>
                    <a:pt x="567" y="956"/>
                    <a:pt x="263" y="857"/>
                    <a:pt x="0" y="669"/>
                  </a:cubicBezTo>
                  <a:cubicBezTo>
                    <a:pt x="46" y="166"/>
                    <a:pt x="46" y="166"/>
                    <a:pt x="46" y="166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539" y="39"/>
                    <a:pt x="600" y="70"/>
                    <a:pt x="660" y="91"/>
                  </a:cubicBezTo>
                  <a:cubicBezTo>
                    <a:pt x="731" y="114"/>
                    <a:pt x="806" y="126"/>
                    <a:pt x="883" y="126"/>
                  </a:cubicBezTo>
                  <a:cubicBezTo>
                    <a:pt x="961" y="126"/>
                    <a:pt x="1036" y="114"/>
                    <a:pt x="1106" y="91"/>
                  </a:cubicBezTo>
                  <a:cubicBezTo>
                    <a:pt x="1154" y="75"/>
                    <a:pt x="1201" y="53"/>
                    <a:pt x="1248" y="24"/>
                  </a:cubicBezTo>
                  <a:cubicBezTo>
                    <a:pt x="1263" y="468"/>
                    <a:pt x="1263" y="468"/>
                    <a:pt x="1263" y="468"/>
                  </a:cubicBezTo>
                  <a:cubicBezTo>
                    <a:pt x="1738" y="690"/>
                    <a:pt x="1738" y="690"/>
                    <a:pt x="1738" y="690"/>
                  </a:cubicBezTo>
                  <a:cubicBezTo>
                    <a:pt x="1480" y="864"/>
                    <a:pt x="1186" y="956"/>
                    <a:pt x="883" y="956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Freeform 14">
              <a:extLst>
                <a:ext uri="{FF2B5EF4-FFF2-40B4-BE49-F238E27FC236}">
                  <a16:creationId xmlns:a16="http://schemas.microsoft.com/office/drawing/2014/main" id="{35CBE31F-1816-C64A-9F62-5C5A8809E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450" y="3721407"/>
              <a:ext cx="1278101" cy="1869815"/>
            </a:xfrm>
            <a:custGeom>
              <a:avLst/>
              <a:gdLst>
                <a:gd name="T0" fmla="*/ 14 w 1128"/>
                <a:gd name="T1" fmla="*/ 1430 h 1651"/>
                <a:gd name="T2" fmla="*/ 0 w 1128"/>
                <a:gd name="T3" fmla="*/ 983 h 1651"/>
                <a:gd name="T4" fmla="*/ 197 w 1128"/>
                <a:gd name="T5" fmla="*/ 750 h 1651"/>
                <a:gd name="T6" fmla="*/ 274 w 1128"/>
                <a:gd name="T7" fmla="*/ 425 h 1651"/>
                <a:gd name="T8" fmla="*/ 265 w 1128"/>
                <a:gd name="T9" fmla="*/ 312 h 1651"/>
                <a:gd name="T10" fmla="*/ 255 w 1128"/>
                <a:gd name="T11" fmla="*/ 260 h 1651"/>
                <a:gd name="T12" fmla="*/ 673 w 1128"/>
                <a:gd name="T13" fmla="*/ 362 h 1651"/>
                <a:gd name="T14" fmla="*/ 1041 w 1128"/>
                <a:gd name="T15" fmla="*/ 0 h 1651"/>
                <a:gd name="T16" fmla="*/ 1029 w 1128"/>
                <a:gd name="T17" fmla="*/ 896 h 1651"/>
                <a:gd name="T18" fmla="*/ 485 w 1128"/>
                <a:gd name="T19" fmla="*/ 1651 h 1651"/>
                <a:gd name="T20" fmla="*/ 14 w 1128"/>
                <a:gd name="T21" fmla="*/ 1430 h 1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8" h="1651">
                  <a:moveTo>
                    <a:pt x="14" y="1430"/>
                  </a:moveTo>
                  <a:cubicBezTo>
                    <a:pt x="0" y="983"/>
                    <a:pt x="0" y="983"/>
                    <a:pt x="0" y="983"/>
                  </a:cubicBezTo>
                  <a:cubicBezTo>
                    <a:pt x="80" y="921"/>
                    <a:pt x="148" y="841"/>
                    <a:pt x="197" y="750"/>
                  </a:cubicBezTo>
                  <a:cubicBezTo>
                    <a:pt x="247" y="650"/>
                    <a:pt x="274" y="538"/>
                    <a:pt x="274" y="425"/>
                  </a:cubicBezTo>
                  <a:cubicBezTo>
                    <a:pt x="274" y="383"/>
                    <a:pt x="271" y="346"/>
                    <a:pt x="265" y="312"/>
                  </a:cubicBezTo>
                  <a:cubicBezTo>
                    <a:pt x="262" y="295"/>
                    <a:pt x="259" y="278"/>
                    <a:pt x="255" y="260"/>
                  </a:cubicBezTo>
                  <a:cubicBezTo>
                    <a:pt x="673" y="362"/>
                    <a:pt x="673" y="362"/>
                    <a:pt x="673" y="362"/>
                  </a:cubicBezTo>
                  <a:cubicBezTo>
                    <a:pt x="1041" y="0"/>
                    <a:pt x="1041" y="0"/>
                    <a:pt x="1041" y="0"/>
                  </a:cubicBezTo>
                  <a:cubicBezTo>
                    <a:pt x="1128" y="299"/>
                    <a:pt x="1124" y="608"/>
                    <a:pt x="1029" y="896"/>
                  </a:cubicBezTo>
                  <a:cubicBezTo>
                    <a:pt x="933" y="1196"/>
                    <a:pt x="745" y="1456"/>
                    <a:pt x="485" y="1651"/>
                  </a:cubicBezTo>
                  <a:lnTo>
                    <a:pt x="14" y="143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6" name="Freeform 15">
              <a:extLst>
                <a:ext uri="{FF2B5EF4-FFF2-40B4-BE49-F238E27FC236}">
                  <a16:creationId xmlns:a16="http://schemas.microsoft.com/office/drawing/2014/main" id="{0CF70E31-EBFE-264F-BEDC-C3B1E4A5E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415" y="2466974"/>
              <a:ext cx="1581059" cy="1585794"/>
            </a:xfrm>
            <a:custGeom>
              <a:avLst/>
              <a:gdLst>
                <a:gd name="T0" fmla="*/ 608 w 1395"/>
                <a:gd name="T1" fmla="*/ 1296 h 1399"/>
                <a:gd name="T2" fmla="*/ 364 w 1395"/>
                <a:gd name="T3" fmla="*/ 966 h 1399"/>
                <a:gd name="T4" fmla="*/ 1 w 1395"/>
                <a:gd name="T5" fmla="*/ 832 h 1399"/>
                <a:gd name="T6" fmla="*/ 223 w 1395"/>
                <a:gd name="T7" fmla="*/ 440 h 1399"/>
                <a:gd name="T8" fmla="*/ 0 w 1395"/>
                <a:gd name="T9" fmla="*/ 0 h 1399"/>
                <a:gd name="T10" fmla="*/ 850 w 1395"/>
                <a:gd name="T11" fmla="*/ 286 h 1399"/>
                <a:gd name="T12" fmla="*/ 1395 w 1395"/>
                <a:gd name="T13" fmla="*/ 1039 h 1399"/>
                <a:gd name="T14" fmla="*/ 1029 w 1395"/>
                <a:gd name="T15" fmla="*/ 1399 h 1399"/>
                <a:gd name="T16" fmla="*/ 608 w 1395"/>
                <a:gd name="T17" fmla="*/ 1296 h 1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1399">
                  <a:moveTo>
                    <a:pt x="608" y="1296"/>
                  </a:moveTo>
                  <a:cubicBezTo>
                    <a:pt x="561" y="1165"/>
                    <a:pt x="477" y="1052"/>
                    <a:pt x="364" y="966"/>
                  </a:cubicBezTo>
                  <a:cubicBezTo>
                    <a:pt x="255" y="888"/>
                    <a:pt x="131" y="842"/>
                    <a:pt x="1" y="832"/>
                  </a:cubicBezTo>
                  <a:cubicBezTo>
                    <a:pt x="223" y="440"/>
                    <a:pt x="223" y="440"/>
                    <a:pt x="223" y="4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2" y="10"/>
                    <a:pt x="605" y="109"/>
                    <a:pt x="850" y="286"/>
                  </a:cubicBezTo>
                  <a:cubicBezTo>
                    <a:pt x="1103" y="471"/>
                    <a:pt x="1291" y="731"/>
                    <a:pt x="1395" y="1039"/>
                  </a:cubicBezTo>
                  <a:cubicBezTo>
                    <a:pt x="1029" y="1399"/>
                    <a:pt x="1029" y="1399"/>
                    <a:pt x="1029" y="1399"/>
                  </a:cubicBezTo>
                  <a:lnTo>
                    <a:pt x="608" y="12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81D3989-2496-9A40-A742-725FD60E7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203" y="3574663"/>
              <a:ext cx="1240232" cy="1988159"/>
            </a:xfrm>
            <a:custGeom>
              <a:avLst/>
              <a:gdLst>
                <a:gd name="T0" fmla="*/ 613 w 1096"/>
                <a:gd name="T1" fmla="*/ 1759 h 1759"/>
                <a:gd name="T2" fmla="*/ 96 w 1096"/>
                <a:gd name="T3" fmla="*/ 1028 h 1759"/>
                <a:gd name="T4" fmla="*/ 97 w 1096"/>
                <a:gd name="T5" fmla="*/ 98 h 1759"/>
                <a:gd name="T6" fmla="*/ 572 w 1096"/>
                <a:gd name="T7" fmla="*/ 0 h 1759"/>
                <a:gd name="T8" fmla="*/ 883 w 1096"/>
                <a:gd name="T9" fmla="*/ 353 h 1759"/>
                <a:gd name="T10" fmla="*/ 862 w 1096"/>
                <a:gd name="T11" fmla="*/ 445 h 1759"/>
                <a:gd name="T12" fmla="*/ 853 w 1096"/>
                <a:gd name="T13" fmla="*/ 556 h 1759"/>
                <a:gd name="T14" fmla="*/ 933 w 1096"/>
                <a:gd name="T15" fmla="*/ 881 h 1759"/>
                <a:gd name="T16" fmla="*/ 1096 w 1096"/>
                <a:gd name="T17" fmla="*/ 1089 h 1759"/>
                <a:gd name="T18" fmla="*/ 658 w 1096"/>
                <a:gd name="T19" fmla="*/ 1255 h 1759"/>
                <a:gd name="T20" fmla="*/ 613 w 1096"/>
                <a:gd name="T21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6" h="1759">
                  <a:moveTo>
                    <a:pt x="613" y="1759"/>
                  </a:moveTo>
                  <a:cubicBezTo>
                    <a:pt x="367" y="1566"/>
                    <a:pt x="189" y="1315"/>
                    <a:pt x="96" y="1028"/>
                  </a:cubicBezTo>
                  <a:cubicBezTo>
                    <a:pt x="0" y="728"/>
                    <a:pt x="0" y="407"/>
                    <a:pt x="97" y="98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883" y="353"/>
                    <a:pt x="883" y="353"/>
                    <a:pt x="883" y="353"/>
                  </a:cubicBezTo>
                  <a:cubicBezTo>
                    <a:pt x="873" y="387"/>
                    <a:pt x="866" y="416"/>
                    <a:pt x="862" y="445"/>
                  </a:cubicBezTo>
                  <a:cubicBezTo>
                    <a:pt x="856" y="474"/>
                    <a:pt x="853" y="513"/>
                    <a:pt x="853" y="556"/>
                  </a:cubicBezTo>
                  <a:cubicBezTo>
                    <a:pt x="853" y="671"/>
                    <a:pt x="881" y="784"/>
                    <a:pt x="933" y="881"/>
                  </a:cubicBezTo>
                  <a:cubicBezTo>
                    <a:pt x="973" y="959"/>
                    <a:pt x="1029" y="1030"/>
                    <a:pt x="1096" y="1089"/>
                  </a:cubicBezTo>
                  <a:cubicBezTo>
                    <a:pt x="658" y="1255"/>
                    <a:pt x="658" y="1255"/>
                    <a:pt x="658" y="1255"/>
                  </a:cubicBezTo>
                  <a:lnTo>
                    <a:pt x="613" y="175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rnd">
              <a:noFill/>
              <a:round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1"/>
                </a:buClr>
              </a:pPr>
              <a:endParaRPr lang="en-US" sz="2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1" name="Freeform 17">
              <a:extLst>
                <a:ext uri="{FF2B5EF4-FFF2-40B4-BE49-F238E27FC236}">
                  <a16:creationId xmlns:a16="http://schemas.microsoft.com/office/drawing/2014/main" id="{52962781-A8DF-374E-BA57-55412DA6F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99" y="2466974"/>
              <a:ext cx="2878096" cy="942009"/>
            </a:xfrm>
            <a:custGeom>
              <a:avLst/>
              <a:gdLst>
                <a:gd name="T0" fmla="*/ 0 w 608"/>
                <a:gd name="T1" fmla="*/ 199 h 199"/>
                <a:gd name="T2" fmla="*/ 0 w 608"/>
                <a:gd name="T3" fmla="*/ 0 h 199"/>
                <a:gd name="T4" fmla="*/ 555 w 608"/>
                <a:gd name="T5" fmla="*/ 0 h 199"/>
                <a:gd name="T6" fmla="*/ 608 w 608"/>
                <a:gd name="T7" fmla="*/ 105 h 199"/>
                <a:gd name="T8" fmla="*/ 555 w 608"/>
                <a:gd name="T9" fmla="*/ 199 h 199"/>
                <a:gd name="T10" fmla="*/ 0 w 608"/>
                <a:gd name="T11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8" h="199">
                  <a:moveTo>
                    <a:pt x="0" y="199"/>
                  </a:moveTo>
                  <a:lnTo>
                    <a:pt x="0" y="0"/>
                  </a:lnTo>
                  <a:lnTo>
                    <a:pt x="555" y="0"/>
                  </a:lnTo>
                  <a:lnTo>
                    <a:pt x="608" y="105"/>
                  </a:lnTo>
                  <a:lnTo>
                    <a:pt x="555" y="199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5" name="label">
            <a:extLst>
              <a:ext uri="{FF2B5EF4-FFF2-40B4-BE49-F238E27FC236}">
                <a16:creationId xmlns:a16="http://schemas.microsoft.com/office/drawing/2014/main" id="{3E729CEB-8EFB-B640-A1BF-6F66C77D90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21318" y="720178"/>
            <a:ext cx="1084654" cy="352953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Interest</a:t>
            </a:r>
          </a:p>
        </p:txBody>
      </p:sp>
      <p:sp>
        <p:nvSpPr>
          <p:cNvPr id="186" name="label">
            <a:extLst>
              <a:ext uri="{FF2B5EF4-FFF2-40B4-BE49-F238E27FC236}">
                <a16:creationId xmlns:a16="http://schemas.microsoft.com/office/drawing/2014/main" id="{BB666AB8-6C4B-B84D-AD92-19BCD6835050}"/>
              </a:ext>
            </a:extLst>
          </p:cNvPr>
          <p:cNvSpPr>
            <a:spLocks noChangeArrowheads="1"/>
          </p:cNvSpPr>
          <p:nvPr/>
        </p:nvSpPr>
        <p:spPr bwMode="gray">
          <a:xfrm rot="15581182">
            <a:off x="9080893" y="1221592"/>
            <a:ext cx="812993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Track</a:t>
            </a:r>
          </a:p>
        </p:txBody>
      </p:sp>
      <p:sp>
        <p:nvSpPr>
          <p:cNvPr id="187" name="label">
            <a:extLst>
              <a:ext uri="{FF2B5EF4-FFF2-40B4-BE49-F238E27FC236}">
                <a16:creationId xmlns:a16="http://schemas.microsoft.com/office/drawing/2014/main" id="{461B1FC9-8E7C-C94B-B747-F805E9F2224D}"/>
              </a:ext>
            </a:extLst>
          </p:cNvPr>
          <p:cNvSpPr>
            <a:spLocks noChangeArrowheads="1"/>
          </p:cNvSpPr>
          <p:nvPr/>
        </p:nvSpPr>
        <p:spPr bwMode="gray">
          <a:xfrm rot="2279244">
            <a:off x="9816451" y="1015064"/>
            <a:ext cx="1080193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>
              <a:buSzPts val="1200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</a:p>
        </p:txBody>
      </p:sp>
      <p:sp>
        <p:nvSpPr>
          <p:cNvPr id="188" name="label">
            <a:extLst>
              <a:ext uri="{FF2B5EF4-FFF2-40B4-BE49-F238E27FC236}">
                <a16:creationId xmlns:a16="http://schemas.microsoft.com/office/drawing/2014/main" id="{1C6E822D-4DCB-EC41-96E5-19472F016CB6}"/>
              </a:ext>
            </a:extLst>
          </p:cNvPr>
          <p:cNvSpPr>
            <a:spLocks noChangeArrowheads="1"/>
          </p:cNvSpPr>
          <p:nvPr/>
        </p:nvSpPr>
        <p:spPr bwMode="gray">
          <a:xfrm rot="17903962">
            <a:off x="9889545" y="1323705"/>
            <a:ext cx="652832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</a:p>
        </p:txBody>
      </p:sp>
      <p:sp>
        <p:nvSpPr>
          <p:cNvPr id="204" name="label">
            <a:extLst>
              <a:ext uri="{FF2B5EF4-FFF2-40B4-BE49-F238E27FC236}">
                <a16:creationId xmlns:a16="http://schemas.microsoft.com/office/drawing/2014/main" id="{93FA8128-D7EE-C24D-8B84-98D2019BE8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79999" y="1517363"/>
            <a:ext cx="652832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Train</a:t>
            </a:r>
          </a:p>
        </p:txBody>
      </p:sp>
      <p:pic>
        <p:nvPicPr>
          <p:cNvPr id="205" name="Graphic 204" descr="Group success">
            <a:extLst>
              <a:ext uri="{FF2B5EF4-FFF2-40B4-BE49-F238E27FC236}">
                <a16:creationId xmlns:a16="http://schemas.microsoft.com/office/drawing/2014/main" id="{A5AE4464-C1B3-7149-89D9-46D2284F3E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2795" y="1109055"/>
            <a:ext cx="352958" cy="352958"/>
          </a:xfrm>
          <a:prstGeom prst="rect">
            <a:avLst/>
          </a:prstGeom>
        </p:spPr>
      </p:pic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57730987-976A-4540-9E5D-77683893241C}"/>
              </a:ext>
            </a:extLst>
          </p:cNvPr>
          <p:cNvSpPr/>
          <p:nvPr/>
        </p:nvSpPr>
        <p:spPr>
          <a:xfrm>
            <a:off x="10459436" y="818353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Onboard &amp; info-capture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FF0C1C14-351A-B942-93E8-84881106FAC6}"/>
              </a:ext>
            </a:extLst>
          </p:cNvPr>
          <p:cNvSpPr/>
          <p:nvPr/>
        </p:nvSpPr>
        <p:spPr>
          <a:xfrm>
            <a:off x="10464433" y="1061356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Real-time, GPS tracking</a:t>
            </a:r>
          </a:p>
        </p:txBody>
      </p:sp>
      <p:sp>
        <p:nvSpPr>
          <p:cNvPr id="208" name="Rounded Rectangle 207">
            <a:extLst>
              <a:ext uri="{FF2B5EF4-FFF2-40B4-BE49-F238E27FC236}">
                <a16:creationId xmlns:a16="http://schemas.microsoft.com/office/drawing/2014/main" id="{F1785BC0-CA47-174B-922B-543C79771D42}"/>
              </a:ext>
            </a:extLst>
          </p:cNvPr>
          <p:cNvSpPr/>
          <p:nvPr/>
        </p:nvSpPr>
        <p:spPr>
          <a:xfrm>
            <a:off x="10459436" y="1304353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360 deg buddy feedback</a:t>
            </a: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F3C9E123-AF31-B14B-9B1F-EF8940B3C579}"/>
              </a:ext>
            </a:extLst>
          </p:cNvPr>
          <p:cNvSpPr/>
          <p:nvPr/>
        </p:nvSpPr>
        <p:spPr>
          <a:xfrm>
            <a:off x="10459436" y="1547275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KPIs (</a:t>
            </a:r>
            <a:r>
              <a:rPr lang="en-US" sz="110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eg</a:t>
            </a:r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% acc. delivery)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621469CE-8E29-C342-B349-D1BD6A8FC95B}"/>
              </a:ext>
            </a:extLst>
          </p:cNvPr>
          <p:cNvSpPr/>
          <p:nvPr/>
        </p:nvSpPr>
        <p:spPr>
          <a:xfrm>
            <a:off x="86170" y="4978349"/>
            <a:ext cx="692889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Tier 1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A9BAEF43-1B3D-F94D-9268-7D84BB76B47F}"/>
              </a:ext>
            </a:extLst>
          </p:cNvPr>
          <p:cNvSpPr/>
          <p:nvPr/>
        </p:nvSpPr>
        <p:spPr>
          <a:xfrm>
            <a:off x="74725" y="5660403"/>
            <a:ext cx="692889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Tier 2</a:t>
            </a:r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5BA84EFF-D44D-4C4C-992D-8C4FE132B48C}"/>
              </a:ext>
            </a:extLst>
          </p:cNvPr>
          <p:cNvSpPr/>
          <p:nvPr/>
        </p:nvSpPr>
        <p:spPr>
          <a:xfrm>
            <a:off x="833232" y="4965637"/>
            <a:ext cx="996832" cy="1725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Offices</a:t>
            </a: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E70052F3-1998-8043-9BBC-8AEF9A2086AD}"/>
              </a:ext>
            </a:extLst>
          </p:cNvPr>
          <p:cNvSpPr/>
          <p:nvPr/>
        </p:nvSpPr>
        <p:spPr>
          <a:xfrm>
            <a:off x="816963" y="5647691"/>
            <a:ext cx="1001656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Kirana</a:t>
            </a:r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06FE0D36-3044-C24B-963D-2C81A66C5719}"/>
              </a:ext>
            </a:extLst>
          </p:cNvPr>
          <p:cNvSpPr/>
          <p:nvPr/>
        </p:nvSpPr>
        <p:spPr>
          <a:xfrm>
            <a:off x="823403" y="5164231"/>
            <a:ext cx="1001656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Metro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Stn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1639849F-B778-114D-A1FF-CAB5F35A1B3F}"/>
              </a:ext>
            </a:extLst>
          </p:cNvPr>
          <p:cNvSpPr/>
          <p:nvPr/>
        </p:nvSpPr>
        <p:spPr>
          <a:xfrm>
            <a:off x="823403" y="5370344"/>
            <a:ext cx="1015707" cy="18774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Societies</a:t>
            </a:r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99CE71C6-4516-A24F-BABA-62DD455B25D7}"/>
              </a:ext>
            </a:extLst>
          </p:cNvPr>
          <p:cNvSpPr/>
          <p:nvPr/>
        </p:nvSpPr>
        <p:spPr>
          <a:xfrm>
            <a:off x="1938586" y="4985077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B074E267-E8C3-5F40-8CD2-A8C19768A7E6}"/>
              </a:ext>
            </a:extLst>
          </p:cNvPr>
          <p:cNvSpPr/>
          <p:nvPr/>
        </p:nvSpPr>
        <p:spPr>
          <a:xfrm>
            <a:off x="1947153" y="5184172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Rounded Rectangle 218">
            <a:extLst>
              <a:ext uri="{FF2B5EF4-FFF2-40B4-BE49-F238E27FC236}">
                <a16:creationId xmlns:a16="http://schemas.microsoft.com/office/drawing/2014/main" id="{1B83C010-760C-3747-8E66-0F67BED91C4A}"/>
              </a:ext>
            </a:extLst>
          </p:cNvPr>
          <p:cNvSpPr/>
          <p:nvPr/>
        </p:nvSpPr>
        <p:spPr>
          <a:xfrm>
            <a:off x="1957202" y="5383267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AB6E7926-A660-C44F-B09B-5C4FAC007326}"/>
              </a:ext>
            </a:extLst>
          </p:cNvPr>
          <p:cNvSpPr/>
          <p:nvPr/>
        </p:nvSpPr>
        <p:spPr>
          <a:xfrm>
            <a:off x="1951732" y="5653819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B3D4176-DFA8-6A42-94DD-EB36EEF0669F}"/>
              </a:ext>
            </a:extLst>
          </p:cNvPr>
          <p:cNvSpPr txBox="1"/>
          <p:nvPr/>
        </p:nvSpPr>
        <p:spPr>
          <a:xfrm>
            <a:off x="225461" y="4740898"/>
            <a:ext cx="45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City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3D99C727-2570-A24B-BF72-271CFECDABF3}"/>
              </a:ext>
            </a:extLst>
          </p:cNvPr>
          <p:cNvSpPr txBox="1"/>
          <p:nvPr/>
        </p:nvSpPr>
        <p:spPr>
          <a:xfrm>
            <a:off x="951669" y="4733500"/>
            <a:ext cx="801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2E8C7FA-A921-9A41-9AA5-AD688CC24834}"/>
              </a:ext>
            </a:extLst>
          </p:cNvPr>
          <p:cNvSpPr txBox="1"/>
          <p:nvPr/>
        </p:nvSpPr>
        <p:spPr>
          <a:xfrm>
            <a:off x="1882942" y="4723752"/>
            <a:ext cx="1614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Commission Metrics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721AB9C-1772-4145-A7DE-C7A0FDDFC78B}"/>
              </a:ext>
            </a:extLst>
          </p:cNvPr>
          <p:cNvSpPr txBox="1"/>
          <p:nvPr/>
        </p:nvSpPr>
        <p:spPr>
          <a:xfrm>
            <a:off x="1992473" y="4924129"/>
            <a:ext cx="1576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ESG Score -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53D07F7-812B-FA42-AAA4-5B2557F99DF8}"/>
              </a:ext>
            </a:extLst>
          </p:cNvPr>
          <p:cNvSpPr txBox="1"/>
          <p:nvPr/>
        </p:nvSpPr>
        <p:spPr>
          <a:xfrm>
            <a:off x="2073594" y="5132025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B2886DB-519F-6441-BD88-2AF794DD8781}"/>
              </a:ext>
            </a:extLst>
          </p:cNvPr>
          <p:cNvSpPr txBox="1"/>
          <p:nvPr/>
        </p:nvSpPr>
        <p:spPr>
          <a:xfrm>
            <a:off x="2087645" y="5340580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Peer network scale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30C0CE8-8D0B-7F4C-9909-458161EA2FED}"/>
              </a:ext>
            </a:extLst>
          </p:cNvPr>
          <p:cNvSpPr txBox="1"/>
          <p:nvPr/>
        </p:nvSpPr>
        <p:spPr>
          <a:xfrm>
            <a:off x="2087645" y="5595475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% of dist. cost</a:t>
            </a:r>
          </a:p>
        </p:txBody>
      </p:sp>
      <p:sp>
        <p:nvSpPr>
          <p:cNvPr id="10" name="Chevron 11">
            <a:extLst>
              <a:ext uri="{FF2B5EF4-FFF2-40B4-BE49-F238E27FC236}">
                <a16:creationId xmlns:a16="http://schemas.microsoft.com/office/drawing/2014/main" id="{27AACEBC-6D3A-270D-6316-F8BC54F78720}"/>
              </a:ext>
            </a:extLst>
          </p:cNvPr>
          <p:cNvSpPr/>
          <p:nvPr/>
        </p:nvSpPr>
        <p:spPr>
          <a:xfrm>
            <a:off x="2134955" y="6241611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11" name="Chevron 12">
            <a:extLst>
              <a:ext uri="{FF2B5EF4-FFF2-40B4-BE49-F238E27FC236}">
                <a16:creationId xmlns:a16="http://schemas.microsoft.com/office/drawing/2014/main" id="{D8D92503-89E1-BEA3-951B-2267F2B7C77D}"/>
              </a:ext>
            </a:extLst>
          </p:cNvPr>
          <p:cNvSpPr/>
          <p:nvPr/>
        </p:nvSpPr>
        <p:spPr>
          <a:xfrm>
            <a:off x="3465614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20" name="Chevron 13">
            <a:extLst>
              <a:ext uri="{FF2B5EF4-FFF2-40B4-BE49-F238E27FC236}">
                <a16:creationId xmlns:a16="http://schemas.microsoft.com/office/drawing/2014/main" id="{A1957A3A-906C-81E0-9042-1821CEF9FB0D}"/>
              </a:ext>
            </a:extLst>
          </p:cNvPr>
          <p:cNvSpPr/>
          <p:nvPr/>
        </p:nvSpPr>
        <p:spPr>
          <a:xfrm>
            <a:off x="5020292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34" name="Chevron 14">
            <a:extLst>
              <a:ext uri="{FF2B5EF4-FFF2-40B4-BE49-F238E27FC236}">
                <a16:creationId xmlns:a16="http://schemas.microsoft.com/office/drawing/2014/main" id="{9607D310-D96E-422F-99C0-06E9DCEC36BC}"/>
              </a:ext>
            </a:extLst>
          </p:cNvPr>
          <p:cNvSpPr/>
          <p:nvPr/>
        </p:nvSpPr>
        <p:spPr>
          <a:xfrm>
            <a:off x="6327570" y="6241611"/>
            <a:ext cx="1723901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8" name="Chevron 15">
            <a:extLst>
              <a:ext uri="{FF2B5EF4-FFF2-40B4-BE49-F238E27FC236}">
                <a16:creationId xmlns:a16="http://schemas.microsoft.com/office/drawing/2014/main" id="{1BD343FE-AE70-2DE6-C37B-B544E0D5F705}"/>
              </a:ext>
            </a:extLst>
          </p:cNvPr>
          <p:cNvSpPr/>
          <p:nvPr/>
        </p:nvSpPr>
        <p:spPr>
          <a:xfrm>
            <a:off x="7881259" y="6241611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39" name="Chevron 16">
            <a:extLst>
              <a:ext uri="{FF2B5EF4-FFF2-40B4-BE49-F238E27FC236}">
                <a16:creationId xmlns:a16="http://schemas.microsoft.com/office/drawing/2014/main" id="{9BD06BEB-1AF8-7396-847F-36EF8F56382D}"/>
              </a:ext>
            </a:extLst>
          </p:cNvPr>
          <p:cNvSpPr/>
          <p:nvPr/>
        </p:nvSpPr>
        <p:spPr>
          <a:xfrm>
            <a:off x="831272" y="6234822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40" name="Chevron 12">
            <a:extLst>
              <a:ext uri="{FF2B5EF4-FFF2-40B4-BE49-F238E27FC236}">
                <a16:creationId xmlns:a16="http://schemas.microsoft.com/office/drawing/2014/main" id="{A2CEE02D-2843-6701-CF8B-1F4207647F3C}"/>
              </a:ext>
            </a:extLst>
          </p:cNvPr>
          <p:cNvSpPr/>
          <p:nvPr/>
        </p:nvSpPr>
        <p:spPr>
          <a:xfrm>
            <a:off x="3441246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41" name="Chevron 13">
            <a:extLst>
              <a:ext uri="{FF2B5EF4-FFF2-40B4-BE49-F238E27FC236}">
                <a16:creationId xmlns:a16="http://schemas.microsoft.com/office/drawing/2014/main" id="{10CA02BE-A611-E0CB-D301-AAF59CF30B63}"/>
              </a:ext>
            </a:extLst>
          </p:cNvPr>
          <p:cNvSpPr/>
          <p:nvPr/>
        </p:nvSpPr>
        <p:spPr>
          <a:xfrm>
            <a:off x="4995924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</p:spTree>
    <p:extLst>
      <p:ext uri="{BB962C8B-B14F-4D97-AF65-F5344CB8AC3E}">
        <p14:creationId xmlns:p14="http://schemas.microsoft.com/office/powerpoint/2010/main" val="258020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3CE19A-D163-D672-E252-950B007F6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727" y="265122"/>
            <a:ext cx="11327981" cy="616479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en-US" b="1">
                <a:latin typeface="Calibri"/>
                <a:cs typeface="Calibri"/>
              </a:rPr>
              <a:t>2-pronged approach for growth strategy involves defining the winning industry standards and expanding the horizontal and vertical boundaries </a:t>
            </a:r>
            <a:endParaRPr lang="en-US" b="1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2A4C8F7-C76B-394A-9033-84522AEFC025}"/>
              </a:ext>
            </a:extLst>
          </p:cNvPr>
          <p:cNvSpPr txBox="1">
            <a:spLocks/>
          </p:cNvSpPr>
          <p:nvPr/>
        </p:nvSpPr>
        <p:spPr>
          <a:xfrm>
            <a:off x="513292" y="685271"/>
            <a:ext cx="11170591" cy="616479"/>
          </a:xfrm>
          <a:prstGeom prst="rect">
            <a:avLst/>
          </a:prstGeom>
        </p:spPr>
        <p:txBody>
          <a:bodyPr/>
          <a:lstStyle>
            <a:lvl1pPr marL="0" indent="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336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Graphik" panose="020B0503030202060203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67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805DA-CC8B-AA40-8F65-9B3199A7C3AB}"/>
              </a:ext>
            </a:extLst>
          </p:cNvPr>
          <p:cNvSpPr/>
          <p:nvPr/>
        </p:nvSpPr>
        <p:spPr>
          <a:xfrm>
            <a:off x="424820" y="4959536"/>
            <a:ext cx="4433339" cy="139765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A3BDA-6792-B349-8EA6-B5A75445B772}"/>
              </a:ext>
            </a:extLst>
          </p:cNvPr>
          <p:cNvSpPr/>
          <p:nvPr/>
        </p:nvSpPr>
        <p:spPr>
          <a:xfrm>
            <a:off x="415447" y="1082449"/>
            <a:ext cx="4433339" cy="195347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E4BA8-97A3-9F44-AE59-3ADE6E15FF82}"/>
              </a:ext>
            </a:extLst>
          </p:cNvPr>
          <p:cNvSpPr/>
          <p:nvPr/>
        </p:nvSpPr>
        <p:spPr>
          <a:xfrm>
            <a:off x="415447" y="3275729"/>
            <a:ext cx="4433339" cy="1486793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5041E-F112-2846-8F9E-3DB86AD3E736}"/>
              </a:ext>
            </a:extLst>
          </p:cNvPr>
          <p:cNvSpPr/>
          <p:nvPr/>
        </p:nvSpPr>
        <p:spPr>
          <a:xfrm>
            <a:off x="8765514" y="1064505"/>
            <a:ext cx="2999805" cy="52868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t"/>
          <a:lstStyle/>
          <a:p>
            <a:pPr algn="ct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91B0A-BFE6-F8DB-D2D1-710B7BE1C369}"/>
              </a:ext>
            </a:extLst>
          </p:cNvPr>
          <p:cNvSpPr/>
          <p:nvPr/>
        </p:nvSpPr>
        <p:spPr>
          <a:xfrm>
            <a:off x="5159829" y="1459506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1. Full potential from 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AD29A-5EBE-D74A-26B1-79618F243955}"/>
              </a:ext>
            </a:extLst>
          </p:cNvPr>
          <p:cNvSpPr/>
          <p:nvPr/>
        </p:nvSpPr>
        <p:spPr>
          <a:xfrm>
            <a:off x="5159829" y="2730863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2. Horizontal Adjacencies in the ecosystem</a:t>
            </a:r>
          </a:p>
        </p:txBody>
      </p:sp>
      <p:grpSp>
        <p:nvGrpSpPr>
          <p:cNvPr id="5126" name="Group 5125">
            <a:extLst>
              <a:ext uri="{FF2B5EF4-FFF2-40B4-BE49-F238E27FC236}">
                <a16:creationId xmlns:a16="http://schemas.microsoft.com/office/drawing/2014/main" id="{D5BC00ED-3DED-8956-2DF3-3A5FF8028984}"/>
              </a:ext>
            </a:extLst>
          </p:cNvPr>
          <p:cNvGrpSpPr/>
          <p:nvPr/>
        </p:nvGrpSpPr>
        <p:grpSpPr>
          <a:xfrm>
            <a:off x="5159829" y="3111533"/>
            <a:ext cx="3429000" cy="1189069"/>
            <a:chOff x="5159829" y="3111533"/>
            <a:chExt cx="3429000" cy="118906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8DCDC8-FF35-2B00-73BA-766FBA94B907}"/>
                </a:ext>
              </a:extLst>
            </p:cNvPr>
            <p:cNvSpPr/>
            <p:nvPr/>
          </p:nvSpPr>
          <p:spPr>
            <a:xfrm>
              <a:off x="5159829" y="3111533"/>
              <a:ext cx="3429000" cy="300968"/>
            </a:xfrm>
            <a:prstGeom prst="rect">
              <a:avLst/>
            </a:prstGeom>
            <a:noFill/>
            <a:ln>
              <a:solidFill>
                <a:srgbClr val="C280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Priority opportunities for horizontal expansion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87C838-A966-61AB-A49B-EC13D24E69B3}"/>
                </a:ext>
              </a:extLst>
            </p:cNvPr>
            <p:cNvGrpSpPr/>
            <p:nvPr/>
          </p:nvGrpSpPr>
          <p:grpSpPr>
            <a:xfrm>
              <a:off x="5247245" y="3406518"/>
              <a:ext cx="1182491" cy="894084"/>
              <a:chOff x="5247245" y="3465893"/>
              <a:chExt cx="1182491" cy="894084"/>
            </a:xfrm>
          </p:grpSpPr>
          <p:pic>
            <p:nvPicPr>
              <p:cNvPr id="19" name="Graphic 18" descr="Food Safety with solid fill">
                <a:extLst>
                  <a:ext uri="{FF2B5EF4-FFF2-40B4-BE49-F238E27FC236}">
                    <a16:creationId xmlns:a16="http://schemas.microsoft.com/office/drawing/2014/main" id="{1C2B0623-40D5-5250-ECAC-D5B0C571E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99607" y="3465893"/>
                <a:ext cx="618871" cy="618871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B85B85-50C4-C11B-21F1-17C1E6EEA51F}"/>
                  </a:ext>
                </a:extLst>
              </p:cNvPr>
              <p:cNvSpPr/>
              <p:nvPr/>
            </p:nvSpPr>
            <p:spPr>
              <a:xfrm>
                <a:off x="5247245" y="4133641"/>
                <a:ext cx="1182491" cy="226336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Grocery Retail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7E2C6B9-95FC-804F-3D7F-1719DA22AD31}"/>
                  </a:ext>
                </a:extLst>
              </p:cNvPr>
              <p:cNvSpPr/>
              <p:nvPr/>
            </p:nvSpPr>
            <p:spPr>
              <a:xfrm>
                <a:off x="5271043" y="3551578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E117EBA-BD15-2AA3-1514-2FF6C15F1F64}"/>
                </a:ext>
              </a:extLst>
            </p:cNvPr>
            <p:cNvGrpSpPr/>
            <p:nvPr/>
          </p:nvGrpSpPr>
          <p:grpSpPr>
            <a:xfrm>
              <a:off x="6354842" y="3456877"/>
              <a:ext cx="860351" cy="843076"/>
              <a:chOff x="6354842" y="3516252"/>
              <a:chExt cx="860351" cy="843076"/>
            </a:xfrm>
          </p:grpSpPr>
          <p:pic>
            <p:nvPicPr>
              <p:cNvPr id="23" name="Graphic 22" descr="Medicine with solid fill">
                <a:extLst>
                  <a:ext uri="{FF2B5EF4-FFF2-40B4-BE49-F238E27FC236}">
                    <a16:creationId xmlns:a16="http://schemas.microsoft.com/office/drawing/2014/main" id="{9ED3815D-6DF2-DF73-2263-DE8E24A39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54088" y="3516252"/>
                <a:ext cx="615185" cy="615185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033DEE9-575D-6794-315F-4D46BE814E0E}"/>
                  </a:ext>
                </a:extLst>
              </p:cNvPr>
              <p:cNvSpPr/>
              <p:nvPr/>
            </p:nvSpPr>
            <p:spPr>
              <a:xfrm>
                <a:off x="6470307" y="4132992"/>
                <a:ext cx="744886" cy="226336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Pharma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D0C080-686C-9B4A-1658-9ED1A27F94AC}"/>
                  </a:ext>
                </a:extLst>
              </p:cNvPr>
              <p:cNvSpPr/>
              <p:nvPr/>
            </p:nvSpPr>
            <p:spPr>
              <a:xfrm>
                <a:off x="6354842" y="3551578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C67AB33-3D2B-7AFE-F8C5-133BCB64C840}"/>
                </a:ext>
              </a:extLst>
            </p:cNvPr>
            <p:cNvGrpSpPr/>
            <p:nvPr/>
          </p:nvGrpSpPr>
          <p:grpSpPr>
            <a:xfrm>
              <a:off x="7181455" y="3422869"/>
              <a:ext cx="1404733" cy="877084"/>
              <a:chOff x="7181455" y="3482244"/>
              <a:chExt cx="1404733" cy="877084"/>
            </a:xfrm>
          </p:grpSpPr>
          <p:pic>
            <p:nvPicPr>
              <p:cNvPr id="28" name="Graphic 27" descr="Car Mechanic with solid fill">
                <a:extLst>
                  <a:ext uri="{FF2B5EF4-FFF2-40B4-BE49-F238E27FC236}">
                    <a16:creationId xmlns:a16="http://schemas.microsoft.com/office/drawing/2014/main" id="{FC7FB9ED-C43D-9EC4-852D-EEDE40295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582643" y="3482244"/>
                <a:ext cx="610885" cy="610885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F17CCB-850D-5A32-A8F2-B1597334E56A}"/>
                  </a:ext>
                </a:extLst>
              </p:cNvPr>
              <p:cNvSpPr/>
              <p:nvPr/>
            </p:nvSpPr>
            <p:spPr>
              <a:xfrm>
                <a:off x="7181455" y="4132991"/>
                <a:ext cx="1404733" cy="226337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Auto component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296072E-800C-2211-78EF-F8B0525DB946}"/>
                  </a:ext>
                </a:extLst>
              </p:cNvPr>
              <p:cNvSpPr/>
              <p:nvPr/>
            </p:nvSpPr>
            <p:spPr>
              <a:xfrm>
                <a:off x="7378262" y="3551577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01D6F2F-D905-B994-C11E-63DE5CFE4F73}"/>
              </a:ext>
            </a:extLst>
          </p:cNvPr>
          <p:cNvSpPr/>
          <p:nvPr/>
        </p:nvSpPr>
        <p:spPr>
          <a:xfrm>
            <a:off x="5157188" y="4331861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3. Ecosystem vertical Integration for EVP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E52B09-4F14-D32A-3885-3DB17DA633DE}"/>
              </a:ext>
            </a:extLst>
          </p:cNvPr>
          <p:cNvGrpSpPr/>
          <p:nvPr/>
        </p:nvGrpSpPr>
        <p:grpSpPr>
          <a:xfrm>
            <a:off x="5152686" y="4610785"/>
            <a:ext cx="3459299" cy="1740683"/>
            <a:chOff x="5152686" y="4824539"/>
            <a:chExt cx="3459299" cy="174068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4A5E331-437E-BBAF-5515-9880D6DE36AC}"/>
                </a:ext>
              </a:extLst>
            </p:cNvPr>
            <p:cNvGrpSpPr/>
            <p:nvPr/>
          </p:nvGrpSpPr>
          <p:grpSpPr>
            <a:xfrm>
              <a:off x="5900525" y="4824539"/>
              <a:ext cx="2041379" cy="1740683"/>
              <a:chOff x="2609279" y="2143432"/>
              <a:chExt cx="5669482" cy="4297070"/>
            </a:xfrm>
          </p:grpSpPr>
          <p:graphicFrame>
            <p:nvGraphicFramePr>
              <p:cNvPr id="47" name="Diagram 46">
                <a:extLst>
                  <a:ext uri="{FF2B5EF4-FFF2-40B4-BE49-F238E27FC236}">
                    <a16:creationId xmlns:a16="http://schemas.microsoft.com/office/drawing/2014/main" id="{46892274-5F65-5068-82E9-12F9FB6C522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52338842"/>
                  </p:ext>
                </p:extLst>
              </p:nvPr>
            </p:nvGraphicFramePr>
            <p:xfrm>
              <a:off x="2609279" y="2143432"/>
              <a:ext cx="5669482" cy="42970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  <p:pic>
            <p:nvPicPr>
              <p:cNvPr id="48" name="Graphic 47" descr="Money outline">
                <a:extLst>
                  <a:ext uri="{FF2B5EF4-FFF2-40B4-BE49-F238E27FC236}">
                    <a16:creationId xmlns:a16="http://schemas.microsoft.com/office/drawing/2014/main" id="{322287B4-A7C7-0E04-02AC-34EF5C5767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942321" y="3758765"/>
                <a:ext cx="853851" cy="970738"/>
              </a:xfrm>
              <a:prstGeom prst="rect">
                <a:avLst/>
              </a:prstGeom>
            </p:spPr>
          </p:pic>
          <p:pic>
            <p:nvPicPr>
              <p:cNvPr id="49" name="Graphic 48" descr="Crane outline">
                <a:extLst>
                  <a:ext uri="{FF2B5EF4-FFF2-40B4-BE49-F238E27FC236}">
                    <a16:creationId xmlns:a16="http://schemas.microsoft.com/office/drawing/2014/main" id="{9FF17946-590B-524C-C2DC-BABCB16EB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07869" y="4855951"/>
                <a:ext cx="853851" cy="970739"/>
              </a:xfrm>
              <a:prstGeom prst="rect">
                <a:avLst/>
              </a:prstGeom>
            </p:spPr>
          </p:pic>
          <p:pic>
            <p:nvPicPr>
              <p:cNvPr id="50" name="Graphic 49" descr="Group of people outline">
                <a:extLst>
                  <a:ext uri="{FF2B5EF4-FFF2-40B4-BE49-F238E27FC236}">
                    <a16:creationId xmlns:a16="http://schemas.microsoft.com/office/drawing/2014/main" id="{D35C68B2-3C14-AE4E-DF2E-E053BC42A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626329" y="4862049"/>
                <a:ext cx="753842" cy="857039"/>
              </a:xfrm>
              <a:prstGeom prst="rect">
                <a:avLst/>
              </a:prstGeom>
            </p:spPr>
          </p:pic>
          <p:pic>
            <p:nvPicPr>
              <p:cNvPr id="51" name="Graphic 50" descr="Cloud Computing outline">
                <a:extLst>
                  <a:ext uri="{FF2B5EF4-FFF2-40B4-BE49-F238E27FC236}">
                    <a16:creationId xmlns:a16="http://schemas.microsoft.com/office/drawing/2014/main" id="{4C3721CA-0CF4-503F-CC2B-94D56F8A4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152391" y="3806599"/>
                <a:ext cx="853850" cy="970738"/>
              </a:xfrm>
              <a:prstGeom prst="rect">
                <a:avLst/>
              </a:prstGeom>
            </p:spPr>
          </p:pic>
          <p:pic>
            <p:nvPicPr>
              <p:cNvPr id="52" name="Graphic 51" descr="Network outline">
                <a:extLst>
                  <a:ext uri="{FF2B5EF4-FFF2-40B4-BE49-F238E27FC236}">
                    <a16:creationId xmlns:a16="http://schemas.microsoft.com/office/drawing/2014/main" id="{C8F1E84D-2E50-9ED4-6CD1-1BE3173A5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5597466" y="2742888"/>
                <a:ext cx="853851" cy="970738"/>
              </a:xfrm>
              <a:prstGeom prst="rect">
                <a:avLst/>
              </a:prstGeom>
            </p:spPr>
          </p:pic>
          <p:pic>
            <p:nvPicPr>
              <p:cNvPr id="53" name="Graphic 52" descr="Anchor outline">
                <a:extLst>
                  <a:ext uri="{FF2B5EF4-FFF2-40B4-BE49-F238E27FC236}">
                    <a16:creationId xmlns:a16="http://schemas.microsoft.com/office/drawing/2014/main" id="{BBC7C790-9A0D-417E-FBAE-B67FE2C226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4507869" y="2746436"/>
                <a:ext cx="853851" cy="970738"/>
              </a:xfrm>
              <a:prstGeom prst="rect">
                <a:avLst/>
              </a:prstGeom>
            </p:spPr>
          </p:pic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603A68-9190-CED4-E657-120AFF0FF771}"/>
                </a:ext>
              </a:extLst>
            </p:cNvPr>
            <p:cNvSpPr/>
            <p:nvPr/>
          </p:nvSpPr>
          <p:spPr>
            <a:xfrm>
              <a:off x="5152686" y="4890741"/>
              <a:ext cx="1406615" cy="388357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Anchor industry </a:t>
              </a:r>
            </a:p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&amp; clients 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FDC61C0-9EE3-90F8-9E4E-08B89036D73B}"/>
                </a:ext>
              </a:extLst>
            </p:cNvPr>
            <p:cNvSpPr/>
            <p:nvPr/>
          </p:nvSpPr>
          <p:spPr>
            <a:xfrm>
              <a:off x="5159829" y="5397392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Pricing model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35A0D10-9C28-DB1A-79C6-1EAF83ED6F0C}"/>
                </a:ext>
              </a:extLst>
            </p:cNvPr>
            <p:cNvSpPr/>
            <p:nvPr/>
          </p:nvSpPr>
          <p:spPr>
            <a:xfrm>
              <a:off x="5152686" y="5905221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Right assets &amp; infra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54C79E-60A2-EECD-138E-ED9B3E38C619}"/>
                </a:ext>
              </a:extLst>
            </p:cNvPr>
            <p:cNvSpPr/>
            <p:nvPr/>
          </p:nvSpPr>
          <p:spPr>
            <a:xfrm>
              <a:off x="7556717" y="4890741"/>
              <a:ext cx="1014290" cy="388357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VC Nodes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F340DAB-B2C5-E130-D470-BD5FE09B10CB}"/>
                </a:ext>
              </a:extLst>
            </p:cNvPr>
            <p:cNvSpPr/>
            <p:nvPr/>
          </p:nvSpPr>
          <p:spPr>
            <a:xfrm>
              <a:off x="7494920" y="5387814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Tech Stack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00D4AAD-5DBD-6630-D2F2-471B9C5776C7}"/>
                </a:ext>
              </a:extLst>
            </p:cNvPr>
            <p:cNvSpPr/>
            <p:nvPr/>
          </p:nvSpPr>
          <p:spPr>
            <a:xfrm>
              <a:off x="7535899" y="5928218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Organization &amp; Capability</a:t>
              </a:r>
            </a:p>
          </p:txBody>
        </p:sp>
      </p:grpSp>
      <p:grpSp>
        <p:nvGrpSpPr>
          <p:cNvPr id="5125" name="Group 5124">
            <a:extLst>
              <a:ext uri="{FF2B5EF4-FFF2-40B4-BE49-F238E27FC236}">
                <a16:creationId xmlns:a16="http://schemas.microsoft.com/office/drawing/2014/main" id="{1F6FC03F-12CA-CEC2-CE69-361A6389A06E}"/>
              </a:ext>
            </a:extLst>
          </p:cNvPr>
          <p:cNvGrpSpPr/>
          <p:nvPr/>
        </p:nvGrpSpPr>
        <p:grpSpPr>
          <a:xfrm>
            <a:off x="5159829" y="1816825"/>
            <a:ext cx="3429000" cy="932565"/>
            <a:chOff x="5159829" y="1816825"/>
            <a:chExt cx="3429000" cy="9325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DB37E9-BDD9-FFE6-79ED-CD54F3AF9503}"/>
                </a:ext>
              </a:extLst>
            </p:cNvPr>
            <p:cNvSpPr/>
            <p:nvPr/>
          </p:nvSpPr>
          <p:spPr>
            <a:xfrm>
              <a:off x="5159829" y="1816825"/>
              <a:ext cx="3429000" cy="853942"/>
            </a:xfrm>
            <a:prstGeom prst="rect">
              <a:avLst/>
            </a:prstGeom>
            <a:noFill/>
            <a:ln>
              <a:solidFill>
                <a:srgbClr val="C280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Single point of aggregation from multiple firms with shared delivery routes &amp; fulfilling together </a:t>
              </a:r>
            </a:p>
            <a:p>
              <a:endParaRPr 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02B2567-A62B-AD8D-A203-3E8C687F0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224090" y="2393417"/>
              <a:ext cx="753360" cy="22718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69B8664-0B23-3C94-4764-AC5E7EFA8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678753" y="2237387"/>
              <a:ext cx="790377" cy="444587"/>
            </a:xfrm>
            <a:prstGeom prst="rect">
              <a:avLst/>
            </a:prstGeom>
          </p:spPr>
        </p:pic>
        <p:pic>
          <p:nvPicPr>
            <p:cNvPr id="5121" name="Picture 2" descr="Myntra Logo and symbol, meaning, history, PNG, brand">
              <a:extLst>
                <a:ext uri="{FF2B5EF4-FFF2-40B4-BE49-F238E27FC236}">
                  <a16:creationId xmlns:a16="http://schemas.microsoft.com/office/drawing/2014/main" id="{66AAA02F-03B0-44FA-FF3A-D89BB2075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" t="20938" r="-3349" b="21654"/>
            <a:stretch/>
          </p:blipFill>
          <p:spPr bwMode="auto">
            <a:xfrm>
              <a:off x="6049769" y="2305584"/>
              <a:ext cx="1008638" cy="320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3" name="Picture 5122">
              <a:extLst>
                <a:ext uri="{FF2B5EF4-FFF2-40B4-BE49-F238E27FC236}">
                  <a16:creationId xmlns:a16="http://schemas.microsoft.com/office/drawing/2014/main" id="{13CDD646-C6A8-7953-F491-371F0781E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053888" y="2194085"/>
              <a:ext cx="555305" cy="555305"/>
            </a:xfrm>
            <a:prstGeom prst="rect">
              <a:avLst/>
            </a:prstGeom>
          </p:spPr>
        </p:pic>
      </p:grpSp>
      <p:sp>
        <p:nvSpPr>
          <p:cNvPr id="5124" name="Rectangle 5123">
            <a:extLst>
              <a:ext uri="{FF2B5EF4-FFF2-40B4-BE49-F238E27FC236}">
                <a16:creationId xmlns:a16="http://schemas.microsoft.com/office/drawing/2014/main" id="{CEBA7BBD-CA92-0B94-180A-0F2025F0CE26}"/>
              </a:ext>
            </a:extLst>
          </p:cNvPr>
          <p:cNvSpPr/>
          <p:nvPr/>
        </p:nvSpPr>
        <p:spPr>
          <a:xfrm>
            <a:off x="5124535" y="1064631"/>
            <a:ext cx="3511199" cy="52868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127" name="Table 5127">
            <a:extLst>
              <a:ext uri="{FF2B5EF4-FFF2-40B4-BE49-F238E27FC236}">
                <a16:creationId xmlns:a16="http://schemas.microsoft.com/office/drawing/2014/main" id="{447CF91D-4EC7-1E20-4ED6-4560E7739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05559"/>
              </p:ext>
            </p:extLst>
          </p:nvPr>
        </p:nvGraphicFramePr>
        <p:xfrm>
          <a:off x="8936773" y="2234847"/>
          <a:ext cx="2657286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286">
                  <a:extLst>
                    <a:ext uri="{9D8B030D-6E8A-4147-A177-3AD203B41FA5}">
                      <a16:colId xmlns:a16="http://schemas.microsoft.com/office/drawing/2014/main" val="3060241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Kripi Badonia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+91 88000 97307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PGP38453@iiml.ac.in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1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Kritika Prakash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+91 98719 31051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PGP38347@iiml.ac.in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53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Shivam Pathak 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+91 80738 00369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ABM19021@iiml.ac.in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53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Manav Sehgal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+91 98183 11969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PGP39088@iiml.ac.in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701312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92E1D782-5028-494A-ABA9-8C71364A90D8}"/>
              </a:ext>
            </a:extLst>
          </p:cNvPr>
          <p:cNvSpPr txBox="1"/>
          <p:nvPr/>
        </p:nvSpPr>
        <p:spPr>
          <a:xfrm>
            <a:off x="419985" y="1632085"/>
            <a:ext cx="1468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Open-source routing model and P2P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Protect IP, but empower innovation ecosystem</a:t>
            </a:r>
          </a:p>
        </p:txBody>
      </p:sp>
      <p:sp>
        <p:nvSpPr>
          <p:cNvPr id="81" name="Chevron 80">
            <a:extLst>
              <a:ext uri="{FF2B5EF4-FFF2-40B4-BE49-F238E27FC236}">
                <a16:creationId xmlns:a16="http://schemas.microsoft.com/office/drawing/2014/main" id="{2DC7ADDD-D862-A04E-B76D-9D3F9B86D41F}"/>
              </a:ext>
            </a:extLst>
          </p:cNvPr>
          <p:cNvSpPr/>
          <p:nvPr/>
        </p:nvSpPr>
        <p:spPr>
          <a:xfrm>
            <a:off x="1917594" y="1323845"/>
            <a:ext cx="1472541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 Linkage</a:t>
            </a:r>
          </a:p>
        </p:txBody>
      </p:sp>
      <p:sp>
        <p:nvSpPr>
          <p:cNvPr id="82" name="Chevron 81">
            <a:extLst>
              <a:ext uri="{FF2B5EF4-FFF2-40B4-BE49-F238E27FC236}">
                <a16:creationId xmlns:a16="http://schemas.microsoft.com/office/drawing/2014/main" id="{001B5A8F-C64B-BB43-8D52-5FA5BC22BEAE}"/>
              </a:ext>
            </a:extLst>
          </p:cNvPr>
          <p:cNvSpPr/>
          <p:nvPr/>
        </p:nvSpPr>
        <p:spPr>
          <a:xfrm>
            <a:off x="3384785" y="1323845"/>
            <a:ext cx="1404254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Penetrate</a:t>
            </a:r>
          </a:p>
        </p:txBody>
      </p:sp>
      <p:sp>
        <p:nvSpPr>
          <p:cNvPr id="83" name="Chevron 82">
            <a:extLst>
              <a:ext uri="{FF2B5EF4-FFF2-40B4-BE49-F238E27FC236}">
                <a16:creationId xmlns:a16="http://schemas.microsoft.com/office/drawing/2014/main" id="{E328E09A-7DA3-A44B-8BA8-7B8656D4AE90}"/>
              </a:ext>
            </a:extLst>
          </p:cNvPr>
          <p:cNvSpPr/>
          <p:nvPr/>
        </p:nvSpPr>
        <p:spPr>
          <a:xfrm>
            <a:off x="415447" y="1323845"/>
            <a:ext cx="1472541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 Diffusion</a:t>
            </a:r>
          </a:p>
        </p:txBody>
      </p:sp>
      <p:sp>
        <p:nvSpPr>
          <p:cNvPr id="79" name="Oval 20">
            <a:extLst>
              <a:ext uri="{FF2B5EF4-FFF2-40B4-BE49-F238E27FC236}">
                <a16:creationId xmlns:a16="http://schemas.microsoft.com/office/drawing/2014/main" id="{A127E112-CAB7-D741-81CA-113F06D0E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788" y="1192913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" name="Oval 20">
            <a:extLst>
              <a:ext uri="{FF2B5EF4-FFF2-40B4-BE49-F238E27FC236}">
                <a16:creationId xmlns:a16="http://schemas.microsoft.com/office/drawing/2014/main" id="{D6DA81C2-411A-014C-87A0-EAA6D66A4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678" y="1192913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5" name="Oval 20">
            <a:extLst>
              <a:ext uri="{FF2B5EF4-FFF2-40B4-BE49-F238E27FC236}">
                <a16:creationId xmlns:a16="http://schemas.microsoft.com/office/drawing/2014/main" id="{153A7741-336F-9346-9144-C8BD7773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912" y="1169219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52180DD-05FB-DA44-BF36-100556832623}"/>
              </a:ext>
            </a:extLst>
          </p:cNvPr>
          <p:cNvSpPr/>
          <p:nvPr/>
        </p:nvSpPr>
        <p:spPr>
          <a:xfrm>
            <a:off x="886425" y="947088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Winning the industry standard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81C9EF1-B6FB-7E4E-952F-925EB1D37569}"/>
              </a:ext>
            </a:extLst>
          </p:cNvPr>
          <p:cNvSpPr/>
          <p:nvPr/>
        </p:nvSpPr>
        <p:spPr>
          <a:xfrm>
            <a:off x="895797" y="4886212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Breaking the performance frontier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95312-A0B8-4F8B-5154-6F9B805A9F34}"/>
              </a:ext>
            </a:extLst>
          </p:cNvPr>
          <p:cNvSpPr/>
          <p:nvPr/>
        </p:nvSpPr>
        <p:spPr>
          <a:xfrm>
            <a:off x="5361777" y="954382"/>
            <a:ext cx="2999806" cy="2062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 through growth potential 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44BC98E-99B2-A042-A2CA-EC9371392ABB}"/>
              </a:ext>
            </a:extLst>
          </p:cNvPr>
          <p:cNvSpPr/>
          <p:nvPr/>
        </p:nvSpPr>
        <p:spPr>
          <a:xfrm>
            <a:off x="917616" y="3165013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Winning the virtuous cycle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634AF9-5CDD-E14C-80DC-BEAA89824975}"/>
              </a:ext>
            </a:extLst>
          </p:cNvPr>
          <p:cNvSpPr txBox="1"/>
          <p:nvPr/>
        </p:nvSpPr>
        <p:spPr>
          <a:xfrm>
            <a:off x="1785838" y="1593576"/>
            <a:ext cx="1741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Promote load sharing amongst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peerset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with open-source model to establish standard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Linkages with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players to inc. avail. of complementary goods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6599A6-4C53-B040-8AE5-602DD454D566}"/>
              </a:ext>
            </a:extLst>
          </p:cNvPr>
          <p:cNvSpPr txBox="1"/>
          <p:nvPr/>
        </p:nvSpPr>
        <p:spPr>
          <a:xfrm>
            <a:off x="3393501" y="1578609"/>
            <a:ext cx="1468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Aggressive promotion to increase installed base and improve likelihood of winning standards battle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714D02F-C580-0C48-9A3F-F8604F2E92CE}"/>
              </a:ext>
            </a:extLst>
          </p:cNvPr>
          <p:cNvGrpSpPr/>
          <p:nvPr/>
        </p:nvGrpSpPr>
        <p:grpSpPr>
          <a:xfrm rot="5400000">
            <a:off x="2525613" y="2982312"/>
            <a:ext cx="126337" cy="134219"/>
            <a:chOff x="7812684" y="2660359"/>
            <a:chExt cx="306171" cy="306910"/>
          </a:xfrm>
        </p:grpSpPr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AE97AF2D-E5FF-1647-8079-2F6396863BC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9A22F250-96A3-C242-BCFF-5055EAE6B15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80F45C2-5C9A-7446-9CE3-7E8B4A6B63C9}"/>
              </a:ext>
            </a:extLst>
          </p:cNvPr>
          <p:cNvGrpSpPr/>
          <p:nvPr/>
        </p:nvGrpSpPr>
        <p:grpSpPr>
          <a:xfrm rot="5400000">
            <a:off x="2552057" y="4684224"/>
            <a:ext cx="126337" cy="134219"/>
            <a:chOff x="7812684" y="2660359"/>
            <a:chExt cx="306171" cy="306910"/>
          </a:xfrm>
        </p:grpSpPr>
        <p:sp>
          <p:nvSpPr>
            <p:cNvPr id="99" name="Freeform 94">
              <a:extLst>
                <a:ext uri="{FF2B5EF4-FFF2-40B4-BE49-F238E27FC236}">
                  <a16:creationId xmlns:a16="http://schemas.microsoft.com/office/drawing/2014/main" id="{2AD920D5-B921-1D4C-B6A7-CA1689F46CA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Freeform 95">
              <a:extLst>
                <a:ext uri="{FF2B5EF4-FFF2-40B4-BE49-F238E27FC236}">
                  <a16:creationId xmlns:a16="http://schemas.microsoft.com/office/drawing/2014/main" id="{0F654945-2619-3143-AFCE-9519E286855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F87DF43-ACF9-B347-A824-EE1725415C18}"/>
              </a:ext>
            </a:extLst>
          </p:cNvPr>
          <p:cNvGrpSpPr/>
          <p:nvPr/>
        </p:nvGrpSpPr>
        <p:grpSpPr>
          <a:xfrm>
            <a:off x="4912538" y="3468451"/>
            <a:ext cx="155005" cy="171862"/>
            <a:chOff x="7812684" y="2660359"/>
            <a:chExt cx="306171" cy="306910"/>
          </a:xfrm>
        </p:grpSpPr>
        <p:sp>
          <p:nvSpPr>
            <p:cNvPr id="103" name="Freeform 94">
              <a:extLst>
                <a:ext uri="{FF2B5EF4-FFF2-40B4-BE49-F238E27FC236}">
                  <a16:creationId xmlns:a16="http://schemas.microsoft.com/office/drawing/2014/main" id="{34BDE2CC-E6BC-9E4E-B78F-BCFC589705D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95">
              <a:extLst>
                <a:ext uri="{FF2B5EF4-FFF2-40B4-BE49-F238E27FC236}">
                  <a16:creationId xmlns:a16="http://schemas.microsoft.com/office/drawing/2014/main" id="{B676CEC2-1B3C-9949-9F3B-BB9CDDE63EA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DAA7CDFB-45A5-CB4D-B55E-047C2D82A53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2834" y="5085229"/>
            <a:ext cx="2419221" cy="1263097"/>
          </a:xfrm>
          <a:prstGeom prst="rect">
            <a:avLst/>
          </a:prstGeom>
        </p:spPr>
      </p:pic>
      <p:pic>
        <p:nvPicPr>
          <p:cNvPr id="5260" name="Picture 525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05326DD-3030-D6E2-917E-DB25F3D7AD6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1342" y="3359439"/>
            <a:ext cx="4435287" cy="1422195"/>
          </a:xfrm>
          <a:prstGeom prst="rect">
            <a:avLst/>
          </a:prstGeom>
        </p:spPr>
      </p:pic>
      <p:sp>
        <p:nvSpPr>
          <p:cNvPr id="5315" name="Oval 20">
            <a:extLst>
              <a:ext uri="{FF2B5EF4-FFF2-40B4-BE49-F238E27FC236}">
                <a16:creationId xmlns:a16="http://schemas.microsoft.com/office/drawing/2014/main" id="{0DB8AC0B-5BF1-9E2E-E96E-D89205586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397" y="3175071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4</a:t>
            </a:r>
            <a:endParaRPr lang="en-US" sz="70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42" name="TextBox 5341">
            <a:extLst>
              <a:ext uri="{FF2B5EF4-FFF2-40B4-BE49-F238E27FC236}">
                <a16:creationId xmlns:a16="http://schemas.microsoft.com/office/drawing/2014/main" id="{3F3371F2-0152-38E5-142D-C16FD9ADAA08}"/>
              </a:ext>
            </a:extLst>
          </p:cNvPr>
          <p:cNvSpPr txBox="1"/>
          <p:nvPr/>
        </p:nvSpPr>
        <p:spPr>
          <a:xfrm>
            <a:off x="3001296" y="5052433"/>
            <a:ext cx="1865812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cs typeface="Calibri"/>
              </a:rPr>
              <a:t>The modelled 4-step process will put client on peak performance trajectory enabling </a:t>
            </a:r>
            <a:r>
              <a:rPr lang="en-US" sz="1200" err="1">
                <a:cs typeface="Calibri"/>
              </a:rPr>
              <a:t>Ecodeliver</a:t>
            </a:r>
            <a:r>
              <a:rPr lang="en-US" sz="1200">
                <a:cs typeface="Calibri"/>
              </a:rPr>
              <a:t> to break the industry frontier and win in this market </a:t>
            </a:r>
          </a:p>
        </p:txBody>
      </p:sp>
    </p:spTree>
    <p:extLst>
      <p:ext uri="{BB962C8B-B14F-4D97-AF65-F5344CB8AC3E}">
        <p14:creationId xmlns:p14="http://schemas.microsoft.com/office/powerpoint/2010/main" val="870226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2009</Words>
  <Application>Microsoft Office PowerPoint</Application>
  <PresentationFormat>Widescreen</PresentationFormat>
  <Paragraphs>419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 PATHAK</dc:creator>
  <cp:lastModifiedBy>KRIPI BADONIA</cp:lastModifiedBy>
  <cp:revision>9</cp:revision>
  <dcterms:created xsi:type="dcterms:W3CDTF">2023-08-17T21:13:22Z</dcterms:created>
  <dcterms:modified xsi:type="dcterms:W3CDTF">2023-09-02T09:02:06Z</dcterms:modified>
</cp:coreProperties>
</file>